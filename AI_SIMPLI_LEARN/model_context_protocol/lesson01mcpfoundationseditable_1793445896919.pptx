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media/image11.svg" ContentType="image/svg+xml"/>
  <Override PartName="/ppt/media/image21.svg" ContentType="image/svg+xml"/>
  <Override PartName="/ppt/media/image24.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58"/>
  </p:notesMasterIdLst>
  <p:handoutMasterIdLst>
    <p:handoutMasterId r:id="rId59"/>
  </p:handoutMasterIdLst>
  <p:sldIdLst>
    <p:sldId id="256" r:id="rId5"/>
    <p:sldId id="385" r:id="rId6"/>
    <p:sldId id="784" r:id="rId7"/>
    <p:sldId id="785" r:id="rId8"/>
    <p:sldId id="262" r:id="rId9"/>
    <p:sldId id="786" r:id="rId10"/>
    <p:sldId id="790" r:id="rId14"/>
    <p:sldId id="810" r:id="rId17"/>
    <p:sldId id="391" r:id="rId21"/>
    <p:sldId id="724" r:id="rId22"/>
    <p:sldId id="794" r:id="rId25"/>
    <p:sldId id="800" r:id="rId26"/>
    <p:sldId id="676" r:id="rId38"/>
    <p:sldId id="796" r:id="rId28"/>
    <p:sldId id="770" r:id="rId30"/>
    <p:sldId id="728" r:id="rId35"/>
    <p:sldId id="743" r:id="rId47"/>
    <p:sldId id="747" r:id="rId37"/>
    <p:sldId id="752" r:id="rId51"/>
    <p:sldId id="812" r:id="rId68"/>
    <p:sldId id="742" r:id="rId46"/>
    <p:sldId id="773" r:id="rId42"/>
    <p:sldId id="806" r:id="rId55"/>
    <p:sldId id="813" r:id="rId40"/>
    <p:sldId id="399" r:id="rId56"/>
    <p:sldId id="383" r:id="rId57"/>
  </p:sldIdLst>
  <p:sldSz cx="16256000" cy="9144000"/>
  <p:notesSz cx="6858000" cy="91440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8" orient="horz" pos="1134" userDrawn="1">
          <p15:clr>
            <a:srgbClr val="A4A3A4"/>
          </p15:clr>
        </p15:guide>
        <p15:guide id="9" pos="5120">
          <p15:clr>
            <a:srgbClr val="A4A3A4"/>
          </p15:clr>
        </p15:guide>
        <p15:guide id="10" orient="horz"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8D9B16-9901-4A1F-D66F-AAB4C5CEF9D7}" name="Uma Kumari" initials="UK" userId="S::uma.kumari@simplilearn.com::f154a5f4-9073-40a7-83a4-0584e0f34eaa" providerId="AD"/>
  <p188:author id="{862FC623-FA80-6620-6192-671D1513C975}" name="Rashmi Tarkeshwar Singh" initials="RS" userId="S::rashmi.tsingh@simplilearn.com::68a6778a-50ba-49c5-9a37-e67a9d27a7f7" providerId="AD"/>
  <p188:author id="{C5B91275-2E97-4445-A0F9-79660D53D934}" name="Gajendra MS" initials="GM" userId="S::gajendra.ms@simplilearn.com::2fac9be5-0aaf-4a4e-81e3-665d10c1ffa5" providerId="AD"/>
  <p188:author id="{6BA3319B-9681-9657-98CB-4CD1AD00F3BD}" name="Ankit Gupta" initials="AG" userId="S::ankit.gupta@simplilearn.com::9341efab-fd77-4bec-aaf0-b88973f19641" providerId="AD"/>
  <p188:author id="{588C15A7-FF89-C7B7-461C-387FBB64C37C}" name="Aishwarya B" initials="AB" userId="S::aishwarya.b@simplilearn.com::0867edd5-7bf9-49fb-9002-3cb2c79b09e0" providerId="AD"/>
  <p188:author id="{B76F24AE-CEC9-E774-FEE4-1C5E5921F8D4}" name="Anjana Lalitha" initials="AL" userId="S::anjana.lalitha@simplilearn.com::7da6e5b1-f104-4b75-9a49-f3cd2cec10c3" providerId="AD"/>
  <p188:author id="{2217B4E1-9409-F7F9-DCDF-A0141344703A}" name="Roop Kumar" initials="RK" userId="S::roop.kumar@simplilearn.com::ec229fc9-1ae5-4424-ad91-f4b472f033d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E6E7"/>
    <a:srgbClr val="E2E4A4"/>
    <a:srgbClr val="DF9D3D"/>
    <a:srgbClr val="FFFFFF"/>
    <a:srgbClr val="3EADB0"/>
    <a:srgbClr val="848CD8"/>
    <a:srgbClr val="FCD4D4"/>
    <a:srgbClr val="F2D7B0"/>
    <a:srgbClr val="BB7BB3"/>
    <a:srgbClr val="4EB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69775-E948-718A-0C7C-01CB7EF5BC90}" v="12" dt="2025-09-11T11:37:33.857"/>
    <p1510:client id="{44EBDD11-EEA0-3BFF-A2DF-A02CF0AD3267}" v="1" dt="2025-09-11T11:07:04.9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191" autoAdjust="0"/>
  </p:normalViewPr>
  <p:slideViewPr>
    <p:cSldViewPr snapToGrid="0">
      <p:cViewPr varScale="1">
        <p:scale>
          <a:sx n="46" d="100"/>
          <a:sy n="46" d="100"/>
        </p:scale>
        <p:origin x="114" y="66"/>
      </p:cViewPr>
      <p:guideLst>
        <p:guide orient="horz" pos="1134"/>
        <p:guide pos="5120"/>
        <p:guide orient="horz" pos="288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4" Type="http://schemas.openxmlformats.org/officeDocument/2006/relationships/slide" Target="slides/slide7.xml"/><Relationship Id="rId17"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8" Type="http://schemas.openxmlformats.org/officeDocument/2006/relationships/slide" Target="slides/slide14.xml"/><Relationship Id="rId30" Type="http://schemas.openxmlformats.org/officeDocument/2006/relationships/slide" Target="slides/slide15.xml"/><Relationship Id="rId35" Type="http://schemas.openxmlformats.org/officeDocument/2006/relationships/slide" Target="slides/slide16.xml"/><Relationship Id="rId37" Type="http://schemas.openxmlformats.org/officeDocument/2006/relationships/slide" Target="slides/slide18.xml"/><Relationship Id="rId38" Type="http://schemas.openxmlformats.org/officeDocument/2006/relationships/slide" Target="slides/slide13.xml"/><Relationship Id="rId40" Type="http://schemas.openxmlformats.org/officeDocument/2006/relationships/slide" Target="slides/slide24.xml"/><Relationship Id="rId42" Type="http://schemas.openxmlformats.org/officeDocument/2006/relationships/slide" Target="slides/slide22.xml"/><Relationship Id="rId46" Type="http://schemas.openxmlformats.org/officeDocument/2006/relationships/slide" Target="slides/slide21.xml"/><Relationship Id="rId47" Type="http://schemas.openxmlformats.org/officeDocument/2006/relationships/slide" Target="slides/slide17.xml"/><Relationship Id="rId51" Type="http://schemas.openxmlformats.org/officeDocument/2006/relationships/slide" Target="slides/slide19.xml"/><Relationship Id="rId55" Type="http://schemas.openxmlformats.org/officeDocument/2006/relationships/slide" Target="slides/slide23.xml"/><Relationship Id="rId56" Type="http://schemas.openxmlformats.org/officeDocument/2006/relationships/slide" Target="slides/slide25.xml"/><Relationship Id="rId57" Type="http://schemas.openxmlformats.org/officeDocument/2006/relationships/slide" Target="slides/slide26.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tags" Target="tags/tag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6/11/relationships/changesInfo" Target="changesInfos/changesInfo1.xml"/><Relationship Id="rId66" Type="http://schemas.microsoft.com/office/2015/10/relationships/revisionInfo" Target="revisionInfo.xml"/><Relationship Id="rId67" Type="http://schemas.microsoft.com/office/2018/10/relationships/authors" Target="authors.xml"/><Relationship Id="rId68"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Gupta" userId="S::ankit.gupta@simplilearn.com::9341efab-fd77-4bec-aaf0-b88973f19641" providerId="AD" clId="Web-{4ADC40BF-0228-831A-85EB-44B611EC1D93}"/>
    <pc:docChg chg="addSld modSld">
      <pc:chgData name="Ankit Gupta" userId="S::ankit.gupta@simplilearn.com::9341efab-fd77-4bec-aaf0-b88973f19641" providerId="AD" clId="Web-{4ADC40BF-0228-831A-85EB-44B611EC1D93}" dt="2025-07-24T06:27:58.009" v="6" actId="14100"/>
      <pc:docMkLst>
        <pc:docMk/>
      </pc:docMkLst>
      <pc:sldChg chg="addSp delSp modSp">
        <pc:chgData name="Ankit Gupta" userId="S::ankit.gupta@simplilearn.com::9341efab-fd77-4bec-aaf0-b88973f19641" providerId="AD" clId="Web-{4ADC40BF-0228-831A-85EB-44B611EC1D93}" dt="2025-07-24T06:17:21.016" v="5" actId="1076"/>
        <pc:sldMkLst>
          <pc:docMk/>
          <pc:sldMk cId="2169147299" sldId="718"/>
        </pc:sldMkLst>
      </pc:sldChg>
      <pc:sldChg chg="addSp delSp modSp">
        <pc:chgData name="Ankit Gupta" userId="S::ankit.gupta@simplilearn.com::9341efab-fd77-4bec-aaf0-b88973f19641" providerId="AD" clId="Web-{4ADC40BF-0228-831A-85EB-44B611EC1D93}" dt="2025-07-24T06:05:31.332" v="0"/>
        <pc:sldMkLst>
          <pc:docMk/>
          <pc:sldMk cId="3487602707" sldId="726"/>
        </pc:sldMkLst>
      </pc:sldChg>
      <pc:sldChg chg="modSp">
        <pc:chgData name="Ankit Gupta" userId="S::ankit.gupta@simplilearn.com::9341efab-fd77-4bec-aaf0-b88973f19641" providerId="AD" clId="Web-{4ADC40BF-0228-831A-85EB-44B611EC1D93}" dt="2025-07-24T06:27:58.009" v="6" actId="14100"/>
        <pc:sldMkLst>
          <pc:docMk/>
          <pc:sldMk cId="1935596843" sldId="741"/>
        </pc:sldMkLst>
      </pc:sldChg>
      <pc:sldChg chg="add replId">
        <pc:chgData name="Ankit Gupta" userId="S::ankit.gupta@simplilearn.com::9341efab-fd77-4bec-aaf0-b88973f19641" providerId="AD" clId="Web-{4ADC40BF-0228-831A-85EB-44B611EC1D93}" dt="2025-07-24T06:17:03.562" v="1"/>
        <pc:sldMkLst>
          <pc:docMk/>
          <pc:sldMk cId="162640576" sldId="745"/>
        </pc:sldMkLst>
      </pc:sldChg>
    </pc:docChg>
  </pc:docChgLst>
  <pc:docChgLst>
    <pc:chgData name="Ankit Gupta" userId="S::ankit.gupta@simplilearn.com::9341efab-fd77-4bec-aaf0-b88973f19641" providerId="AD" clId="Web-{18369775-E948-718A-0C7C-01CB7EF5BC90}"/>
    <pc:docChg chg="addSld delSld modSld">
      <pc:chgData name="Ankit Gupta" userId="S::ankit.gupta@simplilearn.com::9341efab-fd77-4bec-aaf0-b88973f19641" providerId="AD" clId="Web-{18369775-E948-718A-0C7C-01CB7EF5BC90}" dt="2025-09-11T11:37:33.857" v="10"/>
      <pc:docMkLst>
        <pc:docMk/>
      </pc:docMkLst>
      <pc:sldChg chg="delSp modSp">
        <pc:chgData name="Ankit Gupta" userId="S::ankit.gupta@simplilearn.com::9341efab-fd77-4bec-aaf0-b88973f19641" providerId="AD" clId="Web-{18369775-E948-718A-0C7C-01CB7EF5BC90}" dt="2025-09-11T11:36:57.090" v="8" actId="20577"/>
        <pc:sldMkLst>
          <pc:docMk/>
          <pc:sldMk cId="3100103599" sldId="750"/>
        </pc:sldMkLst>
        <pc:spChg chg="mod">
          <ac:chgData name="Ankit Gupta" userId="S::ankit.gupta@simplilearn.com::9341efab-fd77-4bec-aaf0-b88973f19641" providerId="AD" clId="Web-{18369775-E948-718A-0C7C-01CB7EF5BC90}" dt="2025-09-11T11:36:57.090" v="8" actId="20577"/>
          <ac:spMkLst>
            <pc:docMk/>
            <pc:sldMk cId="3100103599" sldId="750"/>
            <ac:spMk id="3" creationId="{99F44CA0-FB15-F459-8F0E-0FBC00B1A1FF}"/>
          </ac:spMkLst>
        </pc:spChg>
      </pc:sldChg>
      <pc:sldChg chg="mod modShow">
        <pc:chgData name="Ankit Gupta" userId="S::ankit.gupta@simplilearn.com::9341efab-fd77-4bec-aaf0-b88973f19641" providerId="AD" clId="Web-{18369775-E948-718A-0C7C-01CB7EF5BC90}" dt="2025-09-11T11:36:01.870" v="3"/>
        <pc:sldMkLst>
          <pc:docMk/>
          <pc:sldMk cId="24994605" sldId="797"/>
        </pc:sldMkLst>
      </pc:sldChg>
      <pc:sldChg chg="mod modShow">
        <pc:chgData name="Ankit Gupta" userId="S::ankit.gupta@simplilearn.com::9341efab-fd77-4bec-aaf0-b88973f19641" providerId="AD" clId="Web-{18369775-E948-718A-0C7C-01CB7EF5BC90}" dt="2025-09-11T11:36:03.604" v="4"/>
        <pc:sldMkLst>
          <pc:docMk/>
          <pc:sldMk cId="2751835612" sldId="798"/>
        </pc:sldMkLst>
      </pc:sldChg>
      <pc:sldChg chg="mod modShow">
        <pc:chgData name="Ankit Gupta" userId="S::ankit.gupta@simplilearn.com::9341efab-fd77-4bec-aaf0-b88973f19641" providerId="AD" clId="Web-{18369775-E948-718A-0C7C-01CB7EF5BC90}" dt="2025-09-11T11:36:06.198" v="5"/>
        <pc:sldMkLst>
          <pc:docMk/>
          <pc:sldMk cId="1444333437" sldId="799"/>
        </pc:sldMkLst>
      </pc:sldChg>
      <pc:sldChg chg="del">
        <pc:chgData name="Ankit Gupta" userId="S::ankit.gupta@simplilearn.com::9341efab-fd77-4bec-aaf0-b88973f19641" providerId="AD" clId="Web-{18369775-E948-718A-0C7C-01CB7EF5BC90}" dt="2025-09-11T11:37:33.857" v="10"/>
        <pc:sldMkLst>
          <pc:docMk/>
          <pc:sldMk cId="499244249" sldId="807"/>
        </pc:sldMkLst>
      </pc:sldChg>
      <pc:sldChg chg="del">
        <pc:chgData name="Ankit Gupta" userId="S::ankit.gupta@simplilearn.com::9341efab-fd77-4bec-aaf0-b88973f19641" providerId="AD" clId="Web-{18369775-E948-718A-0C7C-01CB7EF5BC90}" dt="2025-09-11T11:37:32.529" v="9"/>
        <pc:sldMkLst>
          <pc:docMk/>
          <pc:sldMk cId="2926999204" sldId="808"/>
        </pc:sldMkLst>
      </pc:sldChg>
      <pc:sldChg chg="add replId">
        <pc:chgData name="Ankit Gupta" userId="S::ankit.gupta@simplilearn.com::9341efab-fd77-4bec-aaf0-b88973f19641" providerId="AD" clId="Web-{18369775-E948-718A-0C7C-01CB7EF5BC90}" dt="2025-09-11T11:35:24.072" v="0"/>
        <pc:sldMkLst>
          <pc:docMk/>
          <pc:sldMk cId="1254295002" sldId="809"/>
        </pc:sldMkLst>
      </pc:sldChg>
      <pc:sldChg chg="add replId">
        <pc:chgData name="Ankit Gupta" userId="S::ankit.gupta@simplilearn.com::9341efab-fd77-4bec-aaf0-b88973f19641" providerId="AD" clId="Web-{18369775-E948-718A-0C7C-01CB7EF5BC90}" dt="2025-09-11T11:35:24.275" v="1"/>
        <pc:sldMkLst>
          <pc:docMk/>
          <pc:sldMk cId="3949778660" sldId="810"/>
        </pc:sldMkLst>
      </pc:sldChg>
      <pc:sldChg chg="add replId">
        <pc:chgData name="Ankit Gupta" userId="S::ankit.gupta@simplilearn.com::9341efab-fd77-4bec-aaf0-b88973f19641" providerId="AD" clId="Web-{18369775-E948-718A-0C7C-01CB7EF5BC90}" dt="2025-09-11T11:35:24.447" v="2"/>
        <pc:sldMkLst>
          <pc:docMk/>
          <pc:sldMk cId="4206824390" sldId="811"/>
        </pc:sldMkLst>
      </pc:sldChg>
    </pc:docChg>
  </pc:docChgLst>
  <pc:docChgLst>
    <pc:chgData name="Rashmi Tarkeshwar Singh" userId="68a6778a-50ba-49c5-9a37-e67a9d27a7f7" providerId="ADAL" clId="{7694EE4E-E3FB-44D3-A27A-62837FA7E508}"/>
    <pc:docChg chg="undo custSel modSld">
      <pc:chgData name="Rashmi Tarkeshwar Singh" userId="68a6778a-50ba-49c5-9a37-e67a9d27a7f7" providerId="ADAL" clId="{7694EE4E-E3FB-44D3-A27A-62837FA7E508}" dt="2025-08-07T06:41:44.564" v="87" actId="20577"/>
      <pc:docMkLst>
        <pc:docMk/>
      </pc:docMkLst>
      <pc:sldChg chg="modSp mod">
        <pc:chgData name="Rashmi Tarkeshwar Singh" userId="68a6778a-50ba-49c5-9a37-e67a9d27a7f7" providerId="ADAL" clId="{7694EE4E-E3FB-44D3-A27A-62837FA7E508}" dt="2025-08-07T06:41:44.564" v="87" actId="20577"/>
        <pc:sldMkLst>
          <pc:docMk/>
          <pc:sldMk cId="2396102663" sldId="378"/>
        </pc:sldMkLst>
      </pc:sldChg>
      <pc:sldChg chg="modSp mod">
        <pc:chgData name="Rashmi Tarkeshwar Singh" userId="68a6778a-50ba-49c5-9a37-e67a9d27a7f7" providerId="ADAL" clId="{7694EE4E-E3FB-44D3-A27A-62837FA7E508}" dt="2025-08-07T06:04:10.830" v="1" actId="14100"/>
        <pc:sldMkLst>
          <pc:docMk/>
          <pc:sldMk cId="1109232934" sldId="390"/>
        </pc:sldMkLst>
      </pc:sldChg>
      <pc:sldChg chg="modSp mod">
        <pc:chgData name="Rashmi Tarkeshwar Singh" userId="68a6778a-50ba-49c5-9a37-e67a9d27a7f7" providerId="ADAL" clId="{7694EE4E-E3FB-44D3-A27A-62837FA7E508}" dt="2025-08-07T06:06:35.063" v="11" actId="20577"/>
        <pc:sldMkLst>
          <pc:docMk/>
          <pc:sldMk cId="2803584884" sldId="406"/>
        </pc:sldMkLst>
      </pc:sldChg>
      <pc:sldChg chg="modSp mod">
        <pc:chgData name="Rashmi Tarkeshwar Singh" userId="68a6778a-50ba-49c5-9a37-e67a9d27a7f7" providerId="ADAL" clId="{7694EE4E-E3FB-44D3-A27A-62837FA7E508}" dt="2025-08-07T06:11:50.160" v="23" actId="1036"/>
        <pc:sldMkLst>
          <pc:docMk/>
          <pc:sldMk cId="207630026" sldId="668"/>
        </pc:sldMkLst>
      </pc:sldChg>
      <pc:sldChg chg="modSp mod">
        <pc:chgData name="Rashmi Tarkeshwar Singh" userId="68a6778a-50ba-49c5-9a37-e67a9d27a7f7" providerId="ADAL" clId="{7694EE4E-E3FB-44D3-A27A-62837FA7E508}" dt="2025-08-07T06:28:47.761" v="72" actId="20577"/>
        <pc:sldMkLst>
          <pc:docMk/>
          <pc:sldMk cId="4262009649" sldId="676"/>
        </pc:sldMkLst>
      </pc:sldChg>
      <pc:sldChg chg="modSp mod">
        <pc:chgData name="Rashmi Tarkeshwar Singh" userId="68a6778a-50ba-49c5-9a37-e67a9d27a7f7" providerId="ADAL" clId="{7694EE4E-E3FB-44D3-A27A-62837FA7E508}" dt="2025-08-07T06:10:26.852" v="18" actId="20577"/>
        <pc:sldMkLst>
          <pc:docMk/>
          <pc:sldMk cId="604728522" sldId="720"/>
        </pc:sldMkLst>
      </pc:sldChg>
      <pc:sldChg chg="modSp mod">
        <pc:chgData name="Rashmi Tarkeshwar Singh" userId="68a6778a-50ba-49c5-9a37-e67a9d27a7f7" providerId="ADAL" clId="{7694EE4E-E3FB-44D3-A27A-62837FA7E508}" dt="2025-08-07T06:09:23.127" v="14" actId="20577"/>
        <pc:sldMkLst>
          <pc:docMk/>
          <pc:sldMk cId="916311908" sldId="722"/>
        </pc:sldMkLst>
      </pc:sldChg>
      <pc:sldChg chg="modSp mod">
        <pc:chgData name="Rashmi Tarkeshwar Singh" userId="68a6778a-50ba-49c5-9a37-e67a9d27a7f7" providerId="ADAL" clId="{7694EE4E-E3FB-44D3-A27A-62837FA7E508}" dt="2025-08-07T06:18:11.579" v="35" actId="20577"/>
        <pc:sldMkLst>
          <pc:docMk/>
          <pc:sldMk cId="1064047565" sldId="725"/>
        </pc:sldMkLst>
      </pc:sldChg>
      <pc:sldChg chg="modSp mod">
        <pc:chgData name="Rashmi Tarkeshwar Singh" userId="68a6778a-50ba-49c5-9a37-e67a9d27a7f7" providerId="ADAL" clId="{7694EE4E-E3FB-44D3-A27A-62837FA7E508}" dt="2025-08-07T06:26:33.106" v="59" actId="20577"/>
        <pc:sldMkLst>
          <pc:docMk/>
          <pc:sldMk cId="2941162691" sldId="728"/>
        </pc:sldMkLst>
      </pc:sldChg>
      <pc:sldChg chg="modSp mod">
        <pc:chgData name="Rashmi Tarkeshwar Singh" userId="68a6778a-50ba-49c5-9a37-e67a9d27a7f7" providerId="ADAL" clId="{7694EE4E-E3FB-44D3-A27A-62837FA7E508}" dt="2025-08-07T06:28:12.454" v="70" actId="255"/>
        <pc:sldMkLst>
          <pc:docMk/>
          <pc:sldMk cId="2790670616" sldId="747"/>
        </pc:sldMkLst>
      </pc:sldChg>
      <pc:sldChg chg="modSp mod">
        <pc:chgData name="Rashmi Tarkeshwar Singh" userId="68a6778a-50ba-49c5-9a37-e67a9d27a7f7" providerId="ADAL" clId="{7694EE4E-E3FB-44D3-A27A-62837FA7E508}" dt="2025-08-07T06:37:58.513" v="83" actId="20577"/>
        <pc:sldMkLst>
          <pc:docMk/>
          <pc:sldMk cId="1810236512" sldId="751"/>
        </pc:sldMkLst>
      </pc:sldChg>
      <pc:sldChg chg="modSp mod">
        <pc:chgData name="Rashmi Tarkeshwar Singh" userId="68a6778a-50ba-49c5-9a37-e67a9d27a7f7" providerId="ADAL" clId="{7694EE4E-E3FB-44D3-A27A-62837FA7E508}" dt="2025-08-07T06:32:14.776" v="75" actId="20577"/>
        <pc:sldMkLst>
          <pc:docMk/>
          <pc:sldMk cId="2564277897" sldId="760"/>
        </pc:sldMkLst>
      </pc:sldChg>
      <pc:sldChg chg="modSp mod">
        <pc:chgData name="Rashmi Tarkeshwar Singh" userId="68a6778a-50ba-49c5-9a37-e67a9d27a7f7" providerId="ADAL" clId="{7694EE4E-E3FB-44D3-A27A-62837FA7E508}" dt="2025-08-07T06:19:54.062" v="39" actId="20577"/>
        <pc:sldMkLst>
          <pc:docMk/>
          <pc:sldMk cId="1427205197" sldId="771"/>
        </pc:sldMkLst>
      </pc:sldChg>
      <pc:sldChg chg="modSp mod">
        <pc:chgData name="Rashmi Tarkeshwar Singh" userId="68a6778a-50ba-49c5-9a37-e67a9d27a7f7" providerId="ADAL" clId="{7694EE4E-E3FB-44D3-A27A-62837FA7E508}" dt="2025-08-07T06:25:27.334" v="51" actId="1037"/>
        <pc:sldMkLst>
          <pc:docMk/>
          <pc:sldMk cId="1903435486" sldId="772"/>
        </pc:sldMkLst>
      </pc:sldChg>
    </pc:docChg>
  </pc:docChgLst>
  <pc:docChgLst>
    <pc:chgData name="Vivek Singh" userId="c68ea14e-6d0d-471c-9eea-973d333809dc" providerId="ADAL" clId="{D46D7A17-7DD9-4762-B570-B361172CE3A4}"/>
    <pc:docChg chg="custSel modSld">
      <pc:chgData name="Vivek Singh" userId="c68ea14e-6d0d-471c-9eea-973d333809dc" providerId="ADAL" clId="{D46D7A17-7DD9-4762-B570-B361172CE3A4}" dt="2025-09-25T08:56:55.996" v="24"/>
      <pc:docMkLst>
        <pc:docMk/>
      </pc:docMkLst>
      <pc:sldChg chg="addSp delSp modSp mod">
        <pc:chgData name="Vivek Singh" userId="c68ea14e-6d0d-471c-9eea-973d333809dc" providerId="ADAL" clId="{D46D7A17-7DD9-4762-B570-B361172CE3A4}" dt="2025-09-25T08:56:55.996" v="24"/>
        <pc:sldMkLst>
          <pc:docMk/>
          <pc:sldMk cId="877298006" sldId="805"/>
        </pc:sldMkLst>
        <pc:spChg chg="mod">
          <ac:chgData name="Vivek Singh" userId="c68ea14e-6d0d-471c-9eea-973d333809dc" providerId="ADAL" clId="{D46D7A17-7DD9-4762-B570-B361172CE3A4}" dt="2025-09-25T08:56:47.655" v="7" actId="20577"/>
          <ac:spMkLst>
            <pc:docMk/>
            <pc:sldMk cId="877298006" sldId="805"/>
            <ac:spMk id="3" creationId="{0FD042BB-0BC5-275A-DD74-38AED83B7A74}"/>
          </ac:spMkLst>
        </pc:spChg>
        <pc:spChg chg="mod">
          <ac:chgData name="Vivek Singh" userId="c68ea14e-6d0d-471c-9eea-973d333809dc" providerId="ADAL" clId="{D46D7A17-7DD9-4762-B570-B361172CE3A4}" dt="2025-09-25T08:56:55.992" v="22"/>
          <ac:spMkLst>
            <pc:docMk/>
            <pc:sldMk cId="877298006" sldId="805"/>
            <ac:spMk id="4" creationId="{8262B389-622E-0406-E655-2AAFC11522D2}"/>
          </ac:spMkLst>
        </pc:spChg>
      </pc:sldChg>
    </pc:docChg>
  </pc:docChgLst>
  <pc:docChgLst>
    <pc:chgData name="Ankit Gupta" userId="S::ankit.gupta@simplilearn.com::9341efab-fd77-4bec-aaf0-b88973f19641" providerId="AD" clId="Web-{AD644998-E374-CEDF-4891-AADD4633C82D}"/>
    <pc:docChg chg="modSld">
      <pc:chgData name="Ankit Gupta" userId="S::ankit.gupta@simplilearn.com::9341efab-fd77-4bec-aaf0-b88973f19641" providerId="AD" clId="Web-{AD644998-E374-CEDF-4891-AADD4633C82D}" dt="2025-07-31T07:02:23.790" v="7" actId="20577"/>
      <pc:docMkLst>
        <pc:docMk/>
      </pc:docMkLst>
      <pc:sldChg chg="modSp">
        <pc:chgData name="Ankit Gupta" userId="S::ankit.gupta@simplilearn.com::9341efab-fd77-4bec-aaf0-b88973f19641" providerId="AD" clId="Web-{AD644998-E374-CEDF-4891-AADD4633C82D}" dt="2025-07-31T07:02:23.790" v="7" actId="20577"/>
        <pc:sldMkLst>
          <pc:docMk/>
          <pc:sldMk cId="1272999391" sldId="754"/>
        </pc:sldMkLst>
      </pc:sldChg>
    </pc:docChg>
  </pc:docChgLst>
  <pc:docChgLst>
    <pc:chgData name="Aishwarya B" userId="0867edd5-7bf9-49fb-9002-3cb2c79b09e0" providerId="ADAL" clId="{0D7CAC4B-E8F5-4670-85A6-F98D055E859A}"/>
    <pc:docChg chg="undo redo custSel modSld">
      <pc:chgData name="Aishwarya B" userId="0867edd5-7bf9-49fb-9002-3cb2c79b09e0" providerId="ADAL" clId="{0D7CAC4B-E8F5-4670-85A6-F98D055E859A}" dt="2025-08-06T09:47:29.317" v="203" actId="20577"/>
      <pc:docMkLst>
        <pc:docMk/>
      </pc:docMkLst>
      <pc:sldChg chg="modSp mod">
        <pc:chgData name="Aishwarya B" userId="0867edd5-7bf9-49fb-9002-3cb2c79b09e0" providerId="ADAL" clId="{0D7CAC4B-E8F5-4670-85A6-F98D055E859A}" dt="2025-07-31T13:18:51.358" v="58" actId="947"/>
        <pc:sldMkLst>
          <pc:docMk/>
          <pc:sldMk cId="2785395732" sldId="290"/>
        </pc:sldMkLst>
      </pc:sldChg>
      <pc:sldChg chg="modSp mod">
        <pc:chgData name="Aishwarya B" userId="0867edd5-7bf9-49fb-9002-3cb2c79b09e0" providerId="ADAL" clId="{0D7CAC4B-E8F5-4670-85A6-F98D055E859A}" dt="2025-08-06T09:47:29.317" v="203" actId="20577"/>
        <pc:sldMkLst>
          <pc:docMk/>
          <pc:sldMk cId="2396102663" sldId="378"/>
        </pc:sldMkLst>
      </pc:sldChg>
      <pc:sldChg chg="modSp mod">
        <pc:chgData name="Aishwarya B" userId="0867edd5-7bf9-49fb-9002-3cb2c79b09e0" providerId="ADAL" clId="{0D7CAC4B-E8F5-4670-85A6-F98D055E859A}" dt="2025-08-06T07:12:35.505" v="109" actId="14100"/>
        <pc:sldMkLst>
          <pc:docMk/>
          <pc:sldMk cId="1109232934" sldId="390"/>
        </pc:sldMkLst>
      </pc:sldChg>
      <pc:sldChg chg="modSp mod">
        <pc:chgData name="Aishwarya B" userId="0867edd5-7bf9-49fb-9002-3cb2c79b09e0" providerId="ADAL" clId="{0D7CAC4B-E8F5-4670-85A6-F98D055E859A}" dt="2025-07-31T11:57:22.655" v="38" actId="20577"/>
        <pc:sldMkLst>
          <pc:docMk/>
          <pc:sldMk cId="357562796" sldId="403"/>
        </pc:sldMkLst>
      </pc:sldChg>
      <pc:sldChg chg="modSp mod">
        <pc:chgData name="Aishwarya B" userId="0867edd5-7bf9-49fb-9002-3cb2c79b09e0" providerId="ADAL" clId="{0D7CAC4B-E8F5-4670-85A6-F98D055E859A}" dt="2025-07-31T12:02:18.361" v="42" actId="242"/>
        <pc:sldMkLst>
          <pc:docMk/>
          <pc:sldMk cId="2803584884" sldId="406"/>
        </pc:sldMkLst>
      </pc:sldChg>
      <pc:sldChg chg="modSp mod">
        <pc:chgData name="Aishwarya B" userId="0867edd5-7bf9-49fb-9002-3cb2c79b09e0" providerId="ADAL" clId="{0D7CAC4B-E8F5-4670-85A6-F98D055E859A}" dt="2025-08-06T09:43:46.359" v="197" actId="20577"/>
        <pc:sldMkLst>
          <pc:docMk/>
          <pc:sldMk cId="1811166724" sldId="673"/>
        </pc:sldMkLst>
      </pc:sldChg>
      <pc:sldChg chg="modSp mod">
        <pc:chgData name="Aishwarya B" userId="0867edd5-7bf9-49fb-9002-3cb2c79b09e0" providerId="ADAL" clId="{0D7CAC4B-E8F5-4670-85A6-F98D055E859A}" dt="2025-08-01T09:47:19.157" v="72" actId="12788"/>
        <pc:sldMkLst>
          <pc:docMk/>
          <pc:sldMk cId="2690170284" sldId="712"/>
        </pc:sldMkLst>
      </pc:sldChg>
      <pc:sldChg chg="addSp delSp modSp mod">
        <pc:chgData name="Aishwarya B" userId="0867edd5-7bf9-49fb-9002-3cb2c79b09e0" providerId="ADAL" clId="{0D7CAC4B-E8F5-4670-85A6-F98D055E859A}" dt="2025-08-06T09:41:17.549" v="186" actId="1036"/>
        <pc:sldMkLst>
          <pc:docMk/>
          <pc:sldMk cId="604728522" sldId="720"/>
        </pc:sldMkLst>
      </pc:sldChg>
      <pc:sldChg chg="modNotesTx">
        <pc:chgData name="Aishwarya B" userId="0867edd5-7bf9-49fb-9002-3cb2c79b09e0" providerId="ADAL" clId="{0D7CAC4B-E8F5-4670-85A6-F98D055E859A}" dt="2025-08-06T07:14:20.623" v="110" actId="20577"/>
        <pc:sldMkLst>
          <pc:docMk/>
          <pc:sldMk cId="916311908" sldId="722"/>
        </pc:sldMkLst>
      </pc:sldChg>
      <pc:sldChg chg="modSp mod">
        <pc:chgData name="Aishwarya B" userId="0867edd5-7bf9-49fb-9002-3cb2c79b09e0" providerId="ADAL" clId="{0D7CAC4B-E8F5-4670-85A6-F98D055E859A}" dt="2025-07-31T13:01:54.498" v="49" actId="14100"/>
        <pc:sldMkLst>
          <pc:docMk/>
          <pc:sldMk cId="3124470153" sldId="723"/>
        </pc:sldMkLst>
      </pc:sldChg>
      <pc:sldChg chg="modSp mod">
        <pc:chgData name="Aishwarya B" userId="0867edd5-7bf9-49fb-9002-3cb2c79b09e0" providerId="ADAL" clId="{0D7CAC4B-E8F5-4670-85A6-F98D055E859A}" dt="2025-08-01T10:00:05.208" v="78" actId="14100"/>
        <pc:sldMkLst>
          <pc:docMk/>
          <pc:sldMk cId="1064047565" sldId="725"/>
        </pc:sldMkLst>
      </pc:sldChg>
      <pc:sldChg chg="delSp modSp mod">
        <pc:chgData name="Aishwarya B" userId="0867edd5-7bf9-49fb-9002-3cb2c79b09e0" providerId="ADAL" clId="{0D7CAC4B-E8F5-4670-85A6-F98D055E859A}" dt="2025-08-01T07:17:34.839" v="71" actId="1076"/>
        <pc:sldMkLst>
          <pc:docMk/>
          <pc:sldMk cId="933260608" sldId="745"/>
        </pc:sldMkLst>
      </pc:sldChg>
      <pc:sldChg chg="modSp mod">
        <pc:chgData name="Aishwarya B" userId="0867edd5-7bf9-49fb-9002-3cb2c79b09e0" providerId="ADAL" clId="{0D7CAC4B-E8F5-4670-85A6-F98D055E859A}" dt="2025-08-03T19:05:30.271" v="92" actId="242"/>
        <pc:sldMkLst>
          <pc:docMk/>
          <pc:sldMk cId="1810236512" sldId="751"/>
        </pc:sldMkLst>
      </pc:sldChg>
      <pc:sldChg chg="modSp mod">
        <pc:chgData name="Aishwarya B" userId="0867edd5-7bf9-49fb-9002-3cb2c79b09e0" providerId="ADAL" clId="{0D7CAC4B-E8F5-4670-85A6-F98D055E859A}" dt="2025-08-03T19:06:15.015" v="99" actId="12788"/>
        <pc:sldMkLst>
          <pc:docMk/>
          <pc:sldMk cId="719801794" sldId="752"/>
        </pc:sldMkLst>
      </pc:sldChg>
      <pc:sldChg chg="modSp mod">
        <pc:chgData name="Aishwarya B" userId="0867edd5-7bf9-49fb-9002-3cb2c79b09e0" providerId="ADAL" clId="{0D7CAC4B-E8F5-4670-85A6-F98D055E859A}" dt="2025-08-03T19:06:42.939" v="103" actId="12788"/>
        <pc:sldMkLst>
          <pc:docMk/>
          <pc:sldMk cId="3219797329" sldId="753"/>
        </pc:sldMkLst>
      </pc:sldChg>
      <pc:sldChg chg="modSp mod">
        <pc:chgData name="Aishwarya B" userId="0867edd5-7bf9-49fb-9002-3cb2c79b09e0" providerId="ADAL" clId="{0D7CAC4B-E8F5-4670-85A6-F98D055E859A}" dt="2025-08-03T19:06:59.783" v="108" actId="242"/>
        <pc:sldMkLst>
          <pc:docMk/>
          <pc:sldMk cId="1272999391" sldId="754"/>
        </pc:sldMkLst>
      </pc:sldChg>
      <pc:sldChg chg="modSp mod">
        <pc:chgData name="Aishwarya B" userId="0867edd5-7bf9-49fb-9002-3cb2c79b09e0" providerId="ADAL" clId="{0D7CAC4B-E8F5-4670-85A6-F98D055E859A}" dt="2025-07-31T09:15:59.732" v="16" actId="20577"/>
        <pc:sldMkLst>
          <pc:docMk/>
          <pc:sldMk cId="4181160072" sldId="757"/>
        </pc:sldMkLst>
      </pc:sldChg>
      <pc:sldChg chg="modSp mod">
        <pc:chgData name="Aishwarya B" userId="0867edd5-7bf9-49fb-9002-3cb2c79b09e0" providerId="ADAL" clId="{0D7CAC4B-E8F5-4670-85A6-F98D055E859A}" dt="2025-08-03T19:04:35.458" v="86" actId="255"/>
        <pc:sldMkLst>
          <pc:docMk/>
          <pc:sldMk cId="2564277897" sldId="760"/>
        </pc:sldMkLst>
      </pc:sldChg>
      <pc:sldChg chg="modSp mod">
        <pc:chgData name="Aishwarya B" userId="0867edd5-7bf9-49fb-9002-3cb2c79b09e0" providerId="ADAL" clId="{0D7CAC4B-E8F5-4670-85A6-F98D055E859A}" dt="2025-08-06T09:42:13.925" v="190" actId="255"/>
        <pc:sldMkLst>
          <pc:docMk/>
          <pc:sldMk cId="819758384" sldId="764"/>
        </pc:sldMkLst>
      </pc:sldChg>
      <pc:sldChg chg="modSp mod">
        <pc:chgData name="Aishwarya B" userId="0867edd5-7bf9-49fb-9002-3cb2c79b09e0" providerId="ADAL" clId="{0D7CAC4B-E8F5-4670-85A6-F98D055E859A}" dt="2025-08-06T09:42:34.885" v="192" actId="255"/>
        <pc:sldMkLst>
          <pc:docMk/>
          <pc:sldMk cId="3543166900" sldId="765"/>
        </pc:sldMkLst>
      </pc:sldChg>
      <pc:sldChg chg="modSp mod">
        <pc:chgData name="Aishwarya B" userId="0867edd5-7bf9-49fb-9002-3cb2c79b09e0" providerId="ADAL" clId="{0D7CAC4B-E8F5-4670-85A6-F98D055E859A}" dt="2025-08-06T09:38:05.142" v="139"/>
        <pc:sldMkLst>
          <pc:docMk/>
          <pc:sldMk cId="778631582" sldId="768"/>
        </pc:sldMkLst>
      </pc:sldChg>
      <pc:sldChg chg="addSp delSp modSp mod">
        <pc:chgData name="Aishwarya B" userId="0867edd5-7bf9-49fb-9002-3cb2c79b09e0" providerId="ADAL" clId="{0D7CAC4B-E8F5-4670-85A6-F98D055E859A}" dt="2025-08-06T09:41:18.039" v="188" actId="255"/>
        <pc:sldMkLst>
          <pc:docMk/>
          <pc:sldMk cId="444140894" sldId="769"/>
        </pc:sldMkLst>
      </pc:sldChg>
    </pc:docChg>
  </pc:docChgLst>
  <pc:docChgLst>
    <pc:chgData name="Ankit Gupta" userId="9341efab-fd77-4bec-aaf0-b88973f19641" providerId="ADAL" clId="{22EF3611-16CB-40FF-A039-695EC76ADC80}"/>
    <pc:docChg chg="custSel delSld modSld">
      <pc:chgData name="Ankit Gupta" userId="9341efab-fd77-4bec-aaf0-b88973f19641" providerId="ADAL" clId="{22EF3611-16CB-40FF-A039-695EC76ADC80}" dt="2025-09-11T11:46:39.086" v="247" actId="20577"/>
      <pc:docMkLst>
        <pc:docMk/>
      </pc:docMkLst>
      <pc:sldChg chg="del">
        <pc:chgData name="Ankit Gupta" userId="9341efab-fd77-4bec-aaf0-b88973f19641" providerId="ADAL" clId="{22EF3611-16CB-40FF-A039-695EC76ADC80}" dt="2025-09-11T11:40:05.397" v="0" actId="47"/>
        <pc:sldMkLst>
          <pc:docMk/>
          <pc:sldMk cId="24994605" sldId="797"/>
        </pc:sldMkLst>
      </pc:sldChg>
      <pc:sldChg chg="del">
        <pc:chgData name="Ankit Gupta" userId="9341efab-fd77-4bec-aaf0-b88973f19641" providerId="ADAL" clId="{22EF3611-16CB-40FF-A039-695EC76ADC80}" dt="2025-09-11T11:40:06.527" v="1" actId="47"/>
        <pc:sldMkLst>
          <pc:docMk/>
          <pc:sldMk cId="2751835612" sldId="798"/>
        </pc:sldMkLst>
      </pc:sldChg>
      <pc:sldChg chg="del">
        <pc:chgData name="Ankit Gupta" userId="9341efab-fd77-4bec-aaf0-b88973f19641" providerId="ADAL" clId="{22EF3611-16CB-40FF-A039-695EC76ADC80}" dt="2025-09-11T11:40:07.755" v="2" actId="47"/>
        <pc:sldMkLst>
          <pc:docMk/>
          <pc:sldMk cId="1444333437" sldId="799"/>
        </pc:sldMkLst>
      </pc:sldChg>
      <pc:sldChg chg="modNotesTx">
        <pc:chgData name="Ankit Gupta" userId="9341efab-fd77-4bec-aaf0-b88973f19641" providerId="ADAL" clId="{22EF3611-16CB-40FF-A039-695EC76ADC80}" dt="2025-09-11T11:46:39.086" v="247" actId="20577"/>
        <pc:sldMkLst>
          <pc:docMk/>
          <pc:sldMk cId="4206824390" sldId="811"/>
        </pc:sldMkLst>
      </pc:sldChg>
    </pc:docChg>
  </pc:docChgLst>
  <pc:docChgLst>
    <pc:chgData name="Ankit Gupta" userId="S::ankit.gupta@simplilearn.com::9341efab-fd77-4bec-aaf0-b88973f19641" providerId="AD" clId="Web-{41CBE966-5C65-CB4F-252B-521C99408FC3}"/>
    <pc:docChg chg="addSld delSld modSld">
      <pc:chgData name="Ankit Gupta" userId="S::ankit.gupta@simplilearn.com::9341efab-fd77-4bec-aaf0-b88973f19641" providerId="AD" clId="Web-{41CBE966-5C65-CB4F-252B-521C99408FC3}" dt="2025-09-03T11:35:00.004" v="61" actId="20577"/>
      <pc:docMkLst>
        <pc:docMk/>
      </pc:docMkLst>
      <pc:sldChg chg="modSp add replId">
        <pc:chgData name="Ankit Gupta" userId="S::ankit.gupta@simplilearn.com::9341efab-fd77-4bec-aaf0-b88973f19641" providerId="AD" clId="Web-{41CBE966-5C65-CB4F-252B-521C99408FC3}" dt="2025-09-03T11:35:00.004" v="61" actId="20577"/>
        <pc:sldMkLst>
          <pc:docMk/>
          <pc:sldMk cId="499244249" sldId="807"/>
        </pc:sldMkLst>
      </pc:sldChg>
      <pc:sldChg chg="addSp delSp modSp add del replId">
        <pc:chgData name="Ankit Gupta" userId="S::ankit.gupta@simplilearn.com::9341efab-fd77-4bec-aaf0-b88973f19641" providerId="AD" clId="Web-{41CBE966-5C65-CB4F-252B-521C99408FC3}" dt="2025-09-03T11:34:42.425" v="43"/>
        <pc:sldMkLst>
          <pc:docMk/>
          <pc:sldMk cId="2089536295" sldId="807"/>
        </pc:sldMkLst>
      </pc:sldChg>
    </pc:docChg>
  </pc:docChgLst>
  <pc:docChgLst>
    <pc:chgData name="Ankit Gupta" userId="9341efab-fd77-4bec-aaf0-b88973f19641" providerId="ADAL" clId="{AD19694D-E792-4038-A15F-B6FFFEBFBF92}"/>
    <pc:docChg chg="undo redo custSel addSld delSld modSld sldOrd">
      <pc:chgData name="Ankit Gupta" userId="9341efab-fd77-4bec-aaf0-b88973f19641" providerId="ADAL" clId="{AD19694D-E792-4038-A15F-B6FFFEBFBF92}" dt="2025-07-29T13:27:19.396" v="18011" actId="20577"/>
      <pc:docMkLst>
        <pc:docMk/>
      </pc:docMkLst>
      <pc:sldChg chg="modNotesTx">
        <pc:chgData name="Ankit Gupta" userId="9341efab-fd77-4bec-aaf0-b88973f19641" providerId="ADAL" clId="{AD19694D-E792-4038-A15F-B6FFFEBFBF92}" dt="2025-07-29T12:16:49.112" v="16117" actId="20577"/>
        <pc:sldMkLst>
          <pc:docMk/>
          <pc:sldMk cId="1070346001" sldId="262"/>
        </pc:sldMkLst>
      </pc:sldChg>
      <pc:sldChg chg="del">
        <pc:chgData name="Ankit Gupta" userId="9341efab-fd77-4bec-aaf0-b88973f19641" providerId="ADAL" clId="{AD19694D-E792-4038-A15F-B6FFFEBFBF92}" dt="2025-07-22T10:05:49.035" v="3809" actId="47"/>
        <pc:sldMkLst>
          <pc:docMk/>
          <pc:sldMk cId="2036620006" sldId="277"/>
        </pc:sldMkLst>
      </pc:sldChg>
      <pc:sldChg chg="addSp delSp modSp add mod modAnim modNotesTx">
        <pc:chgData name="Ankit Gupta" userId="9341efab-fd77-4bec-aaf0-b88973f19641" providerId="ADAL" clId="{AD19694D-E792-4038-A15F-B6FFFEBFBF92}" dt="2025-07-29T12:26:23.223" v="16705" actId="20577"/>
        <pc:sldMkLst>
          <pc:docMk/>
          <pc:sldMk cId="2785395732" sldId="290"/>
        </pc:sldMkLst>
      </pc:sldChg>
      <pc:sldChg chg="modSp mod modNotesTx">
        <pc:chgData name="Ankit Gupta" userId="9341efab-fd77-4bec-aaf0-b88973f19641" providerId="ADAL" clId="{AD19694D-E792-4038-A15F-B6FFFEBFBF92}" dt="2025-07-29T13:03:21.356" v="17825" actId="20577"/>
        <pc:sldMkLst>
          <pc:docMk/>
          <pc:sldMk cId="2396102663" sldId="378"/>
        </pc:sldMkLst>
      </pc:sldChg>
      <pc:sldChg chg="modSp mod modNotesTx">
        <pc:chgData name="Ankit Gupta" userId="9341efab-fd77-4bec-aaf0-b88973f19641" providerId="ADAL" clId="{AD19694D-E792-4038-A15F-B6FFFEBFBF92}" dt="2025-07-29T13:03:55.435" v="17883" actId="20577"/>
        <pc:sldMkLst>
          <pc:docMk/>
          <pc:sldMk cId="2734539806" sldId="379"/>
        </pc:sldMkLst>
      </pc:sldChg>
      <pc:sldChg chg="add del">
        <pc:chgData name="Ankit Gupta" userId="9341efab-fd77-4bec-aaf0-b88973f19641" providerId="ADAL" clId="{AD19694D-E792-4038-A15F-B6FFFEBFBF92}" dt="2025-07-28T12:25:46.414" v="12908" actId="47"/>
        <pc:sldMkLst>
          <pc:docMk/>
          <pc:sldMk cId="4089060999" sldId="381"/>
        </pc:sldMkLst>
      </pc:sldChg>
      <pc:sldChg chg="modSp mod">
        <pc:chgData name="Ankit Gupta" userId="9341efab-fd77-4bec-aaf0-b88973f19641" providerId="ADAL" clId="{AD19694D-E792-4038-A15F-B6FFFEBFBF92}" dt="2025-07-29T13:07:16.430" v="17899" actId="20577"/>
        <pc:sldMkLst>
          <pc:docMk/>
          <pc:sldMk cId="710290067" sldId="385"/>
        </pc:sldMkLst>
      </pc:sldChg>
      <pc:sldChg chg="modSp mod">
        <pc:chgData name="Ankit Gupta" userId="9341efab-fd77-4bec-aaf0-b88973f19641" providerId="ADAL" clId="{AD19694D-E792-4038-A15F-B6FFFEBFBF92}" dt="2025-07-29T13:21:07.030" v="17939"/>
        <pc:sldMkLst>
          <pc:docMk/>
          <pc:sldMk cId="1109232934" sldId="390"/>
        </pc:sldMkLst>
      </pc:sldChg>
      <pc:sldChg chg="modSp mod modNotesTx">
        <pc:chgData name="Ankit Gupta" userId="9341efab-fd77-4bec-aaf0-b88973f19641" providerId="ADAL" clId="{AD19694D-E792-4038-A15F-B6FFFEBFBF92}" dt="2025-07-29T12:28:22.053" v="16929" actId="20577"/>
        <pc:sldMkLst>
          <pc:docMk/>
          <pc:sldMk cId="1331790163" sldId="391"/>
        </pc:sldMkLst>
      </pc:sldChg>
      <pc:sldChg chg="del">
        <pc:chgData name="Ankit Gupta" userId="9341efab-fd77-4bec-aaf0-b88973f19641" providerId="ADAL" clId="{AD19694D-E792-4038-A15F-B6FFFEBFBF92}" dt="2025-07-28T12:27:04.063" v="12909" actId="47"/>
        <pc:sldMkLst>
          <pc:docMk/>
          <pc:sldMk cId="2475413167" sldId="392"/>
        </pc:sldMkLst>
      </pc:sldChg>
      <pc:sldChg chg="modSp del mod">
        <pc:chgData name="Ankit Gupta" userId="9341efab-fd77-4bec-aaf0-b88973f19641" providerId="ADAL" clId="{AD19694D-E792-4038-A15F-B6FFFEBFBF92}" dt="2025-07-29T10:55:04.551" v="16018" actId="47"/>
        <pc:sldMkLst>
          <pc:docMk/>
          <pc:sldMk cId="102420538" sldId="393"/>
        </pc:sldMkLst>
      </pc:sldChg>
      <pc:sldChg chg="del">
        <pc:chgData name="Ankit Gupta" userId="9341efab-fd77-4bec-aaf0-b88973f19641" providerId="ADAL" clId="{AD19694D-E792-4038-A15F-B6FFFEBFBF92}" dt="2025-07-28T12:27:07.683" v="12910" actId="47"/>
        <pc:sldMkLst>
          <pc:docMk/>
          <pc:sldMk cId="1961131051" sldId="395"/>
        </pc:sldMkLst>
      </pc:sldChg>
      <pc:sldChg chg="modSp mod">
        <pc:chgData name="Ankit Gupta" userId="9341efab-fd77-4bec-aaf0-b88973f19641" providerId="ADAL" clId="{AD19694D-E792-4038-A15F-B6FFFEBFBF92}" dt="2025-07-29T06:27:02.852" v="13581" actId="1076"/>
        <pc:sldMkLst>
          <pc:docMk/>
          <pc:sldMk cId="2875627939" sldId="399"/>
        </pc:sldMkLst>
      </pc:sldChg>
      <pc:sldChg chg="del">
        <pc:chgData name="Ankit Gupta" userId="9341efab-fd77-4bec-aaf0-b88973f19641" providerId="ADAL" clId="{AD19694D-E792-4038-A15F-B6FFFEBFBF92}" dt="2025-07-28T12:29:34.580" v="12913" actId="47"/>
        <pc:sldMkLst>
          <pc:docMk/>
          <pc:sldMk cId="582592028" sldId="400"/>
        </pc:sldMkLst>
      </pc:sldChg>
      <pc:sldChg chg="del">
        <pc:chgData name="Ankit Gupta" userId="9341efab-fd77-4bec-aaf0-b88973f19641" providerId="ADAL" clId="{AD19694D-E792-4038-A15F-B6FFFEBFBF92}" dt="2025-07-28T12:27:08.546" v="12911" actId="47"/>
        <pc:sldMkLst>
          <pc:docMk/>
          <pc:sldMk cId="3881904250" sldId="401"/>
        </pc:sldMkLst>
      </pc:sldChg>
      <pc:sldChg chg="del">
        <pc:chgData name="Ankit Gupta" userId="9341efab-fd77-4bec-aaf0-b88973f19641" providerId="ADAL" clId="{AD19694D-E792-4038-A15F-B6FFFEBFBF92}" dt="2025-07-28T12:27:16.014" v="12912" actId="47"/>
        <pc:sldMkLst>
          <pc:docMk/>
          <pc:sldMk cId="452364699" sldId="402"/>
        </pc:sldMkLst>
      </pc:sldChg>
      <pc:sldChg chg="addSp delSp modSp mod modNotesTx">
        <pc:chgData name="Ankit Gupta" userId="9341efab-fd77-4bec-aaf0-b88973f19641" providerId="ADAL" clId="{AD19694D-E792-4038-A15F-B6FFFEBFBF92}" dt="2025-07-22T09:32:45.542" v="3423" actId="20577"/>
        <pc:sldMkLst>
          <pc:docMk/>
          <pc:sldMk cId="357562796" sldId="403"/>
        </pc:sldMkLst>
      </pc:sldChg>
      <pc:sldChg chg="del">
        <pc:chgData name="Ankit Gupta" userId="9341efab-fd77-4bec-aaf0-b88973f19641" providerId="ADAL" clId="{AD19694D-E792-4038-A15F-B6FFFEBFBF92}" dt="2025-07-22T10:05:45.890" v="3808" actId="47"/>
        <pc:sldMkLst>
          <pc:docMk/>
          <pc:sldMk cId="131575680" sldId="404"/>
        </pc:sldMkLst>
      </pc:sldChg>
      <pc:sldChg chg="modSp del mod">
        <pc:chgData name="Ankit Gupta" userId="9341efab-fd77-4bec-aaf0-b88973f19641" providerId="ADAL" clId="{AD19694D-E792-4038-A15F-B6FFFEBFBF92}" dt="2025-07-22T10:05:43.299" v="3807" actId="47"/>
        <pc:sldMkLst>
          <pc:docMk/>
          <pc:sldMk cId="2243534331" sldId="405"/>
        </pc:sldMkLst>
      </pc:sldChg>
      <pc:sldChg chg="addSp delSp modSp add mod addAnim delAnim modAnim modNotesTx">
        <pc:chgData name="Ankit Gupta" userId="9341efab-fd77-4bec-aaf0-b88973f19641" providerId="ADAL" clId="{AD19694D-E792-4038-A15F-B6FFFEBFBF92}" dt="2025-07-29T12:17:10.676" v="16118" actId="20577"/>
        <pc:sldMkLst>
          <pc:docMk/>
          <pc:sldMk cId="2803584884" sldId="406"/>
        </pc:sldMkLst>
      </pc:sldChg>
      <pc:sldChg chg="del">
        <pc:chgData name="Ankit Gupta" userId="9341efab-fd77-4bec-aaf0-b88973f19641" providerId="ADAL" clId="{AD19694D-E792-4038-A15F-B6FFFEBFBF92}" dt="2025-07-22T06:29:09.952" v="659" actId="47"/>
        <pc:sldMkLst>
          <pc:docMk/>
          <pc:sldMk cId="737775940" sldId="407"/>
        </pc:sldMkLst>
      </pc:sldChg>
      <pc:sldChg chg="addSp delSp modSp add del mod">
        <pc:chgData name="Ankit Gupta" userId="9341efab-fd77-4bec-aaf0-b88973f19641" providerId="ADAL" clId="{AD19694D-E792-4038-A15F-B6FFFEBFBF92}" dt="2025-07-22T08:04:18.836" v="2475" actId="47"/>
        <pc:sldMkLst>
          <pc:docMk/>
          <pc:sldMk cId="761354682" sldId="407"/>
        </pc:sldMkLst>
      </pc:sldChg>
      <pc:sldChg chg="addSp delSp modSp add mod modNotesTx">
        <pc:chgData name="Ankit Gupta" userId="9341efab-fd77-4bec-aaf0-b88973f19641" providerId="ADAL" clId="{AD19694D-E792-4038-A15F-B6FFFEBFBF92}" dt="2025-07-23T05:58:43.174" v="4577" actId="20577"/>
        <pc:sldMkLst>
          <pc:docMk/>
          <pc:sldMk cId="1557365364" sldId="667"/>
        </pc:sldMkLst>
      </pc:sldChg>
      <pc:sldChg chg="addSp delSp modSp add mod">
        <pc:chgData name="Ankit Gupta" userId="9341efab-fd77-4bec-aaf0-b88973f19641" providerId="ADAL" clId="{AD19694D-E792-4038-A15F-B6FFFEBFBF92}" dt="2025-07-22T09:21:58.525" v="3199" actId="20577"/>
        <pc:sldMkLst>
          <pc:docMk/>
          <pc:sldMk cId="207630026" sldId="668"/>
        </pc:sldMkLst>
      </pc:sldChg>
      <pc:sldChg chg="addSp delSp modSp add mod">
        <pc:chgData name="Ankit Gupta" userId="9341efab-fd77-4bec-aaf0-b88973f19641" providerId="ADAL" clId="{AD19694D-E792-4038-A15F-B6FFFEBFBF92}" dt="2025-07-23T06:03:03" v="4709"/>
        <pc:sldMkLst>
          <pc:docMk/>
          <pc:sldMk cId="1811166724" sldId="673"/>
        </pc:sldMkLst>
      </pc:sldChg>
      <pc:sldChg chg="modSp add mod">
        <pc:chgData name="Ankit Gupta" userId="9341efab-fd77-4bec-aaf0-b88973f19641" providerId="ADAL" clId="{AD19694D-E792-4038-A15F-B6FFFEBFBF92}" dt="2025-07-28T06:44:30.434" v="9948" actId="20577"/>
        <pc:sldMkLst>
          <pc:docMk/>
          <pc:sldMk cId="4262009649" sldId="676"/>
        </pc:sldMkLst>
      </pc:sldChg>
      <pc:sldChg chg="add del mod modShow">
        <pc:chgData name="Ankit Gupta" userId="9341efab-fd77-4bec-aaf0-b88973f19641" providerId="ADAL" clId="{AD19694D-E792-4038-A15F-B6FFFEBFBF92}" dt="2025-07-28T08:38:17.456" v="11472" actId="47"/>
        <pc:sldMkLst>
          <pc:docMk/>
          <pc:sldMk cId="662020077" sldId="677"/>
        </pc:sldMkLst>
      </pc:sldChg>
      <pc:sldChg chg="add del mod modShow">
        <pc:chgData name="Ankit Gupta" userId="9341efab-fd77-4bec-aaf0-b88973f19641" providerId="ADAL" clId="{AD19694D-E792-4038-A15F-B6FFFEBFBF92}" dt="2025-07-28T08:38:14.682" v="11471" actId="47"/>
        <pc:sldMkLst>
          <pc:docMk/>
          <pc:sldMk cId="36030971" sldId="678"/>
        </pc:sldMkLst>
      </pc:sldChg>
      <pc:sldChg chg="add del modNotesTx">
        <pc:chgData name="Ankit Gupta" userId="9341efab-fd77-4bec-aaf0-b88973f19641" providerId="ADAL" clId="{AD19694D-E792-4038-A15F-B6FFFEBFBF92}" dt="2025-07-29T12:31:16.955" v="16931" actId="20577"/>
        <pc:sldMkLst>
          <pc:docMk/>
          <pc:sldMk cId="1913921906" sldId="679"/>
        </pc:sldMkLst>
      </pc:sldChg>
      <pc:sldChg chg="addSp delSp modSp add mod modNotesTx">
        <pc:chgData name="Ankit Gupta" userId="9341efab-fd77-4bec-aaf0-b88973f19641" providerId="ADAL" clId="{AD19694D-E792-4038-A15F-B6FFFEBFBF92}" dt="2025-07-29T12:47:01.559" v="17438" actId="20577"/>
        <pc:sldMkLst>
          <pc:docMk/>
          <pc:sldMk cId="3099773658" sldId="684"/>
        </pc:sldMkLst>
      </pc:sldChg>
      <pc:sldChg chg="addSp delSp modSp add mod">
        <pc:chgData name="Ankit Gupta" userId="9341efab-fd77-4bec-aaf0-b88973f19641" providerId="ADAL" clId="{AD19694D-E792-4038-A15F-B6FFFEBFBF92}" dt="2025-07-29T13:23:05.931" v="17957" actId="478"/>
        <pc:sldMkLst>
          <pc:docMk/>
          <pc:sldMk cId="971978574" sldId="706"/>
        </pc:sldMkLst>
      </pc:sldChg>
      <pc:sldChg chg="addSp delSp modSp add mod modNotesTx">
        <pc:chgData name="Ankit Gupta" userId="9341efab-fd77-4bec-aaf0-b88973f19641" providerId="ADAL" clId="{AD19694D-E792-4038-A15F-B6FFFEBFBF92}" dt="2025-07-23T06:02:35.040" v="4681" actId="20577"/>
        <pc:sldMkLst>
          <pc:docMk/>
          <pc:sldMk cId="4288365809" sldId="707"/>
        </pc:sldMkLst>
      </pc:sldChg>
      <pc:sldChg chg="addSp delSp modSp add mod">
        <pc:chgData name="Ankit Gupta" userId="9341efab-fd77-4bec-aaf0-b88973f19641" providerId="ADAL" clId="{AD19694D-E792-4038-A15F-B6FFFEBFBF92}" dt="2025-07-29T04:08:37.497" v="12986" actId="14100"/>
        <pc:sldMkLst>
          <pc:docMk/>
          <pc:sldMk cId="1313552826" sldId="710"/>
        </pc:sldMkLst>
      </pc:sldChg>
      <pc:sldChg chg="addSp delSp modSp add mod modNotesTx">
        <pc:chgData name="Ankit Gupta" userId="9341efab-fd77-4bec-aaf0-b88973f19641" providerId="ADAL" clId="{AD19694D-E792-4038-A15F-B6FFFEBFBF92}" dt="2025-07-29T12:37:07.324" v="17200" actId="20577"/>
        <pc:sldMkLst>
          <pc:docMk/>
          <pc:sldMk cId="3047877279" sldId="711"/>
        </pc:sldMkLst>
      </pc:sldChg>
      <pc:sldChg chg="addSp delSp modSp add mod">
        <pc:chgData name="Ankit Gupta" userId="9341efab-fd77-4bec-aaf0-b88973f19641" providerId="ADAL" clId="{AD19694D-E792-4038-A15F-B6FFFEBFBF92}" dt="2025-07-29T13:24:32.916" v="17959" actId="1076"/>
        <pc:sldMkLst>
          <pc:docMk/>
          <pc:sldMk cId="2690170284" sldId="712"/>
        </pc:sldMkLst>
      </pc:sldChg>
      <pc:sldChg chg="addSp delSp modSp add del mod modNotesTx">
        <pc:chgData name="Ankit Gupta" userId="9341efab-fd77-4bec-aaf0-b88973f19641" providerId="ADAL" clId="{AD19694D-E792-4038-A15F-B6FFFEBFBF92}" dt="2025-07-28T06:55:28.550" v="10067" actId="2696"/>
        <pc:sldMkLst>
          <pc:docMk/>
          <pc:sldMk cId="2169147299" sldId="718"/>
        </pc:sldMkLst>
      </pc:sldChg>
      <pc:sldChg chg="add del">
        <pc:chgData name="Ankit Gupta" userId="9341efab-fd77-4bec-aaf0-b88973f19641" providerId="ADAL" clId="{AD19694D-E792-4038-A15F-B6FFFEBFBF92}" dt="2025-07-29T08:10:07.191" v="14630"/>
        <pc:sldMkLst>
          <pc:docMk/>
          <pc:sldMk cId="3514722894" sldId="719"/>
        </pc:sldMkLst>
      </pc:sldChg>
      <pc:sldChg chg="addSp delSp modSp add mod ord modNotesTx">
        <pc:chgData name="Ankit Gupta" userId="9341efab-fd77-4bec-aaf0-b88973f19641" providerId="ADAL" clId="{AD19694D-E792-4038-A15F-B6FFFEBFBF92}" dt="2025-07-29T12:24:17.117" v="16445" actId="20577"/>
        <pc:sldMkLst>
          <pc:docMk/>
          <pc:sldMk cId="604728522" sldId="720"/>
        </pc:sldMkLst>
      </pc:sldChg>
      <pc:sldChg chg="addSp delSp modSp add del mod modNotesTx">
        <pc:chgData name="Ankit Gupta" userId="9341efab-fd77-4bec-aaf0-b88973f19641" providerId="ADAL" clId="{AD19694D-E792-4038-A15F-B6FFFEBFBF92}" dt="2025-07-22T10:32:01.718" v="4218" actId="47"/>
        <pc:sldMkLst>
          <pc:docMk/>
          <pc:sldMk cId="1751843108" sldId="721"/>
        </pc:sldMkLst>
      </pc:sldChg>
      <pc:sldChg chg="addSp modSp add del mod">
        <pc:chgData name="Ankit Gupta" userId="9341efab-fd77-4bec-aaf0-b88973f19641" providerId="ADAL" clId="{AD19694D-E792-4038-A15F-B6FFFEBFBF92}" dt="2025-07-22T09:26:42.848" v="3238" actId="47"/>
        <pc:sldMkLst>
          <pc:docMk/>
          <pc:sldMk cId="157981780" sldId="722"/>
        </pc:sldMkLst>
      </pc:sldChg>
      <pc:sldChg chg="addSp delSp modSp add mod">
        <pc:chgData name="Ankit Gupta" userId="9341efab-fd77-4bec-aaf0-b88973f19641" providerId="ADAL" clId="{AD19694D-E792-4038-A15F-B6FFFEBFBF92}" dt="2025-07-22T10:45:25.418" v="4251" actId="113"/>
        <pc:sldMkLst>
          <pc:docMk/>
          <pc:sldMk cId="916311908" sldId="722"/>
        </pc:sldMkLst>
      </pc:sldChg>
      <pc:sldChg chg="addSp delSp modSp add mod modNotesTx">
        <pc:chgData name="Ankit Gupta" userId="9341efab-fd77-4bec-aaf0-b88973f19641" providerId="ADAL" clId="{AD19694D-E792-4038-A15F-B6FFFEBFBF92}" dt="2025-07-29T12:22:37.771" v="16307" actId="20577"/>
        <pc:sldMkLst>
          <pc:docMk/>
          <pc:sldMk cId="3124470153" sldId="723"/>
        </pc:sldMkLst>
      </pc:sldChg>
      <pc:sldChg chg="addSp delSp modSp add del mod">
        <pc:chgData name="Ankit Gupta" userId="9341efab-fd77-4bec-aaf0-b88973f19641" providerId="ADAL" clId="{AD19694D-E792-4038-A15F-B6FFFEBFBF92}" dt="2025-07-22T09:28:19.349" v="3351" actId="47"/>
        <pc:sldMkLst>
          <pc:docMk/>
          <pc:sldMk cId="3490544245" sldId="723"/>
        </pc:sldMkLst>
      </pc:sldChg>
      <pc:sldChg chg="modSp add mod modNotesTx">
        <pc:chgData name="Ankit Gupta" userId="9341efab-fd77-4bec-aaf0-b88973f19641" providerId="ADAL" clId="{AD19694D-E792-4038-A15F-B6FFFEBFBF92}" dt="2025-07-29T12:28:28.473" v="16930" actId="20577"/>
        <pc:sldMkLst>
          <pc:docMk/>
          <pc:sldMk cId="521064137" sldId="724"/>
        </pc:sldMkLst>
      </pc:sldChg>
      <pc:sldChg chg="add del">
        <pc:chgData name="Ankit Gupta" userId="9341efab-fd77-4bec-aaf0-b88973f19641" providerId="ADAL" clId="{AD19694D-E792-4038-A15F-B6FFFEBFBF92}" dt="2025-07-22T10:48:30.491" v="4282"/>
        <pc:sldMkLst>
          <pc:docMk/>
          <pc:sldMk cId="604546281" sldId="724"/>
        </pc:sldMkLst>
      </pc:sldChg>
      <pc:sldChg chg="addSp delSp modSp add mod delAnim modAnim modNotesTx">
        <pc:chgData name="Ankit Gupta" userId="9341efab-fd77-4bec-aaf0-b88973f19641" providerId="ADAL" clId="{AD19694D-E792-4038-A15F-B6FFFEBFBF92}" dt="2025-07-29T12:32:43.307" v="16932" actId="20577"/>
        <pc:sldMkLst>
          <pc:docMk/>
          <pc:sldMk cId="1064047565" sldId="725"/>
        </pc:sldMkLst>
      </pc:sldChg>
      <pc:sldChg chg="addSp delSp modSp add del mod modNotesTx">
        <pc:chgData name="Ankit Gupta" userId="9341efab-fd77-4bec-aaf0-b88973f19641" providerId="ADAL" clId="{AD19694D-E792-4038-A15F-B6FFFEBFBF92}" dt="2025-07-29T09:39:10.597" v="14806" actId="47"/>
        <pc:sldMkLst>
          <pc:docMk/>
          <pc:sldMk cId="3487602707" sldId="726"/>
        </pc:sldMkLst>
      </pc:sldChg>
      <pc:sldChg chg="addSp delSp modSp add mod modNotesTx">
        <pc:chgData name="Ankit Gupta" userId="9341efab-fd77-4bec-aaf0-b88973f19641" providerId="ADAL" clId="{AD19694D-E792-4038-A15F-B6FFFEBFBF92}" dt="2025-07-29T12:38:01.902" v="17226" actId="20577"/>
        <pc:sldMkLst>
          <pc:docMk/>
          <pc:sldMk cId="60826686" sldId="727"/>
        </pc:sldMkLst>
      </pc:sldChg>
      <pc:sldChg chg="modSp add mod modNotesTx">
        <pc:chgData name="Ankit Gupta" userId="9341efab-fd77-4bec-aaf0-b88973f19641" providerId="ADAL" clId="{AD19694D-E792-4038-A15F-B6FFFEBFBF92}" dt="2025-07-29T12:41:21.117" v="17343" actId="20577"/>
        <pc:sldMkLst>
          <pc:docMk/>
          <pc:sldMk cId="2941162691" sldId="728"/>
        </pc:sldMkLst>
      </pc:sldChg>
      <pc:sldChg chg="modSp add mod modNotesTx">
        <pc:chgData name="Ankit Gupta" userId="9341efab-fd77-4bec-aaf0-b88973f19641" providerId="ADAL" clId="{AD19694D-E792-4038-A15F-B6FFFEBFBF92}" dt="2025-07-29T12:41:46.053" v="17369" actId="20577"/>
        <pc:sldMkLst>
          <pc:docMk/>
          <pc:sldMk cId="2397101922" sldId="729"/>
        </pc:sldMkLst>
      </pc:sldChg>
      <pc:sldChg chg="addSp delSp modSp add mod modAnim modNotesTx">
        <pc:chgData name="Ankit Gupta" userId="9341efab-fd77-4bec-aaf0-b88973f19641" providerId="ADAL" clId="{AD19694D-E792-4038-A15F-B6FFFEBFBF92}" dt="2025-07-29T12:39:24.092" v="17334" actId="113"/>
        <pc:sldMkLst>
          <pc:docMk/>
          <pc:sldMk cId="214786484" sldId="730"/>
        </pc:sldMkLst>
      </pc:sldChg>
      <pc:sldChg chg="addSp delSp modSp add del mod modShow modNotesTx">
        <pc:chgData name="Ankit Gupta" userId="9341efab-fd77-4bec-aaf0-b88973f19641" providerId="ADAL" clId="{AD19694D-E792-4038-A15F-B6FFFEBFBF92}" dt="2025-07-28T12:24:56.032" v="12850" actId="2696"/>
        <pc:sldMkLst>
          <pc:docMk/>
          <pc:sldMk cId="2656769753" sldId="731"/>
        </pc:sldMkLst>
      </pc:sldChg>
      <pc:sldChg chg="addSp delSp modSp add del mod">
        <pc:chgData name="Ankit Gupta" userId="9341efab-fd77-4bec-aaf0-b88973f19641" providerId="ADAL" clId="{AD19694D-E792-4038-A15F-B6FFFEBFBF92}" dt="2025-07-23T17:05:50.029" v="6345" actId="47"/>
        <pc:sldMkLst>
          <pc:docMk/>
          <pc:sldMk cId="3669332230" sldId="732"/>
        </pc:sldMkLst>
      </pc:sldChg>
      <pc:sldChg chg="addSp delSp modSp add del mod">
        <pc:chgData name="Ankit Gupta" userId="9341efab-fd77-4bec-aaf0-b88973f19641" providerId="ADAL" clId="{AD19694D-E792-4038-A15F-B6FFFEBFBF92}" dt="2025-07-23T17:39:14.101" v="6859" actId="47"/>
        <pc:sldMkLst>
          <pc:docMk/>
          <pc:sldMk cId="3158838882" sldId="733"/>
        </pc:sldMkLst>
      </pc:sldChg>
      <pc:sldChg chg="addSp delSp modSp add del mod delAnim modAnim modShow">
        <pc:chgData name="Ankit Gupta" userId="9341efab-fd77-4bec-aaf0-b88973f19641" providerId="ADAL" clId="{AD19694D-E792-4038-A15F-B6FFFEBFBF92}" dt="2025-07-28T12:24:56.032" v="12850" actId="2696"/>
        <pc:sldMkLst>
          <pc:docMk/>
          <pc:sldMk cId="248436157" sldId="734"/>
        </pc:sldMkLst>
      </pc:sldChg>
      <pc:sldChg chg="addSp modSp add del mod">
        <pc:chgData name="Ankit Gupta" userId="9341efab-fd77-4bec-aaf0-b88973f19641" providerId="ADAL" clId="{AD19694D-E792-4038-A15F-B6FFFEBFBF92}" dt="2025-07-23T18:46:32.497" v="8072" actId="47"/>
        <pc:sldMkLst>
          <pc:docMk/>
          <pc:sldMk cId="700866881" sldId="735"/>
        </pc:sldMkLst>
      </pc:sldChg>
      <pc:sldChg chg="add del">
        <pc:chgData name="Ankit Gupta" userId="9341efab-fd77-4bec-aaf0-b88973f19641" providerId="ADAL" clId="{AD19694D-E792-4038-A15F-B6FFFEBFBF92}" dt="2025-07-23T17:19:33.278" v="6649" actId="2890"/>
        <pc:sldMkLst>
          <pc:docMk/>
          <pc:sldMk cId="3528308680" sldId="735"/>
        </pc:sldMkLst>
      </pc:sldChg>
      <pc:sldChg chg="addSp delSp modSp add del mod modShow">
        <pc:chgData name="Ankit Gupta" userId="9341efab-fd77-4bec-aaf0-b88973f19641" providerId="ADAL" clId="{AD19694D-E792-4038-A15F-B6FFFEBFBF92}" dt="2025-07-28T12:24:56.032" v="12850" actId="2696"/>
        <pc:sldMkLst>
          <pc:docMk/>
          <pc:sldMk cId="4049406368" sldId="736"/>
        </pc:sldMkLst>
      </pc:sldChg>
      <pc:sldChg chg="add del">
        <pc:chgData name="Ankit Gupta" userId="9341efab-fd77-4bec-aaf0-b88973f19641" providerId="ADAL" clId="{AD19694D-E792-4038-A15F-B6FFFEBFBF92}" dt="2025-07-23T18:34:35.460" v="7860" actId="47"/>
        <pc:sldMkLst>
          <pc:docMk/>
          <pc:sldMk cId="705163497" sldId="737"/>
        </pc:sldMkLst>
      </pc:sldChg>
      <pc:sldChg chg="add del">
        <pc:chgData name="Ankit Gupta" userId="9341efab-fd77-4bec-aaf0-b88973f19641" providerId="ADAL" clId="{AD19694D-E792-4038-A15F-B6FFFEBFBF92}" dt="2025-07-23T18:34:32.106" v="7859" actId="47"/>
        <pc:sldMkLst>
          <pc:docMk/>
          <pc:sldMk cId="2795949672" sldId="738"/>
        </pc:sldMkLst>
      </pc:sldChg>
      <pc:sldChg chg="addSp delSp modSp add del mod ord modShow">
        <pc:chgData name="Ankit Gupta" userId="9341efab-fd77-4bec-aaf0-b88973f19641" providerId="ADAL" clId="{AD19694D-E792-4038-A15F-B6FFFEBFBF92}" dt="2025-07-28T12:24:56.032" v="12850" actId="2696"/>
        <pc:sldMkLst>
          <pc:docMk/>
          <pc:sldMk cId="532983099" sldId="739"/>
        </pc:sldMkLst>
      </pc:sldChg>
      <pc:sldChg chg="addSp delSp modSp add del mod modShow">
        <pc:chgData name="Ankit Gupta" userId="9341efab-fd77-4bec-aaf0-b88973f19641" providerId="ADAL" clId="{AD19694D-E792-4038-A15F-B6FFFEBFBF92}" dt="2025-07-28T12:24:56.032" v="12850" actId="2696"/>
        <pc:sldMkLst>
          <pc:docMk/>
          <pc:sldMk cId="783741956" sldId="740"/>
        </pc:sldMkLst>
      </pc:sldChg>
      <pc:sldChg chg="addSp delSp modSp add del mod modShow">
        <pc:chgData name="Ankit Gupta" userId="9341efab-fd77-4bec-aaf0-b88973f19641" providerId="ADAL" clId="{AD19694D-E792-4038-A15F-B6FFFEBFBF92}" dt="2025-07-28T12:24:56.032" v="12850" actId="2696"/>
        <pc:sldMkLst>
          <pc:docMk/>
          <pc:sldMk cId="1935596843" sldId="741"/>
        </pc:sldMkLst>
      </pc:sldChg>
      <pc:sldChg chg="modSp add mod modNotesTx">
        <pc:chgData name="Ankit Gupta" userId="9341efab-fd77-4bec-aaf0-b88973f19641" providerId="ADAL" clId="{AD19694D-E792-4038-A15F-B6FFFEBFBF92}" dt="2025-07-29T12:53:59.407" v="17693" actId="113"/>
        <pc:sldMkLst>
          <pc:docMk/>
          <pc:sldMk cId="2846950485" sldId="742"/>
        </pc:sldMkLst>
      </pc:sldChg>
      <pc:sldChg chg="modSp add mod modNotesTx">
        <pc:chgData name="Ankit Gupta" userId="9341efab-fd77-4bec-aaf0-b88973f19641" providerId="ADAL" clId="{AD19694D-E792-4038-A15F-B6FFFEBFBF92}" dt="2025-07-29T13:27:19.396" v="18011" actId="20577"/>
        <pc:sldMkLst>
          <pc:docMk/>
          <pc:sldMk cId="642797867" sldId="743"/>
        </pc:sldMkLst>
      </pc:sldChg>
      <pc:sldChg chg="addSp delSp modSp add del mod ord modNotesTx">
        <pc:chgData name="Ankit Gupta" userId="9341efab-fd77-4bec-aaf0-b88973f19641" providerId="ADAL" clId="{AD19694D-E792-4038-A15F-B6FFFEBFBF92}" dt="2025-07-28T10:10:14.229" v="12031" actId="47"/>
        <pc:sldMkLst>
          <pc:docMk/>
          <pc:sldMk cId="4135261265" sldId="744"/>
        </pc:sldMkLst>
      </pc:sldChg>
      <pc:sldChg chg="del mod modShow">
        <pc:chgData name="Ankit Gupta" userId="9341efab-fd77-4bec-aaf0-b88973f19641" providerId="ADAL" clId="{AD19694D-E792-4038-A15F-B6FFFEBFBF92}" dt="2025-07-25T12:33:44.229" v="8308" actId="2696"/>
        <pc:sldMkLst>
          <pc:docMk/>
          <pc:sldMk cId="162640576" sldId="745"/>
        </pc:sldMkLst>
      </pc:sldChg>
      <pc:sldChg chg="addSp modSp add mod">
        <pc:chgData name="Ankit Gupta" userId="9341efab-fd77-4bec-aaf0-b88973f19641" providerId="ADAL" clId="{AD19694D-E792-4038-A15F-B6FFFEBFBF92}" dt="2025-07-29T13:06:12.503" v="17892" actId="20577"/>
        <pc:sldMkLst>
          <pc:docMk/>
          <pc:sldMk cId="933260608" sldId="745"/>
        </pc:sldMkLst>
      </pc:sldChg>
      <pc:sldChg chg="add del">
        <pc:chgData name="Ankit Gupta" userId="9341efab-fd77-4bec-aaf0-b88973f19641" providerId="ADAL" clId="{AD19694D-E792-4038-A15F-B6FFFEBFBF92}" dt="2025-07-28T07:56:57.641" v="11151" actId="47"/>
        <pc:sldMkLst>
          <pc:docMk/>
          <pc:sldMk cId="567068840" sldId="746"/>
        </pc:sldMkLst>
      </pc:sldChg>
      <pc:sldChg chg="add del">
        <pc:chgData name="Ankit Gupta" userId="9341efab-fd77-4bec-aaf0-b88973f19641" providerId="ADAL" clId="{AD19694D-E792-4038-A15F-B6FFFEBFBF92}" dt="2025-07-24T10:48:24.509" v="8287" actId="2696"/>
        <pc:sldMkLst>
          <pc:docMk/>
          <pc:sldMk cId="2935483310" sldId="746"/>
        </pc:sldMkLst>
      </pc:sldChg>
      <pc:sldChg chg="addSp delSp modSp add mod modNotesTx">
        <pc:chgData name="Ankit Gupta" userId="9341efab-fd77-4bec-aaf0-b88973f19641" providerId="ADAL" clId="{AD19694D-E792-4038-A15F-B6FFFEBFBF92}" dt="2025-07-29T12:52:48.797" v="17648"/>
        <pc:sldMkLst>
          <pc:docMk/>
          <pc:sldMk cId="2790670616" sldId="747"/>
        </pc:sldMkLst>
      </pc:sldChg>
      <pc:sldChg chg="addSp delSp modSp add mod modNotesTx">
        <pc:chgData name="Ankit Gupta" userId="9341efab-fd77-4bec-aaf0-b88973f19641" providerId="ADAL" clId="{AD19694D-E792-4038-A15F-B6FFFEBFBF92}" dt="2025-07-29T12:47:15.880" v="17441" actId="20577"/>
        <pc:sldMkLst>
          <pc:docMk/>
          <pc:sldMk cId="2976147801" sldId="748"/>
        </pc:sldMkLst>
      </pc:sldChg>
      <pc:sldChg chg="add del">
        <pc:chgData name="Ankit Gupta" userId="9341efab-fd77-4bec-aaf0-b88973f19641" providerId="ADAL" clId="{AD19694D-E792-4038-A15F-B6FFFEBFBF92}" dt="2025-07-28T07:30:00.305" v="10632" actId="47"/>
        <pc:sldMkLst>
          <pc:docMk/>
          <pc:sldMk cId="3465258764" sldId="748"/>
        </pc:sldMkLst>
      </pc:sldChg>
      <pc:sldChg chg="addSp delSp modSp add mod modNotesTx">
        <pc:chgData name="Ankit Gupta" userId="9341efab-fd77-4bec-aaf0-b88973f19641" providerId="ADAL" clId="{AD19694D-E792-4038-A15F-B6FFFEBFBF92}" dt="2025-07-29T12:47:20.436" v="17442" actId="20577"/>
        <pc:sldMkLst>
          <pc:docMk/>
          <pc:sldMk cId="2739264567" sldId="749"/>
        </pc:sldMkLst>
      </pc:sldChg>
      <pc:sldChg chg="addSp delSp modSp add mod modNotesTx">
        <pc:chgData name="Ankit Gupta" userId="9341efab-fd77-4bec-aaf0-b88973f19641" providerId="ADAL" clId="{AD19694D-E792-4038-A15F-B6FFFEBFBF92}" dt="2025-07-29T10:43:11.473" v="15960"/>
        <pc:sldMkLst>
          <pc:docMk/>
          <pc:sldMk cId="3100103599" sldId="750"/>
        </pc:sldMkLst>
      </pc:sldChg>
      <pc:sldChg chg="modSp add mod">
        <pc:chgData name="Ankit Gupta" userId="9341efab-fd77-4bec-aaf0-b88973f19641" providerId="ADAL" clId="{AD19694D-E792-4038-A15F-B6FFFEBFBF92}" dt="2025-07-29T05:10:05.104" v="13517" actId="1036"/>
        <pc:sldMkLst>
          <pc:docMk/>
          <pc:sldMk cId="1810236512" sldId="751"/>
        </pc:sldMkLst>
      </pc:sldChg>
      <pc:sldChg chg="addSp delSp modSp add mod modNotesTx">
        <pc:chgData name="Ankit Gupta" userId="9341efab-fd77-4bec-aaf0-b88973f19641" providerId="ADAL" clId="{AD19694D-E792-4038-A15F-B6FFFEBFBF92}" dt="2025-07-29T12:57:15.707" v="17743" actId="20577"/>
        <pc:sldMkLst>
          <pc:docMk/>
          <pc:sldMk cId="719801794" sldId="752"/>
        </pc:sldMkLst>
      </pc:sldChg>
      <pc:sldChg chg="addSp delSp modSp add mod modNotesTx">
        <pc:chgData name="Ankit Gupta" userId="9341efab-fd77-4bec-aaf0-b88973f19641" providerId="ADAL" clId="{AD19694D-E792-4038-A15F-B6FFFEBFBF92}" dt="2025-07-29T13:00:22.424" v="17778" actId="20577"/>
        <pc:sldMkLst>
          <pc:docMk/>
          <pc:sldMk cId="3219797329" sldId="753"/>
        </pc:sldMkLst>
      </pc:sldChg>
      <pc:sldChg chg="addSp delSp modSp add mod modNotesTx">
        <pc:chgData name="Ankit Gupta" userId="9341efab-fd77-4bec-aaf0-b88973f19641" providerId="ADAL" clId="{AD19694D-E792-4038-A15F-B6FFFEBFBF92}" dt="2025-07-29T13:02:34.554" v="17815" actId="20577"/>
        <pc:sldMkLst>
          <pc:docMk/>
          <pc:sldMk cId="1272999391" sldId="754"/>
        </pc:sldMkLst>
      </pc:sldChg>
      <pc:sldChg chg="addSp delSp modSp add mod modNotesTx">
        <pc:chgData name="Ankit Gupta" userId="9341efab-fd77-4bec-aaf0-b88973f19641" providerId="ADAL" clId="{AD19694D-E792-4038-A15F-B6FFFEBFBF92}" dt="2025-07-29T13:03:04.248" v="17822" actId="20577"/>
        <pc:sldMkLst>
          <pc:docMk/>
          <pc:sldMk cId="2744533070" sldId="755"/>
        </pc:sldMkLst>
      </pc:sldChg>
      <pc:sldChg chg="modSp add mod modNotesTx">
        <pc:chgData name="Ankit Gupta" userId="9341efab-fd77-4bec-aaf0-b88973f19641" providerId="ADAL" clId="{AD19694D-E792-4038-A15F-B6FFFEBFBF92}" dt="2025-07-29T12:33:56.148" v="16938" actId="20577"/>
        <pc:sldMkLst>
          <pc:docMk/>
          <pc:sldMk cId="3970234592" sldId="756"/>
        </pc:sldMkLst>
      </pc:sldChg>
      <pc:sldChg chg="modSp add mod">
        <pc:chgData name="Ankit Gupta" userId="9341efab-fd77-4bec-aaf0-b88973f19641" providerId="ADAL" clId="{AD19694D-E792-4038-A15F-B6FFFEBFBF92}" dt="2025-07-29T13:09:03.073" v="17901" actId="20577"/>
        <pc:sldMkLst>
          <pc:docMk/>
          <pc:sldMk cId="4181160072" sldId="757"/>
        </pc:sldMkLst>
      </pc:sldChg>
      <pc:sldChg chg="addSp delSp modSp add mod modNotesTx">
        <pc:chgData name="Ankit Gupta" userId="9341efab-fd77-4bec-aaf0-b88973f19641" providerId="ADAL" clId="{AD19694D-E792-4038-A15F-B6FFFEBFBF92}" dt="2025-07-29T09:37:28.556" v="14805"/>
        <pc:sldMkLst>
          <pc:docMk/>
          <pc:sldMk cId="224902423" sldId="758"/>
        </pc:sldMkLst>
      </pc:sldChg>
      <pc:sldChg chg="modSp new del mod">
        <pc:chgData name="Ankit Gupta" userId="9341efab-fd77-4bec-aaf0-b88973f19641" providerId="ADAL" clId="{AD19694D-E792-4038-A15F-B6FFFEBFBF92}" dt="2025-07-29T10:31:07.146" v="15918" actId="47"/>
        <pc:sldMkLst>
          <pc:docMk/>
          <pc:sldMk cId="4192076011" sldId="759"/>
        </pc:sldMkLst>
      </pc:sldChg>
      <pc:sldChg chg="addSp delSp modSp add mod modNotesTx">
        <pc:chgData name="Ankit Gupta" userId="9341efab-fd77-4bec-aaf0-b88973f19641" providerId="ADAL" clId="{AD19694D-E792-4038-A15F-B6FFFEBFBF92}" dt="2025-07-29T12:54:41.180" v="17706" actId="1036"/>
        <pc:sldMkLst>
          <pc:docMk/>
          <pc:sldMk cId="2564277897" sldId="760"/>
        </pc:sldMkLst>
      </pc:sldChg>
    </pc:docChg>
  </pc:docChgLst>
  <pc:docChgLst>
    <pc:chgData name="Ankit Gupta" userId="S::ankit.gupta@simplilearn.com::9341efab-fd77-4bec-aaf0-b88973f19641" providerId="AD" clId="Web-{1B4A641F-E4D2-E2D4-87C0-87BF41361CC5}"/>
    <pc:docChg chg="modSld">
      <pc:chgData name="Ankit Gupta" userId="S::ankit.gupta@simplilearn.com::9341efab-fd77-4bec-aaf0-b88973f19641" providerId="AD" clId="Web-{1B4A641F-E4D2-E2D4-87C0-87BF41361CC5}" dt="2025-07-25T07:43:56.096" v="15" actId="20577"/>
      <pc:docMkLst>
        <pc:docMk/>
      </pc:docMkLst>
      <pc:sldChg chg="modSp">
        <pc:chgData name="Ankit Gupta" userId="S::ankit.gupta@simplilearn.com::9341efab-fd77-4bec-aaf0-b88973f19641" providerId="AD" clId="Web-{1B4A641F-E4D2-E2D4-87C0-87BF41361CC5}" dt="2025-07-25T07:43:56.096" v="15" actId="20577"/>
        <pc:sldMkLst>
          <pc:docMk/>
          <pc:sldMk cId="662020077" sldId="677"/>
        </pc:sldMkLst>
      </pc:sldChg>
    </pc:docChg>
  </pc:docChgLst>
  <pc:docChgLst>
    <pc:chgData name="Ankit Gupta" userId="S::ankit.gupta@simplilearn.com::9341efab-fd77-4bec-aaf0-b88973f19641" providerId="AD" clId="Web-{4414410F-86B8-884B-0E02-DD95DCA2D98F}"/>
    <pc:docChg chg="modSld">
      <pc:chgData name="Ankit Gupta" userId="S::ankit.gupta@simplilearn.com::9341efab-fd77-4bec-aaf0-b88973f19641" providerId="AD" clId="Web-{4414410F-86B8-884B-0E02-DD95DCA2D98F}" dt="2025-07-29T06:41:11.400" v="4" actId="20577"/>
      <pc:docMkLst>
        <pc:docMk/>
      </pc:docMkLst>
      <pc:sldChg chg="modSp">
        <pc:chgData name="Ankit Gupta" userId="S::ankit.gupta@simplilearn.com::9341efab-fd77-4bec-aaf0-b88973f19641" providerId="AD" clId="Web-{4414410F-86B8-884B-0E02-DD95DCA2D98F}" dt="2025-07-29T06:41:11.400" v="4" actId="20577"/>
        <pc:sldMkLst>
          <pc:docMk/>
          <pc:sldMk cId="2734539806" sldId="379"/>
        </pc:sldMkLst>
      </pc:sldChg>
    </pc:docChg>
  </pc:docChgLst>
  <pc:docChgLst>
    <pc:chgData name="Ankit Gupta" userId="S::ankit.gupta@simplilearn.com::9341efab-fd77-4bec-aaf0-b88973f19641" providerId="AD" clId="Web-{D5C905AC-6E98-42D6-2E93-9E5E66E9AA51}"/>
    <pc:docChg chg="modSld">
      <pc:chgData name="Ankit Gupta" userId="S::ankit.gupta@simplilearn.com::9341efab-fd77-4bec-aaf0-b88973f19641" providerId="AD" clId="Web-{D5C905AC-6E98-42D6-2E93-9E5E66E9AA51}" dt="2025-07-29T04:03:28.570" v="26" actId="1076"/>
      <pc:docMkLst>
        <pc:docMk/>
      </pc:docMkLst>
      <pc:sldChg chg="modSp">
        <pc:chgData name="Ankit Gupta" userId="S::ankit.gupta@simplilearn.com::9341efab-fd77-4bec-aaf0-b88973f19641" providerId="AD" clId="Web-{D5C905AC-6E98-42D6-2E93-9E5E66E9AA51}" dt="2025-07-29T04:01:28.175" v="16" actId="1076"/>
        <pc:sldMkLst>
          <pc:docMk/>
          <pc:sldMk cId="2803584884" sldId="406"/>
        </pc:sldMkLst>
      </pc:sldChg>
      <pc:sldChg chg="modSp">
        <pc:chgData name="Ankit Gupta" userId="S::ankit.gupta@simplilearn.com::9341efab-fd77-4bec-aaf0-b88973f19641" providerId="AD" clId="Web-{D5C905AC-6E98-42D6-2E93-9E5E66E9AA51}" dt="2025-07-29T04:01:47.691" v="18" actId="1076"/>
        <pc:sldMkLst>
          <pc:docMk/>
          <pc:sldMk cId="207630026" sldId="668"/>
        </pc:sldMkLst>
      </pc:sldChg>
      <pc:sldChg chg="modSp">
        <pc:chgData name="Ankit Gupta" userId="S::ankit.gupta@simplilearn.com::9341efab-fd77-4bec-aaf0-b88973f19641" providerId="AD" clId="Web-{D5C905AC-6E98-42D6-2E93-9E5E66E9AA51}" dt="2025-07-29T04:02:22.474" v="20" actId="1076"/>
        <pc:sldMkLst>
          <pc:docMk/>
          <pc:sldMk cId="3487602707" sldId="726"/>
        </pc:sldMkLst>
      </pc:sldChg>
      <pc:sldChg chg="modSp">
        <pc:chgData name="Ankit Gupta" userId="S::ankit.gupta@simplilearn.com::9341efab-fd77-4bec-aaf0-b88973f19641" providerId="AD" clId="Web-{D5C905AC-6E98-42D6-2E93-9E5E66E9AA51}" dt="2025-07-29T04:03:28.570" v="26" actId="1076"/>
        <pc:sldMkLst>
          <pc:docMk/>
          <pc:sldMk cId="214786484" sldId="730"/>
        </pc:sldMkLst>
      </pc:sldChg>
    </pc:docChg>
  </pc:docChgLst>
  <pc:docChgLst>
    <pc:chgData name="Ankit Gupta" userId="9341efab-fd77-4bec-aaf0-b88973f19641" providerId="ADAL" clId="{33032808-5170-4464-880C-F560C6F1454D}"/>
    <pc:docChg chg="undo redo custSel addSld delSld modSld sldOrd">
      <pc:chgData name="Ankit Gupta" userId="9341efab-fd77-4bec-aaf0-b88973f19641" providerId="ADAL" clId="{33032808-5170-4464-880C-F560C6F1454D}" dt="2025-08-14T12:36:12.754" v="14190" actId="20577"/>
      <pc:docMkLst>
        <pc:docMk/>
      </pc:docMkLst>
      <pc:sldChg chg="modSp mod">
        <pc:chgData name="Ankit Gupta" userId="9341efab-fd77-4bec-aaf0-b88973f19641" providerId="ADAL" clId="{33032808-5170-4464-880C-F560C6F1454D}" dt="2025-08-04T06:22:38.836" v="96" actId="20577"/>
        <pc:sldMkLst>
          <pc:docMk/>
          <pc:sldMk cId="581828306" sldId="256"/>
        </pc:sldMkLst>
      </pc:sldChg>
      <pc:sldChg chg="modSp mod modCm modNotesTx">
        <pc:chgData name="Ankit Gupta" userId="9341efab-fd77-4bec-aaf0-b88973f19641" providerId="ADAL" clId="{33032808-5170-4464-880C-F560C6F1454D}" dt="2025-08-06T06:30:50.241" v="6723" actId="20577"/>
        <pc:sldMkLst>
          <pc:docMk/>
          <pc:sldMk cId="1070346001" sldId="262"/>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4T06:25:32.994" v="201" actId="20577"/>
              <pc2:cmMkLst xmlns:pc2="http://schemas.microsoft.com/office/powerpoint/2019/9/main/command">
                <pc:docMk/>
                <pc:sldMk cId="1070346001" sldId="262"/>
                <pc2:cmMk id="{9483F094-864F-4F40-ACFE-60BBF0F7C101}"/>
              </pc2:cmMkLst>
            </pc226:cmChg>
          </p:ext>
        </pc:extLst>
      </pc:sldChg>
      <pc:sldChg chg="addSp delSp modSp mod modCm modNotesTx">
        <pc:chgData name="Ankit Gupta" userId="9341efab-fd77-4bec-aaf0-b88973f19641" providerId="ADAL" clId="{33032808-5170-4464-880C-F560C6F1454D}" dt="2025-08-06T09:46:39.323" v="6925" actId="20577"/>
        <pc:sldMkLst>
          <pc:docMk/>
          <pc:sldMk cId="2785395732" sldId="290"/>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4T12:36:17.662" v="1240"/>
              <pc2:cmMkLst xmlns:pc2="http://schemas.microsoft.com/office/powerpoint/2019/9/main/command">
                <pc:docMk/>
                <pc:sldMk cId="2785395732" sldId="290"/>
                <pc2:cmMk id="{CD27A9B0-D461-4E3E-BD46-37F54C4E94A4}"/>
              </pc2:cmMkLst>
            </pc226:cmChg>
          </p:ext>
        </pc:extLst>
      </pc:sldChg>
      <pc:sldChg chg="modSp mod">
        <pc:chgData name="Ankit Gupta" userId="9341efab-fd77-4bec-aaf0-b88973f19641" providerId="ADAL" clId="{33032808-5170-4464-880C-F560C6F1454D}" dt="2025-08-07T08:06:13.014" v="8720" actId="20577"/>
        <pc:sldMkLst>
          <pc:docMk/>
          <pc:sldMk cId="2396102663" sldId="378"/>
        </pc:sldMkLst>
      </pc:sldChg>
      <pc:sldChg chg="modSp del mod">
        <pc:chgData name="Ankit Gupta" userId="9341efab-fd77-4bec-aaf0-b88973f19641" providerId="ADAL" clId="{33032808-5170-4464-880C-F560C6F1454D}" dt="2025-08-07T08:28:19.369" v="8727" actId="47"/>
        <pc:sldMkLst>
          <pc:docMk/>
          <pc:sldMk cId="2734539806" sldId="379"/>
        </pc:sldMkLst>
      </pc:sldChg>
      <pc:sldChg chg="modSp del mod modShow">
        <pc:chgData name="Ankit Gupta" userId="9341efab-fd77-4bec-aaf0-b88973f19641" providerId="ADAL" clId="{33032808-5170-4464-880C-F560C6F1454D}" dt="2025-08-12T08:42:43.314" v="14179" actId="47"/>
        <pc:sldMkLst>
          <pc:docMk/>
          <pc:sldMk cId="1109232934" sldId="390"/>
        </pc:sldMkLst>
      </pc:sldChg>
      <pc:sldChg chg="modSp mod">
        <pc:chgData name="Ankit Gupta" userId="9341efab-fd77-4bec-aaf0-b88973f19641" providerId="ADAL" clId="{33032808-5170-4464-880C-F560C6F1454D}" dt="2025-08-12T07:30:22.644" v="13180" actId="20577"/>
        <pc:sldMkLst>
          <pc:docMk/>
          <pc:sldMk cId="1331790163" sldId="391"/>
        </pc:sldMkLst>
      </pc:sldChg>
      <pc:sldChg chg="modNotesTx">
        <pc:chgData name="Ankit Gupta" userId="9341efab-fd77-4bec-aaf0-b88973f19641" providerId="ADAL" clId="{33032808-5170-4464-880C-F560C6F1454D}" dt="2025-08-07T08:27:41.889" v="8726" actId="20577"/>
        <pc:sldMkLst>
          <pc:docMk/>
          <pc:sldMk cId="2875627939" sldId="399"/>
        </pc:sldMkLst>
      </pc:sldChg>
      <pc:sldChg chg="addSp delSp modSp mod modNotesTx">
        <pc:chgData name="Ankit Gupta" userId="9341efab-fd77-4bec-aaf0-b88973f19641" providerId="ADAL" clId="{33032808-5170-4464-880C-F560C6F1454D}" dt="2025-08-06T06:46:05.898" v="6839" actId="20577"/>
        <pc:sldMkLst>
          <pc:docMk/>
          <pc:sldMk cId="357562796" sldId="403"/>
        </pc:sldMkLst>
      </pc:sldChg>
      <pc:sldChg chg="delSp modSp mod modCm modNotesTx">
        <pc:chgData name="Ankit Gupta" userId="9341efab-fd77-4bec-aaf0-b88973f19641" providerId="ADAL" clId="{33032808-5170-4464-880C-F560C6F1454D}" dt="2025-08-06T06:48:48.535" v="6851" actId="20577"/>
        <pc:sldMkLst>
          <pc:docMk/>
          <pc:sldMk cId="2803584884" sldId="406"/>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4T11:50:02.150" v="975" actId="20577"/>
              <pc2:cmMkLst xmlns:pc2="http://schemas.microsoft.com/office/powerpoint/2019/9/main/command">
                <pc:docMk/>
                <pc:sldMk cId="2803584884" sldId="406"/>
                <pc2:cmMk id="{B107A125-678D-45E0-9AAA-D2A36612527B}"/>
              </pc2:cmMkLst>
            </pc226:cmChg>
          </p:ext>
        </pc:extLst>
      </pc:sldChg>
      <pc:sldChg chg="modSp mod modNotesTx">
        <pc:chgData name="Ankit Gupta" userId="9341efab-fd77-4bec-aaf0-b88973f19641" providerId="ADAL" clId="{33032808-5170-4464-880C-F560C6F1454D}" dt="2025-08-06T10:12:56.436" v="7172" actId="20577"/>
        <pc:sldMkLst>
          <pc:docMk/>
          <pc:sldMk cId="1557365364" sldId="667"/>
        </pc:sldMkLst>
      </pc:sldChg>
      <pc:sldChg chg="modSp mod modCm modNotesTx">
        <pc:chgData name="Ankit Gupta" userId="9341efab-fd77-4bec-aaf0-b88973f19641" providerId="ADAL" clId="{33032808-5170-4464-880C-F560C6F1454D}" dt="2025-08-06T10:42:41.571" v="7603" actId="20577"/>
        <pc:sldMkLst>
          <pc:docMk/>
          <pc:sldMk cId="207630026" sldId="668"/>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5T18:24:34.443" v="6479" actId="20577"/>
              <pc2:cmMkLst xmlns:pc2="http://schemas.microsoft.com/office/powerpoint/2019/9/main/command">
                <pc:docMk/>
                <pc:sldMk cId="207630026" sldId="668"/>
                <pc2:cmMk id="{64BA51DE-85D1-4105-B9C7-467C69F85962}"/>
              </pc2:cmMkLst>
            </pc226:cmChg>
          </p:ext>
        </pc:extLst>
      </pc:sldChg>
      <pc:sldChg chg="addSp delSp modSp mod modCm modNotesTx">
        <pc:chgData name="Ankit Gupta" userId="9341efab-fd77-4bec-aaf0-b88973f19641" providerId="ADAL" clId="{33032808-5170-4464-880C-F560C6F1454D}" dt="2025-08-06T11:43:51.032" v="8461" actId="478"/>
        <pc:sldMkLst>
          <pc:docMk/>
          <pc:sldMk cId="1811166724" sldId="673"/>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6T11:43:42.261" v="8443" actId="20577"/>
              <pc2:cmMkLst xmlns:pc2="http://schemas.microsoft.com/office/powerpoint/2019/9/main/command">
                <pc:docMk/>
                <pc:sldMk cId="1811166724" sldId="673"/>
                <pc2:cmMk id="{121F04B6-B42B-4C85-83E5-FE65567430DB}"/>
              </pc2:cmMkLst>
            </pc226:cmChg>
          </p:ext>
        </pc:extLst>
      </pc:sldChg>
      <pc:sldChg chg="modSp mod modNotesTx">
        <pc:chgData name="Ankit Gupta" userId="9341efab-fd77-4bec-aaf0-b88973f19641" providerId="ADAL" clId="{33032808-5170-4464-880C-F560C6F1454D}" dt="2025-08-07T07:59:47.224" v="8590" actId="20577"/>
        <pc:sldMkLst>
          <pc:docMk/>
          <pc:sldMk cId="4262009649" sldId="676"/>
        </pc:sldMkLst>
      </pc:sldChg>
      <pc:sldChg chg="addSp delSp modSp del mod modShow">
        <pc:chgData name="Ankit Gupta" userId="9341efab-fd77-4bec-aaf0-b88973f19641" providerId="ADAL" clId="{33032808-5170-4464-880C-F560C6F1454D}" dt="2025-08-06T10:51:40.443" v="7630" actId="47"/>
        <pc:sldMkLst>
          <pc:docMk/>
          <pc:sldMk cId="1913921906" sldId="679"/>
        </pc:sldMkLst>
      </pc:sldChg>
      <pc:sldChg chg="modNotesTx">
        <pc:chgData name="Ankit Gupta" userId="9341efab-fd77-4bec-aaf0-b88973f19641" providerId="ADAL" clId="{33032808-5170-4464-880C-F560C6F1454D}" dt="2025-08-06T10:59:33.908" v="7762" actId="20577"/>
        <pc:sldMkLst>
          <pc:docMk/>
          <pc:sldMk cId="3099773658" sldId="684"/>
        </pc:sldMkLst>
      </pc:sldChg>
      <pc:sldChg chg="addSp delSp modSp del mod modShow modCm">
        <pc:chgData name="Ankit Gupta" userId="9341efab-fd77-4bec-aaf0-b88973f19641" providerId="ADAL" clId="{33032808-5170-4464-880C-F560C6F1454D}" dt="2025-08-06T10:51:27.224" v="7628" actId="47"/>
        <pc:sldMkLst>
          <pc:docMk/>
          <pc:sldMk cId="971978574" sldId="706"/>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4T12:56:31.002" v="1304" actId="20577"/>
              <pc2:cmMkLst xmlns:pc2="http://schemas.microsoft.com/office/powerpoint/2019/9/main/command">
                <pc:docMk/>
                <pc:sldMk cId="971978574" sldId="706"/>
                <pc2:cmMk id="{9A138D84-0FEB-43D8-A813-B2670677C733}"/>
              </pc2:cmMkLst>
            </pc226:cmChg>
            <pc226:cmChg xmlns:pc226="http://schemas.microsoft.com/office/powerpoint/2022/06/main/command" chg="mod">
              <pc226:chgData name="Ankit Gupta" userId="9341efab-fd77-4bec-aaf0-b88973f19641" providerId="ADAL" clId="{33032808-5170-4464-880C-F560C6F1454D}" dt="2025-08-04T12:38:57.313" v="1261"/>
              <pc2:cmMkLst xmlns:pc2="http://schemas.microsoft.com/office/powerpoint/2019/9/main/command">
                <pc:docMk/>
                <pc:sldMk cId="971978574" sldId="706"/>
                <pc2:cmMk id="{CD51A0BE-F2A3-4EB7-BB58-A08E14B15239}"/>
              </pc2:cmMkLst>
            </pc226:cmChg>
          </p:ext>
        </pc:extLst>
      </pc:sldChg>
      <pc:sldChg chg="modNotesTx">
        <pc:chgData name="Ankit Gupta" userId="9341efab-fd77-4bec-aaf0-b88973f19641" providerId="ADAL" clId="{33032808-5170-4464-880C-F560C6F1454D}" dt="2025-08-06T10:16:58.815" v="7208" actId="20577"/>
        <pc:sldMkLst>
          <pc:docMk/>
          <pc:sldMk cId="4288365809" sldId="707"/>
        </pc:sldMkLst>
      </pc:sldChg>
      <pc:sldChg chg="modSp mod modCm modNotesTx">
        <pc:chgData name="Ankit Gupta" userId="9341efab-fd77-4bec-aaf0-b88973f19641" providerId="ADAL" clId="{33032808-5170-4464-880C-F560C6F1454D}" dt="2025-08-06T09:55:10.313" v="7091" actId="20577"/>
        <pc:sldMkLst>
          <pc:docMk/>
          <pc:sldMk cId="1313552826" sldId="710"/>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4T12:38:26.070" v="1260"/>
              <pc2:cmMkLst xmlns:pc2="http://schemas.microsoft.com/office/powerpoint/2019/9/main/command">
                <pc:docMk/>
                <pc:sldMk cId="1313552826" sldId="710"/>
                <pc2:cmMk id="{94E198CE-B5A6-46BB-A20E-25C145D1E07B}"/>
              </pc2:cmMkLst>
            </pc226:cmChg>
          </p:ext>
        </pc:extLst>
      </pc:sldChg>
      <pc:sldChg chg="modSp del mod modShow">
        <pc:chgData name="Ankit Gupta" userId="9341efab-fd77-4bec-aaf0-b88973f19641" providerId="ADAL" clId="{33032808-5170-4464-880C-F560C6F1454D}" dt="2025-08-06T10:51:47.785" v="7632" actId="47"/>
        <pc:sldMkLst>
          <pc:docMk/>
          <pc:sldMk cId="3047877279" sldId="711"/>
        </pc:sldMkLst>
      </pc:sldChg>
      <pc:sldChg chg="addSp delSp modSp del mod modShow modCm">
        <pc:chgData name="Ankit Gupta" userId="9341efab-fd77-4bec-aaf0-b88973f19641" providerId="ADAL" clId="{33032808-5170-4464-880C-F560C6F1454D}" dt="2025-08-06T10:51:43.715" v="7631" actId="47"/>
        <pc:sldMkLst>
          <pc:docMk/>
          <pc:sldMk cId="2690170284" sldId="712"/>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5T04:54:00.078" v="1401"/>
              <pc2:cmMkLst xmlns:pc2="http://schemas.microsoft.com/office/powerpoint/2019/9/main/command">
                <pc:docMk/>
                <pc:sldMk cId="2690170284" sldId="712"/>
                <pc2:cmMk id="{7D30F10D-E7E9-494A-B733-63056161C4D7}"/>
              </pc2:cmMkLst>
            </pc226:cmChg>
            <pc226:cmChg xmlns:pc226="http://schemas.microsoft.com/office/powerpoint/2022/06/main/command" chg="mod">
              <pc226:chgData name="Ankit Gupta" userId="9341efab-fd77-4bec-aaf0-b88973f19641" providerId="ADAL" clId="{33032808-5170-4464-880C-F560C6F1454D}" dt="2025-08-05T12:02:32.824" v="4763" actId="478"/>
              <pc2:cmMkLst xmlns:pc2="http://schemas.microsoft.com/office/powerpoint/2019/9/main/command">
                <pc:docMk/>
                <pc:sldMk cId="2690170284" sldId="712"/>
                <pc2:cmMk id="{12530917-B3C4-4C76-B35E-395EF3989B5E}"/>
              </pc2:cmMkLst>
            </pc226:cmChg>
          </p:ext>
        </pc:extLst>
      </pc:sldChg>
      <pc:sldChg chg="addSp delSp modSp del mod modShow modCm">
        <pc:chgData name="Ankit Gupta" userId="9341efab-fd77-4bec-aaf0-b88973f19641" providerId="ADAL" clId="{33032808-5170-4464-880C-F560C6F1454D}" dt="2025-08-06T10:51:29.802" v="7629" actId="47"/>
        <pc:sldMkLst>
          <pc:docMk/>
          <pc:sldMk cId="3514722894" sldId="719"/>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5T09:20:23.537" v="4176" actId="478"/>
              <pc2:cmMkLst xmlns:pc2="http://schemas.microsoft.com/office/powerpoint/2019/9/main/command">
                <pc:docMk/>
                <pc:sldMk cId="3514722894" sldId="719"/>
                <pc2:cmMk id="{901DF7ED-32B1-47C0-8D38-F004DC9DC265}"/>
              </pc2:cmMkLst>
            </pc226:cmChg>
          </p:ext>
        </pc:extLst>
      </pc:sldChg>
      <pc:sldChg chg="addSp delSp modSp mod modNotesTx">
        <pc:chgData name="Ankit Gupta" userId="9341efab-fd77-4bec-aaf0-b88973f19641" providerId="ADAL" clId="{33032808-5170-4464-880C-F560C6F1454D}" dt="2025-08-07T11:22:38.726" v="10132" actId="1076"/>
        <pc:sldMkLst>
          <pc:docMk/>
          <pc:sldMk cId="604728522" sldId="720"/>
        </pc:sldMkLst>
      </pc:sldChg>
      <pc:sldChg chg="addSp delSp modSp mod modNotesTx">
        <pc:chgData name="Ankit Gupta" userId="9341efab-fd77-4bec-aaf0-b88973f19641" providerId="ADAL" clId="{33032808-5170-4464-880C-F560C6F1454D}" dt="2025-08-06T11:37:14.056" v="8433" actId="20577"/>
        <pc:sldMkLst>
          <pc:docMk/>
          <pc:sldMk cId="916311908" sldId="722"/>
        </pc:sldMkLst>
      </pc:sldChg>
      <pc:sldChg chg="addSp delSp modSp mod modCm modNotesTx">
        <pc:chgData name="Ankit Gupta" userId="9341efab-fd77-4bec-aaf0-b88973f19641" providerId="ADAL" clId="{33032808-5170-4464-880C-F560C6F1454D}" dt="2025-08-06T11:36:31.970" v="8431" actId="1076"/>
        <pc:sldMkLst>
          <pc:docMk/>
          <pc:sldMk cId="3124470153" sldId="723"/>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4T12:24:08.790" v="1155" actId="20577"/>
              <pc2:cmMkLst xmlns:pc2="http://schemas.microsoft.com/office/powerpoint/2019/9/main/command">
                <pc:docMk/>
                <pc:sldMk cId="3124470153" sldId="723"/>
                <pc2:cmMk id="{995D0C18-429C-491E-A7BA-3D56F63DA1EA}"/>
              </pc2:cmMkLst>
            </pc226:cmChg>
            <pc226:cmChg xmlns:pc226="http://schemas.microsoft.com/office/powerpoint/2022/06/main/command" chg="mod">
              <pc226:chgData name="Ankit Gupta" userId="9341efab-fd77-4bec-aaf0-b88973f19641" providerId="ADAL" clId="{33032808-5170-4464-880C-F560C6F1454D}" dt="2025-08-04T12:23:15.942" v="1129" actId="20577"/>
              <pc2:cmMkLst xmlns:pc2="http://schemas.microsoft.com/office/powerpoint/2019/9/main/command">
                <pc:docMk/>
                <pc:sldMk cId="3124470153" sldId="723"/>
                <pc2:cmMk id="{2CFA51D6-BFFD-42BA-8263-03DEE1B93058}"/>
              </pc2:cmMkLst>
            </pc226:cmChg>
          </p:ext>
        </pc:extLst>
      </pc:sldChg>
      <pc:sldChg chg="modNotesTx">
        <pc:chgData name="Ankit Gupta" userId="9341efab-fd77-4bec-aaf0-b88973f19641" providerId="ADAL" clId="{33032808-5170-4464-880C-F560C6F1454D}" dt="2025-08-06T09:48:20.209" v="7075" actId="5793"/>
        <pc:sldMkLst>
          <pc:docMk/>
          <pc:sldMk cId="521064137" sldId="724"/>
        </pc:sldMkLst>
      </pc:sldChg>
      <pc:sldChg chg="addSp delSp modSp del mod modShow modCm modNotesTx">
        <pc:chgData name="Ankit Gupta" userId="9341efab-fd77-4bec-aaf0-b88973f19641" providerId="ADAL" clId="{33032808-5170-4464-880C-F560C6F1454D}" dt="2025-08-12T08:42:52.134" v="14180" actId="47"/>
        <pc:sldMkLst>
          <pc:docMk/>
          <pc:sldMk cId="1064047565" sldId="725"/>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5T12:13:37.152" v="4984" actId="20577"/>
              <pc2:cmMkLst xmlns:pc2="http://schemas.microsoft.com/office/powerpoint/2019/9/main/command">
                <pc:docMk/>
                <pc:sldMk cId="1064047565" sldId="725"/>
                <pc2:cmMk id="{02B1B13C-EADF-40F2-9C4D-E718DF3C5ADF}"/>
              </pc2:cmMkLst>
            </pc226:cmChg>
            <pc226:cmChg xmlns:pc226="http://schemas.microsoft.com/office/powerpoint/2022/06/main/command" chg="mod">
              <pc226:chgData name="Ankit Gupta" userId="9341efab-fd77-4bec-aaf0-b88973f19641" providerId="ADAL" clId="{33032808-5170-4464-880C-F560C6F1454D}" dt="2025-08-05T12:13:54.871" v="5002"/>
              <pc2:cmMkLst xmlns:pc2="http://schemas.microsoft.com/office/powerpoint/2019/9/main/command">
                <pc:docMk/>
                <pc:sldMk cId="1064047565" sldId="725"/>
                <pc2:cmMk id="{8D6B20BB-3C2E-4B8E-B1DF-AE50C96BDF15}"/>
              </pc2:cmMkLst>
            </pc226:cmChg>
          </p:ext>
        </pc:extLst>
      </pc:sldChg>
      <pc:sldChg chg="del mod modShow">
        <pc:chgData name="Ankit Gupta" userId="9341efab-fd77-4bec-aaf0-b88973f19641" providerId="ADAL" clId="{33032808-5170-4464-880C-F560C6F1454D}" dt="2025-08-06T10:51:52.349" v="7633" actId="47"/>
        <pc:sldMkLst>
          <pc:docMk/>
          <pc:sldMk cId="60826686" sldId="727"/>
        </pc:sldMkLst>
      </pc:sldChg>
      <pc:sldChg chg="modNotesTx">
        <pc:chgData name="Ankit Gupta" userId="9341efab-fd77-4bec-aaf0-b88973f19641" providerId="ADAL" clId="{33032808-5170-4464-880C-F560C6F1454D}" dt="2025-08-06T10:51:59.941" v="7634" actId="33524"/>
        <pc:sldMkLst>
          <pc:docMk/>
          <pc:sldMk cId="2397101922" sldId="729"/>
        </pc:sldMkLst>
      </pc:sldChg>
      <pc:sldChg chg="modSp mod modNotesTx">
        <pc:chgData name="Ankit Gupta" userId="9341efab-fd77-4bec-aaf0-b88973f19641" providerId="ADAL" clId="{33032808-5170-4464-880C-F560C6F1454D}" dt="2025-08-12T08:30:03.046" v="14114" actId="207"/>
        <pc:sldMkLst>
          <pc:docMk/>
          <pc:sldMk cId="214786484" sldId="730"/>
        </pc:sldMkLst>
      </pc:sldChg>
      <pc:sldChg chg="modSp mod">
        <pc:chgData name="Ankit Gupta" userId="9341efab-fd77-4bec-aaf0-b88973f19641" providerId="ADAL" clId="{33032808-5170-4464-880C-F560C6F1454D}" dt="2025-08-12T08:37:03.982" v="14145" actId="20577"/>
        <pc:sldMkLst>
          <pc:docMk/>
          <pc:sldMk cId="2846950485" sldId="742"/>
        </pc:sldMkLst>
      </pc:sldChg>
      <pc:sldChg chg="modSp mod modNotesTx">
        <pc:chgData name="Ankit Gupta" userId="9341efab-fd77-4bec-aaf0-b88973f19641" providerId="ADAL" clId="{33032808-5170-4464-880C-F560C6F1454D}" dt="2025-08-06T11:10:52.360" v="8123" actId="20577"/>
        <pc:sldMkLst>
          <pc:docMk/>
          <pc:sldMk cId="642797867" sldId="743"/>
        </pc:sldMkLst>
      </pc:sldChg>
      <pc:sldChg chg="del mod modShow">
        <pc:chgData name="Ankit Gupta" userId="9341efab-fd77-4bec-aaf0-b88973f19641" providerId="ADAL" clId="{33032808-5170-4464-880C-F560C6F1454D}" dt="2025-08-06T10:51:23.595" v="7627" actId="47"/>
        <pc:sldMkLst>
          <pc:docMk/>
          <pc:sldMk cId="933260608" sldId="745"/>
        </pc:sldMkLst>
      </pc:sldChg>
      <pc:sldChg chg="addSp delSp modSp mod modCm modNotesTx">
        <pc:chgData name="Ankit Gupta" userId="9341efab-fd77-4bec-aaf0-b88973f19641" providerId="ADAL" clId="{33032808-5170-4464-880C-F560C6F1454D}" dt="2025-08-06T10:55:02.953" v="7685" actId="20577"/>
        <pc:sldMkLst>
          <pc:docMk/>
          <pc:sldMk cId="2790670616" sldId="747"/>
        </pc:sldMkLst>
        <pc:extLst>
          <p:ext xmlns:p="http://schemas.openxmlformats.org/presentationml/2006/main" uri="{D6D511B9-2390-475A-947B-AFAB55BFBCF1}">
            <pc226:cmChg xmlns:pc226="http://schemas.microsoft.com/office/powerpoint/2022/06/main/command" chg="mod">
              <pc226:chgData name="Ankit Gupta" userId="9341efab-fd77-4bec-aaf0-b88973f19641" providerId="ADAL" clId="{33032808-5170-4464-880C-F560C6F1454D}" dt="2025-08-04T10:51:29.966" v="815" actId="20577"/>
              <pc2:cmMkLst xmlns:pc2="http://schemas.microsoft.com/office/powerpoint/2019/9/main/command">
                <pc:docMk/>
                <pc:sldMk cId="2790670616" sldId="747"/>
                <pc2:cmMk id="{3840C2C3-0870-4B42-AE5E-BEB619EA7863}"/>
              </pc2:cmMkLst>
            </pc226:cmChg>
          </p:ext>
        </pc:extLst>
      </pc:sldChg>
      <pc:sldChg chg="modSp mod modNotesTx">
        <pc:chgData name="Ankit Gupta" userId="9341efab-fd77-4bec-aaf0-b88973f19641" providerId="ADAL" clId="{33032808-5170-4464-880C-F560C6F1454D}" dt="2025-08-12T07:00:54.361" v="12892" actId="14100"/>
        <pc:sldMkLst>
          <pc:docMk/>
          <pc:sldMk cId="2976147801" sldId="748"/>
        </pc:sldMkLst>
      </pc:sldChg>
      <pc:sldChg chg="modNotesTx">
        <pc:chgData name="Ankit Gupta" userId="9341efab-fd77-4bec-aaf0-b88973f19641" providerId="ADAL" clId="{33032808-5170-4464-880C-F560C6F1454D}" dt="2025-08-06T11:03:20.164" v="7816" actId="20577"/>
        <pc:sldMkLst>
          <pc:docMk/>
          <pc:sldMk cId="2739264567" sldId="749"/>
        </pc:sldMkLst>
      </pc:sldChg>
      <pc:sldChg chg="modNotesTx">
        <pc:chgData name="Ankit Gupta" userId="9341efab-fd77-4bec-aaf0-b88973f19641" providerId="ADAL" clId="{33032808-5170-4464-880C-F560C6F1454D}" dt="2025-08-06T11:08:05.111" v="7896" actId="20577"/>
        <pc:sldMkLst>
          <pc:docMk/>
          <pc:sldMk cId="3100103599" sldId="750"/>
        </pc:sldMkLst>
      </pc:sldChg>
      <pc:sldChg chg="addSp delSp modSp mod modNotesTx">
        <pc:chgData name="Ankit Gupta" userId="9341efab-fd77-4bec-aaf0-b88973f19641" providerId="ADAL" clId="{33032808-5170-4464-880C-F560C6F1454D}" dt="2025-08-06T11:16:38.126" v="8135" actId="20577"/>
        <pc:sldMkLst>
          <pc:docMk/>
          <pc:sldMk cId="1810236512" sldId="751"/>
        </pc:sldMkLst>
      </pc:sldChg>
      <pc:sldChg chg="addSp delSp modSp mod modNotesTx">
        <pc:chgData name="Ankit Gupta" userId="9341efab-fd77-4bec-aaf0-b88973f19641" providerId="ADAL" clId="{33032808-5170-4464-880C-F560C6F1454D}" dt="2025-08-06T11:22:18.184" v="8194" actId="20577"/>
        <pc:sldMkLst>
          <pc:docMk/>
          <pc:sldMk cId="719801794" sldId="752"/>
        </pc:sldMkLst>
      </pc:sldChg>
      <pc:sldChg chg="addSp delSp modSp mod modNotesTx">
        <pc:chgData name="Ankit Gupta" userId="9341efab-fd77-4bec-aaf0-b88973f19641" providerId="ADAL" clId="{33032808-5170-4464-880C-F560C6F1454D}" dt="2025-08-06T11:24:14.637" v="8221" actId="20577"/>
        <pc:sldMkLst>
          <pc:docMk/>
          <pc:sldMk cId="3219797329" sldId="753"/>
        </pc:sldMkLst>
      </pc:sldChg>
      <pc:sldChg chg="addSp delSp modSp mod modNotesTx">
        <pc:chgData name="Ankit Gupta" userId="9341efab-fd77-4bec-aaf0-b88973f19641" providerId="ADAL" clId="{33032808-5170-4464-880C-F560C6F1454D}" dt="2025-08-06T11:50:01.881" v="8464" actId="20577"/>
        <pc:sldMkLst>
          <pc:docMk/>
          <pc:sldMk cId="1272999391" sldId="754"/>
        </pc:sldMkLst>
      </pc:sldChg>
      <pc:sldChg chg="modSp mod">
        <pc:chgData name="Ankit Gupta" userId="9341efab-fd77-4bec-aaf0-b88973f19641" providerId="ADAL" clId="{33032808-5170-4464-880C-F560C6F1454D}" dt="2025-08-12T08:41:01.065" v="14177" actId="20577"/>
        <pc:sldMkLst>
          <pc:docMk/>
          <pc:sldMk cId="2744533070" sldId="755"/>
        </pc:sldMkLst>
      </pc:sldChg>
      <pc:sldChg chg="modSp mod">
        <pc:chgData name="Ankit Gupta" userId="9341efab-fd77-4bec-aaf0-b88973f19641" providerId="ADAL" clId="{33032808-5170-4464-880C-F560C6F1454D}" dt="2025-08-12T08:05:24.838" v="13761"/>
        <pc:sldMkLst>
          <pc:docMk/>
          <pc:sldMk cId="3970234592" sldId="756"/>
        </pc:sldMkLst>
      </pc:sldChg>
      <pc:sldChg chg="modSp del mod modShow modNotesTx">
        <pc:chgData name="Ankit Gupta" userId="9341efab-fd77-4bec-aaf0-b88973f19641" providerId="ADAL" clId="{33032808-5170-4464-880C-F560C6F1454D}" dt="2025-08-12T08:42:40.897" v="14178" actId="47"/>
        <pc:sldMkLst>
          <pc:docMk/>
          <pc:sldMk cId="4181160072" sldId="757"/>
        </pc:sldMkLst>
      </pc:sldChg>
      <pc:sldChg chg="modSp mod modNotesTx">
        <pc:chgData name="Ankit Gupta" userId="9341efab-fd77-4bec-aaf0-b88973f19641" providerId="ADAL" clId="{33032808-5170-4464-880C-F560C6F1454D}" dt="2025-08-06T10:26:09.887" v="7323" actId="20577"/>
        <pc:sldMkLst>
          <pc:docMk/>
          <pc:sldMk cId="224902423" sldId="758"/>
        </pc:sldMkLst>
      </pc:sldChg>
      <pc:sldChg chg="del modNotesTx">
        <pc:chgData name="Ankit Gupta" userId="9341efab-fd77-4bec-aaf0-b88973f19641" providerId="ADAL" clId="{33032808-5170-4464-880C-F560C6F1454D}" dt="2025-08-07T11:33:12.341" v="10248" actId="47"/>
        <pc:sldMkLst>
          <pc:docMk/>
          <pc:sldMk cId="2564277897" sldId="760"/>
        </pc:sldMkLst>
      </pc:sldChg>
      <pc:sldChg chg="addSp delSp modSp add del mod">
        <pc:chgData name="Ankit Gupta" userId="9341efab-fd77-4bec-aaf0-b88973f19641" providerId="ADAL" clId="{33032808-5170-4464-880C-F560C6F1454D}" dt="2025-08-04T12:04:31.179" v="1058" actId="47"/>
        <pc:sldMkLst>
          <pc:docMk/>
          <pc:sldMk cId="1167634029" sldId="761"/>
        </pc:sldMkLst>
      </pc:sldChg>
      <pc:sldChg chg="addSp delSp add del mod">
        <pc:chgData name="Ankit Gupta" userId="9341efab-fd77-4bec-aaf0-b88973f19641" providerId="ADAL" clId="{33032808-5170-4464-880C-F560C6F1454D}" dt="2025-08-05T06:58:22.778" v="1558" actId="47"/>
        <pc:sldMkLst>
          <pc:docMk/>
          <pc:sldMk cId="1767711462" sldId="761"/>
        </pc:sldMkLst>
      </pc:sldChg>
      <pc:sldChg chg="add del">
        <pc:chgData name="Ankit Gupta" userId="9341efab-fd77-4bec-aaf0-b88973f19641" providerId="ADAL" clId="{33032808-5170-4464-880C-F560C6F1454D}" dt="2025-08-04T11:48:34.757" v="913" actId="2696"/>
        <pc:sldMkLst>
          <pc:docMk/>
          <pc:sldMk cId="2602511593" sldId="761"/>
        </pc:sldMkLst>
      </pc:sldChg>
      <pc:sldChg chg="addSp delSp modSp add del mod">
        <pc:chgData name="Ankit Gupta" userId="9341efab-fd77-4bec-aaf0-b88973f19641" providerId="ADAL" clId="{33032808-5170-4464-880C-F560C6F1454D}" dt="2025-08-05T08:37:01.995" v="3632" actId="47"/>
        <pc:sldMkLst>
          <pc:docMk/>
          <pc:sldMk cId="1977881488" sldId="762"/>
        </pc:sldMkLst>
      </pc:sldChg>
      <pc:sldChg chg="addSp delSp modSp add del mod">
        <pc:chgData name="Ankit Gupta" userId="9341efab-fd77-4bec-aaf0-b88973f19641" providerId="ADAL" clId="{33032808-5170-4464-880C-F560C6F1454D}" dt="2025-08-05T08:49:23.747" v="3764" actId="47"/>
        <pc:sldMkLst>
          <pc:docMk/>
          <pc:sldMk cId="1514877073" sldId="763"/>
        </pc:sldMkLst>
      </pc:sldChg>
      <pc:sldChg chg="addSp delSp modSp add mod modNotesTx">
        <pc:chgData name="Ankit Gupta" userId="9341efab-fd77-4bec-aaf0-b88973f19641" providerId="ADAL" clId="{33032808-5170-4464-880C-F560C6F1454D}" dt="2025-08-06T10:00:13.130" v="7118" actId="20577"/>
        <pc:sldMkLst>
          <pc:docMk/>
          <pc:sldMk cId="819758384" sldId="764"/>
        </pc:sldMkLst>
      </pc:sldChg>
      <pc:sldChg chg="addSp delSp modSp add mod modNotesTx">
        <pc:chgData name="Ankit Gupta" userId="9341efab-fd77-4bec-aaf0-b88973f19641" providerId="ADAL" clId="{33032808-5170-4464-880C-F560C6F1454D}" dt="2025-08-12T07:40:34.329" v="13326" actId="1076"/>
        <pc:sldMkLst>
          <pc:docMk/>
          <pc:sldMk cId="3543166900" sldId="765"/>
        </pc:sldMkLst>
      </pc:sldChg>
      <pc:sldChg chg="add del">
        <pc:chgData name="Ankit Gupta" userId="9341efab-fd77-4bec-aaf0-b88973f19641" providerId="ADAL" clId="{33032808-5170-4464-880C-F560C6F1454D}" dt="2025-08-05T08:37:52.146" v="3634" actId="47"/>
        <pc:sldMkLst>
          <pc:docMk/>
          <pc:sldMk cId="1913309232" sldId="766"/>
        </pc:sldMkLst>
      </pc:sldChg>
      <pc:sldChg chg="add del">
        <pc:chgData name="Ankit Gupta" userId="9341efab-fd77-4bec-aaf0-b88973f19641" providerId="ADAL" clId="{33032808-5170-4464-880C-F560C6F1454D}" dt="2025-08-05T08:37:48.859" v="3633" actId="47"/>
        <pc:sldMkLst>
          <pc:docMk/>
          <pc:sldMk cId="3379913798" sldId="767"/>
        </pc:sldMkLst>
      </pc:sldChg>
      <pc:sldChg chg="addSp delSp modSp add mod modNotesTx">
        <pc:chgData name="Ankit Gupta" userId="9341efab-fd77-4bec-aaf0-b88973f19641" providerId="ADAL" clId="{33032808-5170-4464-880C-F560C6F1454D}" dt="2025-08-12T07:34:29.277" v="13222" actId="20577"/>
        <pc:sldMkLst>
          <pc:docMk/>
          <pc:sldMk cId="778631582" sldId="768"/>
        </pc:sldMkLst>
      </pc:sldChg>
      <pc:sldChg chg="addSp delSp modSp add mod modNotesTx">
        <pc:chgData name="Ankit Gupta" userId="9341efab-fd77-4bec-aaf0-b88973f19641" providerId="ADAL" clId="{33032808-5170-4464-880C-F560C6F1454D}" dt="2025-08-06T09:57:53.293" v="7105" actId="20577"/>
        <pc:sldMkLst>
          <pc:docMk/>
          <pc:sldMk cId="444140894" sldId="769"/>
        </pc:sldMkLst>
      </pc:sldChg>
      <pc:sldChg chg="addSp delSp modSp add del mod">
        <pc:chgData name="Ankit Gupta" userId="9341efab-fd77-4bec-aaf0-b88973f19641" providerId="ADAL" clId="{33032808-5170-4464-880C-F560C6F1454D}" dt="2025-08-05T09:02:38.597" v="3808" actId="47"/>
        <pc:sldMkLst>
          <pc:docMk/>
          <pc:sldMk cId="2980685033" sldId="769"/>
        </pc:sldMkLst>
      </pc:sldChg>
      <pc:sldChg chg="add del">
        <pc:chgData name="Ankit Gupta" userId="9341efab-fd77-4bec-aaf0-b88973f19641" providerId="ADAL" clId="{33032808-5170-4464-880C-F560C6F1454D}" dt="2025-08-05T10:14:01.468" v="4541" actId="47"/>
        <pc:sldMkLst>
          <pc:docMk/>
          <pc:sldMk cId="1298505431" sldId="770"/>
        </pc:sldMkLst>
      </pc:sldChg>
      <pc:sldChg chg="add del">
        <pc:chgData name="Ankit Gupta" userId="9341efab-fd77-4bec-aaf0-b88973f19641" providerId="ADAL" clId="{33032808-5170-4464-880C-F560C6F1454D}" dt="2025-08-05T12:02:12.438" v="4760" actId="47"/>
        <pc:sldMkLst>
          <pc:docMk/>
          <pc:sldMk cId="1518410559" sldId="770"/>
        </pc:sldMkLst>
      </pc:sldChg>
      <pc:sldChg chg="addSp delSp modSp add mod modNotesTx">
        <pc:chgData name="Ankit Gupta" userId="9341efab-fd77-4bec-aaf0-b88973f19641" providerId="ADAL" clId="{33032808-5170-4464-880C-F560C6F1454D}" dt="2025-08-07T07:55:24.045" v="8484" actId="20577"/>
        <pc:sldMkLst>
          <pc:docMk/>
          <pc:sldMk cId="2549042833" sldId="770"/>
        </pc:sldMkLst>
      </pc:sldChg>
      <pc:sldChg chg="add del">
        <pc:chgData name="Ankit Gupta" userId="9341efab-fd77-4bec-aaf0-b88973f19641" providerId="ADAL" clId="{33032808-5170-4464-880C-F560C6F1454D}" dt="2025-08-05T09:02:41.891" v="3809" actId="47"/>
        <pc:sldMkLst>
          <pc:docMk/>
          <pc:sldMk cId="2652644156" sldId="770"/>
        </pc:sldMkLst>
      </pc:sldChg>
      <pc:sldChg chg="addSp delSp modSp add mod modNotesTx">
        <pc:chgData name="Ankit Gupta" userId="9341efab-fd77-4bec-aaf0-b88973f19641" providerId="ADAL" clId="{33032808-5170-4464-880C-F560C6F1454D}" dt="2025-08-12T08:07:31.557" v="13773" actId="20577"/>
        <pc:sldMkLst>
          <pc:docMk/>
          <pc:sldMk cId="1427205197" sldId="771"/>
        </pc:sldMkLst>
      </pc:sldChg>
      <pc:sldChg chg="addSp delSp modSp add mod modNotesTx">
        <pc:chgData name="Ankit Gupta" userId="9341efab-fd77-4bec-aaf0-b88973f19641" providerId="ADAL" clId="{33032808-5170-4464-880C-F560C6F1454D}" dt="2025-08-12T08:25:09.960" v="14085" actId="1035"/>
        <pc:sldMkLst>
          <pc:docMk/>
          <pc:sldMk cId="1903435486" sldId="772"/>
        </pc:sldMkLst>
      </pc:sldChg>
      <pc:sldChg chg="modSp add mod">
        <pc:chgData name="Ankit Gupta" userId="9341efab-fd77-4bec-aaf0-b88973f19641" providerId="ADAL" clId="{33032808-5170-4464-880C-F560C6F1454D}" dt="2025-08-07T08:04:04.167" v="8696" actId="1076"/>
        <pc:sldMkLst>
          <pc:docMk/>
          <pc:sldMk cId="887981130" sldId="773"/>
        </pc:sldMkLst>
      </pc:sldChg>
      <pc:sldChg chg="addSp delSp modSp add del mod modNotesTx">
        <pc:chgData name="Ankit Gupta" userId="9341efab-fd77-4bec-aaf0-b88973f19641" providerId="ADAL" clId="{33032808-5170-4464-880C-F560C6F1454D}" dt="2025-08-11T07:30:26.766" v="12187"/>
        <pc:sldMkLst>
          <pc:docMk/>
          <pc:sldMk cId="919206416" sldId="774"/>
        </pc:sldMkLst>
      </pc:sldChg>
      <pc:sldChg chg="addSp delSp modSp add mod modNotesTx">
        <pc:chgData name="Ankit Gupta" userId="9341efab-fd77-4bec-aaf0-b88973f19641" providerId="ADAL" clId="{33032808-5170-4464-880C-F560C6F1454D}" dt="2025-08-11T07:30:41.532" v="12205"/>
        <pc:sldMkLst>
          <pc:docMk/>
          <pc:sldMk cId="1367896156" sldId="775"/>
        </pc:sldMkLst>
      </pc:sldChg>
      <pc:sldChg chg="addSp delSp modSp add mod modNotesTx">
        <pc:chgData name="Ankit Gupta" userId="9341efab-fd77-4bec-aaf0-b88973f19641" providerId="ADAL" clId="{33032808-5170-4464-880C-F560C6F1454D}" dt="2025-08-11T07:14:46.009" v="11623" actId="20577"/>
        <pc:sldMkLst>
          <pc:docMk/>
          <pc:sldMk cId="1149383530" sldId="776"/>
        </pc:sldMkLst>
      </pc:sldChg>
      <pc:sldChg chg="modSp add del mod">
        <pc:chgData name="Ankit Gupta" userId="9341efab-fd77-4bec-aaf0-b88973f19641" providerId="ADAL" clId="{33032808-5170-4464-880C-F560C6F1454D}" dt="2025-08-11T07:17:20.843" v="11659" actId="47"/>
        <pc:sldMkLst>
          <pc:docMk/>
          <pc:sldMk cId="943687716" sldId="777"/>
        </pc:sldMkLst>
      </pc:sldChg>
      <pc:sldChg chg="addSp delSp modSp add mod modNotesTx">
        <pc:chgData name="Ankit Gupta" userId="9341efab-fd77-4bec-aaf0-b88973f19641" providerId="ADAL" clId="{33032808-5170-4464-880C-F560C6F1454D}" dt="2025-08-11T07:17:00.586" v="11657" actId="20577"/>
        <pc:sldMkLst>
          <pc:docMk/>
          <pc:sldMk cId="3488951266" sldId="778"/>
        </pc:sldMkLst>
      </pc:sldChg>
      <pc:sldChg chg="addSp delSp modSp add mod modNotesTx">
        <pc:chgData name="Ankit Gupta" userId="9341efab-fd77-4bec-aaf0-b88973f19641" providerId="ADAL" clId="{33032808-5170-4464-880C-F560C6F1454D}" dt="2025-08-11T07:34:38.838" v="12214" actId="20577"/>
        <pc:sldMkLst>
          <pc:docMk/>
          <pc:sldMk cId="2958235417" sldId="779"/>
        </pc:sldMkLst>
      </pc:sldChg>
      <pc:sldChg chg="addSp delSp modSp add del mod">
        <pc:chgData name="Ankit Gupta" userId="9341efab-fd77-4bec-aaf0-b88973f19641" providerId="ADAL" clId="{33032808-5170-4464-880C-F560C6F1454D}" dt="2025-08-11T07:29:27.594" v="12133" actId="47"/>
        <pc:sldMkLst>
          <pc:docMk/>
          <pc:sldMk cId="157288749" sldId="780"/>
        </pc:sldMkLst>
      </pc:sldChg>
      <pc:sldChg chg="modSp add mod modNotesTx">
        <pc:chgData name="Ankit Gupta" userId="9341efab-fd77-4bec-aaf0-b88973f19641" providerId="ADAL" clId="{33032808-5170-4464-880C-F560C6F1454D}" dt="2025-08-11T08:02:55.328" v="12545" actId="20577"/>
        <pc:sldMkLst>
          <pc:docMk/>
          <pc:sldMk cId="4100013493" sldId="781"/>
        </pc:sldMkLst>
      </pc:sldChg>
      <pc:sldChg chg="addSp delSp modSp add mod modNotesTx">
        <pc:chgData name="Ankit Gupta" userId="9341efab-fd77-4bec-aaf0-b88973f19641" providerId="ADAL" clId="{33032808-5170-4464-880C-F560C6F1454D}" dt="2025-08-12T08:35:39.248" v="14128" actId="208"/>
        <pc:sldMkLst>
          <pc:docMk/>
          <pc:sldMk cId="1201256253" sldId="782"/>
        </pc:sldMkLst>
      </pc:sldChg>
      <pc:sldChg chg="delSp modSp add mod ord modNotesTx">
        <pc:chgData name="Ankit Gupta" userId="9341efab-fd77-4bec-aaf0-b88973f19641" providerId="ADAL" clId="{33032808-5170-4464-880C-F560C6F1454D}" dt="2025-08-12T08:34:22.556" v="14117" actId="207"/>
        <pc:sldMkLst>
          <pc:docMk/>
          <pc:sldMk cId="1406752189" sldId="783"/>
        </pc:sldMkLst>
      </pc:sldChg>
      <pc:sldChg chg="addSp delSp modSp add del mod">
        <pc:chgData name="Ankit Gupta" userId="9341efab-fd77-4bec-aaf0-b88973f19641" providerId="ADAL" clId="{33032808-5170-4464-880C-F560C6F1454D}" dt="2025-08-11T07:51:00.832" v="12465" actId="47"/>
        <pc:sldMkLst>
          <pc:docMk/>
          <pc:sldMk cId="4014476669" sldId="783"/>
        </pc:sldMkLst>
      </pc:sldChg>
      <pc:sldChg chg="modSp add mod modNotesTx">
        <pc:chgData name="Ankit Gupta" userId="9341efab-fd77-4bec-aaf0-b88973f19641" providerId="ADAL" clId="{33032808-5170-4464-880C-F560C6F1454D}" dt="2025-08-14T12:36:12.754" v="14190" actId="20577"/>
        <pc:sldMkLst>
          <pc:docMk/>
          <pc:sldMk cId="1654860915" sldId="784"/>
        </pc:sldMkLst>
      </pc:sldChg>
      <pc:sldChg chg="add del">
        <pc:chgData name="Ankit Gupta" userId="9341efab-fd77-4bec-aaf0-b88973f19641" providerId="ADAL" clId="{33032808-5170-4464-880C-F560C6F1454D}" dt="2025-08-11T07:54:58.603" v="12508" actId="47"/>
        <pc:sldMkLst>
          <pc:docMk/>
          <pc:sldMk cId="3274205328" sldId="784"/>
        </pc:sldMkLst>
      </pc:sldChg>
      <pc:sldChg chg="modSp add mod">
        <pc:chgData name="Ankit Gupta" userId="9341efab-fd77-4bec-aaf0-b88973f19641" providerId="ADAL" clId="{33032808-5170-4464-880C-F560C6F1454D}" dt="2025-08-12T07:48:12.716" v="13515" actId="20577"/>
        <pc:sldMkLst>
          <pc:docMk/>
          <pc:sldMk cId="1502917949" sldId="785"/>
        </pc:sldMkLst>
      </pc:sldChg>
      <pc:sldChg chg="addSp delSp modSp add del mod">
        <pc:chgData name="Ankit Gupta" userId="9341efab-fd77-4bec-aaf0-b88973f19641" providerId="ADAL" clId="{33032808-5170-4464-880C-F560C6F1454D}" dt="2025-08-12T07:42:26.075" v="13403" actId="47"/>
        <pc:sldMkLst>
          <pc:docMk/>
          <pc:sldMk cId="39765879" sldId="786"/>
        </pc:sldMkLst>
      </pc:sldChg>
      <pc:sldChg chg="delSp add del mod ord modShow">
        <pc:chgData name="Ankit Gupta" userId="9341efab-fd77-4bec-aaf0-b88973f19641" providerId="ADAL" clId="{33032808-5170-4464-880C-F560C6F1454D}" dt="2025-08-12T08:42:58.511" v="14181" actId="47"/>
        <pc:sldMkLst>
          <pc:docMk/>
          <pc:sldMk cId="1966235684" sldId="786"/>
        </pc:sldMkLst>
      </pc:sldChg>
    </pc:docChg>
  </pc:docChgLst>
  <pc:docChgLst>
    <pc:chgData name="Ankit Gupta" userId="9341efab-fd77-4bec-aaf0-b88973f19641" providerId="ADAL" clId="{82BD6A5C-90DD-4752-A152-E8C552E149EA}"/>
    <pc:docChg chg="undo redo custSel addSld delSld modSld sldOrd">
      <pc:chgData name="Ankit Gupta" userId="9341efab-fd77-4bec-aaf0-b88973f19641" providerId="ADAL" clId="{82BD6A5C-90DD-4752-A152-E8C552E149EA}" dt="2025-09-03T12:40:23.537" v="7181" actId="729"/>
      <pc:docMkLst>
        <pc:docMk/>
      </pc:docMkLst>
      <pc:sldChg chg="del">
        <pc:chgData name="Ankit Gupta" userId="9341efab-fd77-4bec-aaf0-b88973f19641" providerId="ADAL" clId="{82BD6A5C-90DD-4752-A152-E8C552E149EA}" dt="2025-08-21T10:31:11.752" v="1271" actId="47"/>
        <pc:sldMkLst>
          <pc:docMk/>
          <pc:sldMk cId="2785395732" sldId="290"/>
        </pc:sldMkLst>
      </pc:sldChg>
      <pc:sldChg chg="modSp del mod modShow">
        <pc:chgData name="Ankit Gupta" userId="9341efab-fd77-4bec-aaf0-b88973f19641" providerId="ADAL" clId="{82BD6A5C-90DD-4752-A152-E8C552E149EA}" dt="2025-08-28T07:48:19.631" v="5738" actId="2696"/>
        <pc:sldMkLst>
          <pc:docMk/>
          <pc:sldMk cId="2396102663" sldId="378"/>
        </pc:sldMkLst>
      </pc:sldChg>
      <pc:sldChg chg="modSp mod">
        <pc:chgData name="Ankit Gupta" userId="9341efab-fd77-4bec-aaf0-b88973f19641" providerId="ADAL" clId="{82BD6A5C-90DD-4752-A152-E8C552E149EA}" dt="2025-08-28T08:06:03.445" v="5816" actId="20577"/>
        <pc:sldMkLst>
          <pc:docMk/>
          <pc:sldMk cId="1331790163" sldId="391"/>
        </pc:sldMkLst>
        <pc:spChg chg="mod">
          <ac:chgData name="Ankit Gupta" userId="9341efab-fd77-4bec-aaf0-b88973f19641" providerId="ADAL" clId="{82BD6A5C-90DD-4752-A152-E8C552E149EA}" dt="2025-08-28T08:06:03.445" v="5816" actId="20577"/>
          <ac:spMkLst>
            <pc:docMk/>
            <pc:sldMk cId="1331790163" sldId="391"/>
            <ac:spMk id="2" creationId="{DE6F7494-6A45-E64A-DD81-4FB7F92434D5}"/>
          </ac:spMkLst>
        </pc:spChg>
      </pc:sldChg>
      <pc:sldChg chg="del mod modShow">
        <pc:chgData name="Ankit Gupta" userId="9341efab-fd77-4bec-aaf0-b88973f19641" providerId="ADAL" clId="{82BD6A5C-90DD-4752-A152-E8C552E149EA}" dt="2025-08-21T09:37:12.727" v="1080" actId="47"/>
        <pc:sldMkLst>
          <pc:docMk/>
          <pc:sldMk cId="357562796" sldId="403"/>
        </pc:sldMkLst>
      </pc:sldChg>
      <pc:sldChg chg="del mod modShow">
        <pc:chgData name="Ankit Gupta" userId="9341efab-fd77-4bec-aaf0-b88973f19641" providerId="ADAL" clId="{82BD6A5C-90DD-4752-A152-E8C552E149EA}" dt="2025-08-21T09:37:10.377" v="1079" actId="47"/>
        <pc:sldMkLst>
          <pc:docMk/>
          <pc:sldMk cId="2803584884" sldId="406"/>
        </pc:sldMkLst>
      </pc:sldChg>
      <pc:sldChg chg="del">
        <pc:chgData name="Ankit Gupta" userId="9341efab-fd77-4bec-aaf0-b88973f19641" providerId="ADAL" clId="{82BD6A5C-90DD-4752-A152-E8C552E149EA}" dt="2025-08-24T18:08:08.830" v="4515" actId="47"/>
        <pc:sldMkLst>
          <pc:docMk/>
          <pc:sldMk cId="1557365364" sldId="667"/>
        </pc:sldMkLst>
      </pc:sldChg>
      <pc:sldChg chg="addSp delSp modSp mod ord modNotesTx">
        <pc:chgData name="Ankit Gupta" userId="9341efab-fd77-4bec-aaf0-b88973f19641" providerId="ADAL" clId="{82BD6A5C-90DD-4752-A152-E8C552E149EA}" dt="2025-08-24T18:58:25.374" v="4724"/>
        <pc:sldMkLst>
          <pc:docMk/>
          <pc:sldMk cId="207630026" sldId="668"/>
        </pc:sldMkLst>
      </pc:sldChg>
      <pc:sldChg chg="del mod modShow">
        <pc:chgData name="Ankit Gupta" userId="9341efab-fd77-4bec-aaf0-b88973f19641" providerId="ADAL" clId="{82BD6A5C-90DD-4752-A152-E8C552E149EA}" dt="2025-08-24T19:18:21.316" v="4751" actId="47"/>
        <pc:sldMkLst>
          <pc:docMk/>
          <pc:sldMk cId="1811166724" sldId="673"/>
        </pc:sldMkLst>
      </pc:sldChg>
      <pc:sldChg chg="modSp mod">
        <pc:chgData name="Ankit Gupta" userId="9341efab-fd77-4bec-aaf0-b88973f19641" providerId="ADAL" clId="{82BD6A5C-90DD-4752-A152-E8C552E149EA}" dt="2025-08-24T19:31:19.143" v="4781" actId="14100"/>
        <pc:sldMkLst>
          <pc:docMk/>
          <pc:sldMk cId="3099773658" sldId="684"/>
        </pc:sldMkLst>
      </pc:sldChg>
      <pc:sldChg chg="del">
        <pc:chgData name="Ankit Gupta" userId="9341efab-fd77-4bec-aaf0-b88973f19641" providerId="ADAL" clId="{82BD6A5C-90DD-4752-A152-E8C552E149EA}" dt="2025-08-24T18:08:13.149" v="4517" actId="47"/>
        <pc:sldMkLst>
          <pc:docMk/>
          <pc:sldMk cId="4288365809" sldId="707"/>
        </pc:sldMkLst>
      </pc:sldChg>
      <pc:sldChg chg="addSp modSp del mod modShow">
        <pc:chgData name="Ankit Gupta" userId="9341efab-fd77-4bec-aaf0-b88973f19641" providerId="ADAL" clId="{82BD6A5C-90DD-4752-A152-E8C552E149EA}" dt="2025-08-22T10:52:46.136" v="3103" actId="47"/>
        <pc:sldMkLst>
          <pc:docMk/>
          <pc:sldMk cId="1313552826" sldId="710"/>
        </pc:sldMkLst>
      </pc:sldChg>
      <pc:sldChg chg="modSp del mod modShow">
        <pc:chgData name="Ankit Gupta" userId="9341efab-fd77-4bec-aaf0-b88973f19641" providerId="ADAL" clId="{82BD6A5C-90DD-4752-A152-E8C552E149EA}" dt="2025-08-21T09:36:55.589" v="1076" actId="47"/>
        <pc:sldMkLst>
          <pc:docMk/>
          <pc:sldMk cId="604728522" sldId="720"/>
        </pc:sldMkLst>
      </pc:sldChg>
      <pc:sldChg chg="del mod modShow">
        <pc:chgData name="Ankit Gupta" userId="9341efab-fd77-4bec-aaf0-b88973f19641" providerId="ADAL" clId="{82BD6A5C-90DD-4752-A152-E8C552E149EA}" dt="2025-08-21T09:37:03.295" v="1077" actId="47"/>
        <pc:sldMkLst>
          <pc:docMk/>
          <pc:sldMk cId="916311908" sldId="722"/>
        </pc:sldMkLst>
      </pc:sldChg>
      <pc:sldChg chg="del mod modShow">
        <pc:chgData name="Ankit Gupta" userId="9341efab-fd77-4bec-aaf0-b88973f19641" providerId="ADAL" clId="{82BD6A5C-90DD-4752-A152-E8C552E149EA}" dt="2025-08-21T09:37:07.164" v="1078" actId="47"/>
        <pc:sldMkLst>
          <pc:docMk/>
          <pc:sldMk cId="3124470153" sldId="723"/>
        </pc:sldMkLst>
      </pc:sldChg>
      <pc:sldChg chg="modSp mod">
        <pc:chgData name="Ankit Gupta" userId="9341efab-fd77-4bec-aaf0-b88973f19641" providerId="ADAL" clId="{82BD6A5C-90DD-4752-A152-E8C552E149EA}" dt="2025-08-22T04:44:36.251" v="2235" actId="20577"/>
        <pc:sldMkLst>
          <pc:docMk/>
          <pc:sldMk cId="521064137" sldId="724"/>
        </pc:sldMkLst>
      </pc:sldChg>
      <pc:sldChg chg="ord">
        <pc:chgData name="Ankit Gupta" userId="9341efab-fd77-4bec-aaf0-b88973f19641" providerId="ADAL" clId="{82BD6A5C-90DD-4752-A152-E8C552E149EA}" dt="2025-08-24T19:18:42.407" v="4756"/>
        <pc:sldMkLst>
          <pc:docMk/>
          <pc:sldMk cId="2941162691" sldId="728"/>
        </pc:sldMkLst>
      </pc:sldChg>
      <pc:sldChg chg="del mod modShow">
        <pc:chgData name="Ankit Gupta" userId="9341efab-fd77-4bec-aaf0-b88973f19641" providerId="ADAL" clId="{82BD6A5C-90DD-4752-A152-E8C552E149EA}" dt="2025-08-24T19:18:36.950" v="4754" actId="47"/>
        <pc:sldMkLst>
          <pc:docMk/>
          <pc:sldMk cId="214786484" sldId="730"/>
        </pc:sldMkLst>
      </pc:sldChg>
      <pc:sldChg chg="modNotesTx">
        <pc:chgData name="Ankit Gupta" userId="9341efab-fd77-4bec-aaf0-b88973f19641" providerId="ADAL" clId="{82BD6A5C-90DD-4752-A152-E8C552E149EA}" dt="2025-08-24T19:24:58.757" v="4772" actId="20577"/>
        <pc:sldMkLst>
          <pc:docMk/>
          <pc:sldMk cId="2790670616" sldId="747"/>
        </pc:sldMkLst>
      </pc:sldChg>
      <pc:sldChg chg="modSp mod">
        <pc:chgData name="Ankit Gupta" userId="9341efab-fd77-4bec-aaf0-b88973f19641" providerId="ADAL" clId="{82BD6A5C-90DD-4752-A152-E8C552E149EA}" dt="2025-08-24T19:31:07.222" v="4780" actId="14100"/>
        <pc:sldMkLst>
          <pc:docMk/>
          <pc:sldMk cId="2976147801" sldId="748"/>
        </pc:sldMkLst>
      </pc:sldChg>
      <pc:sldChg chg="delSp modSp mod modNotesTx">
        <pc:chgData name="Ankit Gupta" userId="9341efab-fd77-4bec-aaf0-b88973f19641" providerId="ADAL" clId="{82BD6A5C-90DD-4752-A152-E8C552E149EA}" dt="2025-08-25T09:35:57.912" v="5089" actId="20577"/>
        <pc:sldMkLst>
          <pc:docMk/>
          <pc:sldMk cId="1810236512" sldId="751"/>
        </pc:sldMkLst>
      </pc:sldChg>
      <pc:sldChg chg="modNotesTx">
        <pc:chgData name="Ankit Gupta" userId="9341efab-fd77-4bec-aaf0-b88973f19641" providerId="ADAL" clId="{82BD6A5C-90DD-4752-A152-E8C552E149EA}" dt="2025-08-28T07:48:50.478" v="5740" actId="20577"/>
        <pc:sldMkLst>
          <pc:docMk/>
          <pc:sldMk cId="2744533070" sldId="755"/>
        </pc:sldMkLst>
      </pc:sldChg>
      <pc:sldChg chg="del mod modShow">
        <pc:chgData name="Ankit Gupta" userId="9341efab-fd77-4bec-aaf0-b88973f19641" providerId="ADAL" clId="{82BD6A5C-90DD-4752-A152-E8C552E149EA}" dt="2025-08-24T19:19:28.307" v="4759" actId="47"/>
        <pc:sldMkLst>
          <pc:docMk/>
          <pc:sldMk cId="3970234592" sldId="756"/>
        </pc:sldMkLst>
      </pc:sldChg>
      <pc:sldChg chg="del mod ord modShow modNotesTx">
        <pc:chgData name="Ankit Gupta" userId="9341efab-fd77-4bec-aaf0-b88973f19641" providerId="ADAL" clId="{82BD6A5C-90DD-4752-A152-E8C552E149EA}" dt="2025-08-28T07:30:16.969" v="5514" actId="2696"/>
        <pc:sldMkLst>
          <pc:docMk/>
          <pc:sldMk cId="224902423" sldId="758"/>
        </pc:sldMkLst>
      </pc:sldChg>
      <pc:sldChg chg="addSp modSp del mod modShow">
        <pc:chgData name="Ankit Gupta" userId="9341efab-fd77-4bec-aaf0-b88973f19641" providerId="ADAL" clId="{82BD6A5C-90DD-4752-A152-E8C552E149EA}" dt="2025-08-24T19:17:57.627" v="4749" actId="47"/>
        <pc:sldMkLst>
          <pc:docMk/>
          <pc:sldMk cId="819758384" sldId="764"/>
        </pc:sldMkLst>
      </pc:sldChg>
      <pc:sldChg chg="addSp delSp modSp add del mod modShow">
        <pc:chgData name="Ankit Gupta" userId="9341efab-fd77-4bec-aaf0-b88973f19641" providerId="ADAL" clId="{82BD6A5C-90DD-4752-A152-E8C552E149EA}" dt="2025-08-28T08:34:26.907" v="6035" actId="1036"/>
        <pc:sldMkLst>
          <pc:docMk/>
          <pc:sldMk cId="3543166900" sldId="765"/>
        </pc:sldMkLst>
        <pc:spChg chg="mod">
          <ac:chgData name="Ankit Gupta" userId="9341efab-fd77-4bec-aaf0-b88973f19641" providerId="ADAL" clId="{82BD6A5C-90DD-4752-A152-E8C552E149EA}" dt="2025-08-28T08:34:26.907" v="6035" actId="1036"/>
          <ac:spMkLst>
            <pc:docMk/>
            <pc:sldMk cId="3543166900" sldId="765"/>
            <ac:spMk id="5" creationId="{149BE24B-30B8-0E11-4A8B-1230E830DC61}"/>
          </ac:spMkLst>
        </pc:spChg>
        <pc:spChg chg="mod">
          <ac:chgData name="Ankit Gupta" userId="9341efab-fd77-4bec-aaf0-b88973f19641" providerId="ADAL" clId="{82BD6A5C-90DD-4752-A152-E8C552E149EA}" dt="2025-08-28T08:33:07.544" v="6017" actId="108"/>
          <ac:spMkLst>
            <pc:docMk/>
            <pc:sldMk cId="3543166900" sldId="765"/>
            <ac:spMk id="79" creationId="{26218517-D326-CCDD-805B-5943106BF667}"/>
          </ac:spMkLst>
        </pc:spChg>
        <pc:spChg chg="mod">
          <ac:chgData name="Ankit Gupta" userId="9341efab-fd77-4bec-aaf0-b88973f19641" providerId="ADAL" clId="{82BD6A5C-90DD-4752-A152-E8C552E149EA}" dt="2025-08-28T08:33:06.258" v="6016" actId="108"/>
          <ac:spMkLst>
            <pc:docMk/>
            <pc:sldMk cId="3543166900" sldId="765"/>
            <ac:spMk id="81" creationId="{32A47567-C70C-33F1-3FBA-2F971CFC8390}"/>
          </ac:spMkLst>
        </pc:spChg>
        <pc:spChg chg="mod">
          <ac:chgData name="Ankit Gupta" userId="9341efab-fd77-4bec-aaf0-b88973f19641" providerId="ADAL" clId="{82BD6A5C-90DD-4752-A152-E8C552E149EA}" dt="2025-08-28T08:33:49.282" v="6021" actId="108"/>
          <ac:spMkLst>
            <pc:docMk/>
            <pc:sldMk cId="3543166900" sldId="765"/>
            <ac:spMk id="108" creationId="{A40AE14E-ADA5-9A6A-1AA1-8AACDB3D77C8}"/>
          </ac:spMkLst>
        </pc:spChg>
        <pc:spChg chg="mod">
          <ac:chgData name="Ankit Gupta" userId="9341efab-fd77-4bec-aaf0-b88973f19641" providerId="ADAL" clId="{82BD6A5C-90DD-4752-A152-E8C552E149EA}" dt="2025-08-28T08:33:45.658" v="6020" actId="108"/>
          <ac:spMkLst>
            <pc:docMk/>
            <pc:sldMk cId="3543166900" sldId="765"/>
            <ac:spMk id="112" creationId="{92C0EF8A-4413-CB56-6C6D-ADDB63123BEF}"/>
          </ac:spMkLst>
        </pc:spChg>
        <pc:spChg chg="mod">
          <ac:chgData name="Ankit Gupta" userId="9341efab-fd77-4bec-aaf0-b88973f19641" providerId="ADAL" clId="{82BD6A5C-90DD-4752-A152-E8C552E149EA}" dt="2025-08-28T08:33:06.258" v="6016" actId="108"/>
          <ac:spMkLst>
            <pc:docMk/>
            <pc:sldMk cId="3543166900" sldId="765"/>
            <ac:spMk id="113" creationId="{30F4BC06-3504-DCCA-1F68-866D2648B785}"/>
          </ac:spMkLst>
        </pc:spChg>
        <pc:spChg chg="mod">
          <ac:chgData name="Ankit Gupta" userId="9341efab-fd77-4bec-aaf0-b88973f19641" providerId="ADAL" clId="{82BD6A5C-90DD-4752-A152-E8C552E149EA}" dt="2025-08-28T08:33:42.497" v="6019" actId="108"/>
          <ac:spMkLst>
            <pc:docMk/>
            <pc:sldMk cId="3543166900" sldId="765"/>
            <ac:spMk id="114" creationId="{95467FCB-F86D-319A-EF65-6B93223B29EA}"/>
          </ac:spMkLst>
        </pc:spChg>
        <pc:spChg chg="mod">
          <ac:chgData name="Ankit Gupta" userId="9341efab-fd77-4bec-aaf0-b88973f19641" providerId="ADAL" clId="{82BD6A5C-90DD-4752-A152-E8C552E149EA}" dt="2025-08-28T08:33:38.844" v="6018" actId="207"/>
          <ac:spMkLst>
            <pc:docMk/>
            <pc:sldMk cId="3543166900" sldId="765"/>
            <ac:spMk id="117" creationId="{4B2B4FB6-095B-EB46-FEA5-079CBA670BB0}"/>
          </ac:spMkLst>
        </pc:spChg>
        <pc:spChg chg="mod">
          <ac:chgData name="Ankit Gupta" userId="9341efab-fd77-4bec-aaf0-b88973f19641" providerId="ADAL" clId="{82BD6A5C-90DD-4752-A152-E8C552E149EA}" dt="2025-08-28T08:33:07.544" v="6017" actId="108"/>
          <ac:spMkLst>
            <pc:docMk/>
            <pc:sldMk cId="3543166900" sldId="765"/>
            <ac:spMk id="118" creationId="{F0250301-983F-701D-8CCE-0A93BB294E1B}"/>
          </ac:spMkLst>
        </pc:spChg>
        <pc:spChg chg="mod">
          <ac:chgData name="Ankit Gupta" userId="9341efab-fd77-4bec-aaf0-b88973f19641" providerId="ADAL" clId="{82BD6A5C-90DD-4752-A152-E8C552E149EA}" dt="2025-08-28T08:33:07.544" v="6017" actId="108"/>
          <ac:spMkLst>
            <pc:docMk/>
            <pc:sldMk cId="3543166900" sldId="765"/>
            <ac:spMk id="122" creationId="{A3B53519-4A0B-7729-2314-52F350F71FF2}"/>
          </ac:spMkLst>
        </pc:spChg>
        <pc:spChg chg="mod">
          <ac:chgData name="Ankit Gupta" userId="9341efab-fd77-4bec-aaf0-b88973f19641" providerId="ADAL" clId="{82BD6A5C-90DD-4752-A152-E8C552E149EA}" dt="2025-08-28T08:33:06.258" v="6016" actId="108"/>
          <ac:spMkLst>
            <pc:docMk/>
            <pc:sldMk cId="3543166900" sldId="765"/>
            <ac:spMk id="123" creationId="{9607069F-824A-4A29-85BB-B84EBC06C660}"/>
          </ac:spMkLst>
        </pc:spChg>
        <pc:spChg chg="mod">
          <ac:chgData name="Ankit Gupta" userId="9341efab-fd77-4bec-aaf0-b88973f19641" providerId="ADAL" clId="{82BD6A5C-90DD-4752-A152-E8C552E149EA}" dt="2025-08-28T08:33:07.544" v="6017" actId="108"/>
          <ac:spMkLst>
            <pc:docMk/>
            <pc:sldMk cId="3543166900" sldId="765"/>
            <ac:spMk id="126" creationId="{0C3C9104-5DD7-EF28-341A-29E75393F11B}"/>
          </ac:spMkLst>
        </pc:spChg>
        <pc:spChg chg="mod">
          <ac:chgData name="Ankit Gupta" userId="9341efab-fd77-4bec-aaf0-b88973f19641" providerId="ADAL" clId="{82BD6A5C-90DD-4752-A152-E8C552E149EA}" dt="2025-08-28T08:33:07.544" v="6017" actId="108"/>
          <ac:spMkLst>
            <pc:docMk/>
            <pc:sldMk cId="3543166900" sldId="765"/>
            <ac:spMk id="134" creationId="{F4FD5A4A-1295-9F2B-1264-5A47C878E22C}"/>
          </ac:spMkLst>
        </pc:spChg>
        <pc:spChg chg="mod">
          <ac:chgData name="Ankit Gupta" userId="9341efab-fd77-4bec-aaf0-b88973f19641" providerId="ADAL" clId="{82BD6A5C-90DD-4752-A152-E8C552E149EA}" dt="2025-08-28T08:33:07.544" v="6017" actId="108"/>
          <ac:spMkLst>
            <pc:docMk/>
            <pc:sldMk cId="3543166900" sldId="765"/>
            <ac:spMk id="137" creationId="{A08EDAFD-C99C-63EB-EDEB-BF6EB7DC7517}"/>
          </ac:spMkLst>
        </pc:spChg>
        <pc:spChg chg="mod">
          <ac:chgData name="Ankit Gupta" userId="9341efab-fd77-4bec-aaf0-b88973f19641" providerId="ADAL" clId="{82BD6A5C-90DD-4752-A152-E8C552E149EA}" dt="2025-08-28T08:33:07.544" v="6017" actId="108"/>
          <ac:spMkLst>
            <pc:docMk/>
            <pc:sldMk cId="3543166900" sldId="765"/>
            <ac:spMk id="143" creationId="{3134E6C5-4935-6BEE-FF7B-8CD755D5599C}"/>
          </ac:spMkLst>
        </pc:spChg>
        <pc:spChg chg="mod">
          <ac:chgData name="Ankit Gupta" userId="9341efab-fd77-4bec-aaf0-b88973f19641" providerId="ADAL" clId="{82BD6A5C-90DD-4752-A152-E8C552E149EA}" dt="2025-08-28T08:33:07.544" v="6017" actId="108"/>
          <ac:spMkLst>
            <pc:docMk/>
            <pc:sldMk cId="3543166900" sldId="765"/>
            <ac:spMk id="144" creationId="{246FADFD-3B85-DC7B-562C-B6A190DB526A}"/>
          </ac:spMkLst>
        </pc:spChg>
        <pc:grpChg chg="mod">
          <ac:chgData name="Ankit Gupta" userId="9341efab-fd77-4bec-aaf0-b88973f19641" providerId="ADAL" clId="{82BD6A5C-90DD-4752-A152-E8C552E149EA}" dt="2025-08-28T08:34:26.907" v="6035" actId="1036"/>
          <ac:grpSpMkLst>
            <pc:docMk/>
            <pc:sldMk cId="3543166900" sldId="765"/>
            <ac:grpSpMk id="73" creationId="{AF5AEF3F-5E0F-B629-C5F4-884A099516D7}"/>
          </ac:grpSpMkLst>
        </pc:grpChg>
      </pc:sldChg>
      <pc:sldChg chg="addSp delSp modSp del mod">
        <pc:chgData name="Ankit Gupta" userId="9341efab-fd77-4bec-aaf0-b88973f19641" providerId="ADAL" clId="{82BD6A5C-90DD-4752-A152-E8C552E149EA}" dt="2025-08-21T17:09:41.345" v="1581" actId="47"/>
        <pc:sldMkLst>
          <pc:docMk/>
          <pc:sldMk cId="778631582" sldId="768"/>
        </pc:sldMkLst>
      </pc:sldChg>
      <pc:sldChg chg="del mod modShow">
        <pc:chgData name="Ankit Gupta" userId="9341efab-fd77-4bec-aaf0-b88973f19641" providerId="ADAL" clId="{82BD6A5C-90DD-4752-A152-E8C552E149EA}" dt="2025-08-24T19:17:48.931" v="4748" actId="47"/>
        <pc:sldMkLst>
          <pc:docMk/>
          <pc:sldMk cId="444140894" sldId="769"/>
        </pc:sldMkLst>
      </pc:sldChg>
      <pc:sldChg chg="del">
        <pc:chgData name="Ankit Gupta" userId="9341efab-fd77-4bec-aaf0-b88973f19641" providerId="ADAL" clId="{82BD6A5C-90DD-4752-A152-E8C552E149EA}" dt="2025-08-24T18:08:11.218" v="4516" actId="47"/>
        <pc:sldMkLst>
          <pc:docMk/>
          <pc:sldMk cId="1427205197" sldId="771"/>
        </pc:sldMkLst>
      </pc:sldChg>
      <pc:sldChg chg="del mod modShow">
        <pc:chgData name="Ankit Gupta" userId="9341efab-fd77-4bec-aaf0-b88973f19641" providerId="ADAL" clId="{82BD6A5C-90DD-4752-A152-E8C552E149EA}" dt="2025-08-24T19:18:35.129" v="4753" actId="47"/>
        <pc:sldMkLst>
          <pc:docMk/>
          <pc:sldMk cId="1903435486" sldId="772"/>
        </pc:sldMkLst>
      </pc:sldChg>
      <pc:sldChg chg="modSp mod">
        <pc:chgData name="Ankit Gupta" userId="9341efab-fd77-4bec-aaf0-b88973f19641" providerId="ADAL" clId="{82BD6A5C-90DD-4752-A152-E8C552E149EA}" dt="2025-08-28T08:04:20.803" v="5794" actId="14100"/>
        <pc:sldMkLst>
          <pc:docMk/>
          <pc:sldMk cId="919206416" sldId="774"/>
        </pc:sldMkLst>
        <pc:spChg chg="mod">
          <ac:chgData name="Ankit Gupta" userId="9341efab-fd77-4bec-aaf0-b88973f19641" providerId="ADAL" clId="{82BD6A5C-90DD-4752-A152-E8C552E149EA}" dt="2025-08-28T08:02:07.678" v="5780" actId="20577"/>
          <ac:spMkLst>
            <pc:docMk/>
            <pc:sldMk cId="919206416" sldId="774"/>
            <ac:spMk id="4" creationId="{5981546D-83FD-2371-ECBC-FA966A60D95B}"/>
          </ac:spMkLst>
        </pc:spChg>
        <pc:spChg chg="mod">
          <ac:chgData name="Ankit Gupta" userId="9341efab-fd77-4bec-aaf0-b88973f19641" providerId="ADAL" clId="{82BD6A5C-90DD-4752-A152-E8C552E149EA}" dt="2025-08-28T08:04:14.082" v="5793" actId="20577"/>
          <ac:spMkLst>
            <pc:docMk/>
            <pc:sldMk cId="919206416" sldId="774"/>
            <ac:spMk id="50" creationId="{240F530A-29B9-673F-2CF3-2E8B38BA3FD0}"/>
          </ac:spMkLst>
        </pc:spChg>
        <pc:spChg chg="mod">
          <ac:chgData name="Ankit Gupta" userId="9341efab-fd77-4bec-aaf0-b88973f19641" providerId="ADAL" clId="{82BD6A5C-90DD-4752-A152-E8C552E149EA}" dt="2025-08-28T08:04:20.803" v="5794" actId="14100"/>
          <ac:spMkLst>
            <pc:docMk/>
            <pc:sldMk cId="919206416" sldId="774"/>
            <ac:spMk id="77" creationId="{02758A8C-0D40-EC5B-9903-314BB22315FE}"/>
          </ac:spMkLst>
        </pc:spChg>
        <pc:spChg chg="mod">
          <ac:chgData name="Ankit Gupta" userId="9341efab-fd77-4bec-aaf0-b88973f19641" providerId="ADAL" clId="{82BD6A5C-90DD-4752-A152-E8C552E149EA}" dt="2025-08-28T08:03:17.726" v="5791" actId="20577"/>
          <ac:spMkLst>
            <pc:docMk/>
            <pc:sldMk cId="919206416" sldId="774"/>
            <ac:spMk id="82" creationId="{2089FC9D-9FA9-96AA-CF52-B1D8FA9EE395}"/>
          </ac:spMkLst>
        </pc:spChg>
      </pc:sldChg>
      <pc:sldChg chg="modSp mod modNotesTx">
        <pc:chgData name="Ankit Gupta" userId="9341efab-fd77-4bec-aaf0-b88973f19641" providerId="ADAL" clId="{82BD6A5C-90DD-4752-A152-E8C552E149EA}" dt="2025-08-28T08:05:16.872" v="5810" actId="14100"/>
        <pc:sldMkLst>
          <pc:docMk/>
          <pc:sldMk cId="1367896156" sldId="775"/>
        </pc:sldMkLst>
        <pc:spChg chg="mod">
          <ac:chgData name="Ankit Gupta" userId="9341efab-fd77-4bec-aaf0-b88973f19641" providerId="ADAL" clId="{82BD6A5C-90DD-4752-A152-E8C552E149EA}" dt="2025-08-28T08:04:41.833" v="5798" actId="20577"/>
          <ac:spMkLst>
            <pc:docMk/>
            <pc:sldMk cId="1367896156" sldId="775"/>
            <ac:spMk id="4" creationId="{0A213E51-8594-BCF1-CB9A-7F92E7C5BFF4}"/>
          </ac:spMkLst>
        </pc:spChg>
        <pc:spChg chg="mod">
          <ac:chgData name="Ankit Gupta" userId="9341efab-fd77-4bec-aaf0-b88973f19641" providerId="ADAL" clId="{82BD6A5C-90DD-4752-A152-E8C552E149EA}" dt="2025-08-28T08:05:16.872" v="5810" actId="14100"/>
          <ac:spMkLst>
            <pc:docMk/>
            <pc:sldMk cId="1367896156" sldId="775"/>
            <ac:spMk id="17" creationId="{E4F213AA-227E-6C33-E140-E4B11A9D0F95}"/>
          </ac:spMkLst>
        </pc:spChg>
        <pc:spChg chg="mod">
          <ac:chgData name="Ankit Gupta" userId="9341efab-fd77-4bec-aaf0-b88973f19641" providerId="ADAL" clId="{82BD6A5C-90DD-4752-A152-E8C552E149EA}" dt="2025-08-28T08:04:58.303" v="5809" actId="20577"/>
          <ac:spMkLst>
            <pc:docMk/>
            <pc:sldMk cId="1367896156" sldId="775"/>
            <ac:spMk id="22" creationId="{0BAC5098-FEC7-28D1-BC10-AE6F70B47E8C}"/>
          </ac:spMkLst>
        </pc:spChg>
      </pc:sldChg>
      <pc:sldChg chg="addSp delSp modSp mod modShow">
        <pc:chgData name="Ankit Gupta" userId="9341efab-fd77-4bec-aaf0-b88973f19641" providerId="ADAL" clId="{82BD6A5C-90DD-4752-A152-E8C552E149EA}" dt="2025-08-28T08:09:01.808" v="5853"/>
        <pc:sldMkLst>
          <pc:docMk/>
          <pc:sldMk cId="1149383530" sldId="776"/>
        </pc:sldMkLst>
        <pc:spChg chg="mod">
          <ac:chgData name="Ankit Gupta" userId="9341efab-fd77-4bec-aaf0-b88973f19641" providerId="ADAL" clId="{82BD6A5C-90DD-4752-A152-E8C552E149EA}" dt="2025-08-28T08:08:53.442" v="5836" actId="20577"/>
          <ac:spMkLst>
            <pc:docMk/>
            <pc:sldMk cId="1149383530" sldId="776"/>
            <ac:spMk id="4" creationId="{6815B46F-41FD-23C3-4250-AEDB0CEB110B}"/>
          </ac:spMkLst>
        </pc:spChg>
        <pc:spChg chg="mod">
          <ac:chgData name="Ankit Gupta" userId="9341efab-fd77-4bec-aaf0-b88973f19641" providerId="ADAL" clId="{82BD6A5C-90DD-4752-A152-E8C552E149EA}" dt="2025-08-28T08:09:01.792" v="5851"/>
          <ac:spMkLst>
            <pc:docMk/>
            <pc:sldMk cId="1149383530" sldId="776"/>
            <ac:spMk id="5" creationId="{7040055F-FBF3-078D-6E7D-8B30D417FFD0}"/>
          </ac:spMkLst>
        </pc:spChg>
      </pc:sldChg>
      <pc:sldChg chg="addSp delSp modSp mod modShow">
        <pc:chgData name="Ankit Gupta" userId="9341efab-fd77-4bec-aaf0-b88973f19641" providerId="ADAL" clId="{82BD6A5C-90DD-4752-A152-E8C552E149EA}" dt="2025-08-28T08:09:35.516" v="5883"/>
        <pc:sldMkLst>
          <pc:docMk/>
          <pc:sldMk cId="3488951266" sldId="778"/>
        </pc:sldMkLst>
        <pc:spChg chg="mod">
          <ac:chgData name="Ankit Gupta" userId="9341efab-fd77-4bec-aaf0-b88973f19641" providerId="ADAL" clId="{82BD6A5C-90DD-4752-A152-E8C552E149EA}" dt="2025-08-28T08:09:30.339" v="5866" actId="20577"/>
          <ac:spMkLst>
            <pc:docMk/>
            <pc:sldMk cId="3488951266" sldId="778"/>
            <ac:spMk id="4" creationId="{D69E279E-2CF3-4DE1-9E16-6E4EC009ABD7}"/>
          </ac:spMkLst>
        </pc:spChg>
        <pc:spChg chg="mod">
          <ac:chgData name="Ankit Gupta" userId="9341efab-fd77-4bec-aaf0-b88973f19641" providerId="ADAL" clId="{82BD6A5C-90DD-4752-A152-E8C552E149EA}" dt="2025-08-28T08:09:35.516" v="5881"/>
          <ac:spMkLst>
            <pc:docMk/>
            <pc:sldMk cId="3488951266" sldId="778"/>
            <ac:spMk id="5" creationId="{716FD0A9-578A-8A7B-CA68-545798EB1143}"/>
          </ac:spMkLst>
        </pc:spChg>
      </pc:sldChg>
      <pc:sldChg chg="addSp delSp modSp mod">
        <pc:chgData name="Ankit Gupta" userId="9341efab-fd77-4bec-aaf0-b88973f19641" providerId="ADAL" clId="{82BD6A5C-90DD-4752-A152-E8C552E149EA}" dt="2025-08-28T08:13:17.700" v="5947"/>
        <pc:sldMkLst>
          <pc:docMk/>
          <pc:sldMk cId="2958235417" sldId="779"/>
        </pc:sldMkLst>
        <pc:spChg chg="mod">
          <ac:chgData name="Ankit Gupta" userId="9341efab-fd77-4bec-aaf0-b88973f19641" providerId="ADAL" clId="{82BD6A5C-90DD-4752-A152-E8C552E149EA}" dt="2025-08-28T08:09:59.422" v="5887" actId="20577"/>
          <ac:spMkLst>
            <pc:docMk/>
            <pc:sldMk cId="2958235417" sldId="779"/>
            <ac:spMk id="4" creationId="{E6F84688-0E7F-935B-1FFF-DFA1F8463401}"/>
          </ac:spMkLst>
        </pc:spChg>
        <pc:spChg chg="mod">
          <ac:chgData name="Ankit Gupta" userId="9341efab-fd77-4bec-aaf0-b88973f19641" providerId="ADAL" clId="{82BD6A5C-90DD-4752-A152-E8C552E149EA}" dt="2025-08-28T08:13:17.696" v="5945"/>
          <ac:spMkLst>
            <pc:docMk/>
            <pc:sldMk cId="2958235417" sldId="779"/>
            <ac:spMk id="5" creationId="{382155DF-0610-7AB5-CAEC-6BB5EA739FF7}"/>
          </ac:spMkLst>
        </pc:spChg>
      </pc:sldChg>
      <pc:sldChg chg="addSp delSp modSp mod">
        <pc:chgData name="Ankit Gupta" userId="9341efab-fd77-4bec-aaf0-b88973f19641" providerId="ADAL" clId="{82BD6A5C-90DD-4752-A152-E8C552E149EA}" dt="2025-08-28T08:13:11.083" v="5930"/>
        <pc:sldMkLst>
          <pc:docMk/>
          <pc:sldMk cId="4100013493" sldId="781"/>
        </pc:sldMkLst>
        <pc:spChg chg="mod">
          <ac:chgData name="Ankit Gupta" userId="9341efab-fd77-4bec-aaf0-b88973f19641" providerId="ADAL" clId="{82BD6A5C-90DD-4752-A152-E8C552E149EA}" dt="2025-08-28T08:13:05.211" v="5913" actId="20577"/>
          <ac:spMkLst>
            <pc:docMk/>
            <pc:sldMk cId="4100013493" sldId="781"/>
            <ac:spMk id="4" creationId="{77B3B3A4-8791-647A-36FD-1C94F5858595}"/>
          </ac:spMkLst>
        </pc:spChg>
        <pc:spChg chg="mod">
          <ac:chgData name="Ankit Gupta" userId="9341efab-fd77-4bec-aaf0-b88973f19641" providerId="ADAL" clId="{82BD6A5C-90DD-4752-A152-E8C552E149EA}" dt="2025-08-28T08:13:11.083" v="5928"/>
          <ac:spMkLst>
            <pc:docMk/>
            <pc:sldMk cId="4100013493" sldId="781"/>
            <ac:spMk id="5" creationId="{D51FD654-A152-02CE-1A5A-0CF2461E742B}"/>
          </ac:spMkLst>
        </pc:spChg>
      </pc:sldChg>
      <pc:sldChg chg="modSp mod">
        <pc:chgData name="Ankit Gupta" userId="9341efab-fd77-4bec-aaf0-b88973f19641" providerId="ADAL" clId="{82BD6A5C-90DD-4752-A152-E8C552E149EA}" dt="2025-08-25T09:39:00.474" v="5100" actId="208"/>
        <pc:sldMkLst>
          <pc:docMk/>
          <pc:sldMk cId="1201256253" sldId="782"/>
        </pc:sldMkLst>
      </pc:sldChg>
      <pc:sldChg chg="modSp mod">
        <pc:chgData name="Ankit Gupta" userId="9341efab-fd77-4bec-aaf0-b88973f19641" providerId="ADAL" clId="{82BD6A5C-90DD-4752-A152-E8C552E149EA}" dt="2025-08-25T09:38:32.152" v="5098" actId="207"/>
        <pc:sldMkLst>
          <pc:docMk/>
          <pc:sldMk cId="1406752189" sldId="783"/>
        </pc:sldMkLst>
      </pc:sldChg>
      <pc:sldChg chg="modSp mod">
        <pc:chgData name="Ankit Gupta" userId="9341efab-fd77-4bec-aaf0-b88973f19641" providerId="ADAL" clId="{82BD6A5C-90DD-4752-A152-E8C552E149EA}" dt="2025-08-20T12:44:11.168" v="4" actId="20577"/>
        <pc:sldMkLst>
          <pc:docMk/>
          <pc:sldMk cId="1654860915" sldId="784"/>
        </pc:sldMkLst>
      </pc:sldChg>
      <pc:sldChg chg="modSp mod">
        <pc:chgData name="Ankit Gupta" userId="9341efab-fd77-4bec-aaf0-b88973f19641" providerId="ADAL" clId="{82BD6A5C-90DD-4752-A152-E8C552E149EA}" dt="2025-08-20T13:01:12.048" v="7" actId="20577"/>
        <pc:sldMkLst>
          <pc:docMk/>
          <pc:sldMk cId="1502917949" sldId="785"/>
        </pc:sldMkLst>
      </pc:sldChg>
      <pc:sldChg chg="addSp delSp modSp add mod modNotesTx">
        <pc:chgData name="Ankit Gupta" userId="9341efab-fd77-4bec-aaf0-b88973f19641" providerId="ADAL" clId="{82BD6A5C-90DD-4752-A152-E8C552E149EA}" dt="2025-08-21T06:18:57.579" v="721" actId="108"/>
        <pc:sldMkLst>
          <pc:docMk/>
          <pc:sldMk cId="1500600709" sldId="786"/>
        </pc:sldMkLst>
      </pc:sldChg>
      <pc:sldChg chg="addSp delSp modSp add mod">
        <pc:chgData name="Ankit Gupta" userId="9341efab-fd77-4bec-aaf0-b88973f19641" providerId="ADAL" clId="{82BD6A5C-90DD-4752-A152-E8C552E149EA}" dt="2025-08-28T08:11:00.700" v="5906" actId="20577"/>
        <pc:sldMkLst>
          <pc:docMk/>
          <pc:sldMk cId="3270451784" sldId="787"/>
        </pc:sldMkLst>
        <pc:spChg chg="mod">
          <ac:chgData name="Ankit Gupta" userId="9341efab-fd77-4bec-aaf0-b88973f19641" providerId="ADAL" clId="{82BD6A5C-90DD-4752-A152-E8C552E149EA}" dt="2025-08-28T08:11:00.700" v="5906" actId="20577"/>
          <ac:spMkLst>
            <pc:docMk/>
            <pc:sldMk cId="3270451784" sldId="787"/>
            <ac:spMk id="5" creationId="{202DAF70-CA91-1E06-6483-04337CF5EB1C}"/>
          </ac:spMkLst>
        </pc:spChg>
      </pc:sldChg>
      <pc:sldChg chg="addSp delSp modSp add mod">
        <pc:chgData name="Ankit Gupta" userId="9341efab-fd77-4bec-aaf0-b88973f19641" providerId="ADAL" clId="{82BD6A5C-90DD-4752-A152-E8C552E149EA}" dt="2025-08-28T08:10:42.295" v="5890" actId="1076"/>
        <pc:sldMkLst>
          <pc:docMk/>
          <pc:sldMk cId="1267142114" sldId="788"/>
        </pc:sldMkLst>
        <pc:spChg chg="mod">
          <ac:chgData name="Ankit Gupta" userId="9341efab-fd77-4bec-aaf0-b88973f19641" providerId="ADAL" clId="{82BD6A5C-90DD-4752-A152-E8C552E149EA}" dt="2025-08-28T08:10:42.295" v="5890" actId="1076"/>
          <ac:spMkLst>
            <pc:docMk/>
            <pc:sldMk cId="1267142114" sldId="788"/>
            <ac:spMk id="8" creationId="{95DF3C4C-3A47-5A3D-97BF-90DE818F2EBA}"/>
          </ac:spMkLst>
        </pc:spChg>
      </pc:sldChg>
      <pc:sldChg chg="addSp delSp modSp add mod modNotesTx">
        <pc:chgData name="Ankit Gupta" userId="9341efab-fd77-4bec-aaf0-b88973f19641" providerId="ADAL" clId="{82BD6A5C-90DD-4752-A152-E8C552E149EA}" dt="2025-08-21T07:35:05.148" v="1038" actId="20577"/>
        <pc:sldMkLst>
          <pc:docMk/>
          <pc:sldMk cId="2794780877" sldId="789"/>
        </pc:sldMkLst>
      </pc:sldChg>
      <pc:sldChg chg="modSp add mod">
        <pc:chgData name="Ankit Gupta" userId="9341efab-fd77-4bec-aaf0-b88973f19641" providerId="ADAL" clId="{82BD6A5C-90DD-4752-A152-E8C552E149EA}" dt="2025-08-21T07:40:34.973" v="1066" actId="167"/>
        <pc:sldMkLst>
          <pc:docMk/>
          <pc:sldMk cId="145957953" sldId="790"/>
        </pc:sldMkLst>
      </pc:sldChg>
      <pc:sldChg chg="addSp delSp modSp add mod modNotesTx">
        <pc:chgData name="Ankit Gupta" userId="9341efab-fd77-4bec-aaf0-b88973f19641" providerId="ADAL" clId="{82BD6A5C-90DD-4752-A152-E8C552E149EA}" dt="2025-08-28T08:07:02.565" v="5823" actId="20577"/>
        <pc:sldMkLst>
          <pc:docMk/>
          <pc:sldMk cId="1640715313" sldId="791"/>
        </pc:sldMkLst>
        <pc:spChg chg="mod">
          <ac:chgData name="Ankit Gupta" userId="9341efab-fd77-4bec-aaf0-b88973f19641" providerId="ADAL" clId="{82BD6A5C-90DD-4752-A152-E8C552E149EA}" dt="2025-08-28T08:07:02.565" v="5823" actId="20577"/>
          <ac:spMkLst>
            <pc:docMk/>
            <pc:sldMk cId="1640715313" sldId="791"/>
            <ac:spMk id="5" creationId="{6746DF79-38BC-4222-B926-AC203EEB9A77}"/>
          </ac:spMkLst>
        </pc:spChg>
      </pc:sldChg>
      <pc:sldChg chg="addSp delSp modSp add mod modNotesTx">
        <pc:chgData name="Ankit Gupta" userId="9341efab-fd77-4bec-aaf0-b88973f19641" providerId="ADAL" clId="{82BD6A5C-90DD-4752-A152-E8C552E149EA}" dt="2025-08-22T11:13:37.881" v="3243" actId="207"/>
        <pc:sldMkLst>
          <pc:docMk/>
          <pc:sldMk cId="1852381690" sldId="792"/>
        </pc:sldMkLst>
      </pc:sldChg>
      <pc:sldChg chg="addSp delSp modSp add del mod">
        <pc:chgData name="Ankit Gupta" userId="9341efab-fd77-4bec-aaf0-b88973f19641" providerId="ADAL" clId="{82BD6A5C-90DD-4752-A152-E8C552E149EA}" dt="2025-08-22T10:52:50.978" v="3104" actId="47"/>
        <pc:sldMkLst>
          <pc:docMk/>
          <pc:sldMk cId="1009860543" sldId="793"/>
        </pc:sldMkLst>
      </pc:sldChg>
      <pc:sldChg chg="add del">
        <pc:chgData name="Ankit Gupta" userId="9341efab-fd77-4bec-aaf0-b88973f19641" providerId="ADAL" clId="{82BD6A5C-90DD-4752-A152-E8C552E149EA}" dt="2025-08-22T09:19:34.759" v="2421" actId="47"/>
        <pc:sldMkLst>
          <pc:docMk/>
          <pc:sldMk cId="1660801637" sldId="793"/>
        </pc:sldMkLst>
      </pc:sldChg>
      <pc:sldChg chg="addSp delSp modSp add mod modNotesTx">
        <pc:chgData name="Ankit Gupta" userId="9341efab-fd77-4bec-aaf0-b88973f19641" providerId="ADAL" clId="{82BD6A5C-90DD-4752-A152-E8C552E149EA}" dt="2025-08-22T11:11:49.323" v="3239" actId="20577"/>
        <pc:sldMkLst>
          <pc:docMk/>
          <pc:sldMk cId="777288216" sldId="794"/>
        </pc:sldMkLst>
      </pc:sldChg>
      <pc:sldChg chg="addSp delSp modSp add mod modNotesTx">
        <pc:chgData name="Ankit Gupta" userId="9341efab-fd77-4bec-aaf0-b88973f19641" providerId="ADAL" clId="{82BD6A5C-90DD-4752-A152-E8C552E149EA}" dt="2025-08-24T18:00:21.548" v="4504" actId="20577"/>
        <pc:sldMkLst>
          <pc:docMk/>
          <pc:sldMk cId="3310425811" sldId="795"/>
        </pc:sldMkLst>
      </pc:sldChg>
      <pc:sldChg chg="addSp delSp modSp add mod modNotesTx">
        <pc:chgData name="Ankit Gupta" userId="9341efab-fd77-4bec-aaf0-b88973f19641" providerId="ADAL" clId="{82BD6A5C-90DD-4752-A152-E8C552E149EA}" dt="2025-08-28T08:31:53.075" v="6010" actId="478"/>
        <pc:sldMkLst>
          <pc:docMk/>
          <pc:sldMk cId="2002115198" sldId="796"/>
        </pc:sldMkLst>
        <pc:spChg chg="add del mod">
          <ac:chgData name="Ankit Gupta" userId="9341efab-fd77-4bec-aaf0-b88973f19641" providerId="ADAL" clId="{82BD6A5C-90DD-4752-A152-E8C552E149EA}" dt="2025-08-28T08:31:53.075" v="6010" actId="478"/>
          <ac:spMkLst>
            <pc:docMk/>
            <pc:sldMk cId="2002115198" sldId="796"/>
            <ac:spMk id="6" creationId="{768B530F-3779-F003-7EB3-B688CA59FF5C}"/>
          </ac:spMkLst>
        </pc:spChg>
        <pc:spChg chg="mod">
          <ac:chgData name="Ankit Gupta" userId="9341efab-fd77-4bec-aaf0-b88973f19641" providerId="ADAL" clId="{82BD6A5C-90DD-4752-A152-E8C552E149EA}" dt="2025-08-28T08:31:52.442" v="6007" actId="108"/>
          <ac:spMkLst>
            <pc:docMk/>
            <pc:sldMk cId="2002115198" sldId="796"/>
            <ac:spMk id="31" creationId="{70DDE127-FD8D-C89E-76C1-7D10C28BF231}"/>
          </ac:spMkLst>
        </pc:spChg>
        <pc:spChg chg="mod">
          <ac:chgData name="Ankit Gupta" userId="9341efab-fd77-4bec-aaf0-b88973f19641" providerId="ADAL" clId="{82BD6A5C-90DD-4752-A152-E8C552E149EA}" dt="2025-08-28T08:31:51.921" v="6005" actId="108"/>
          <ac:spMkLst>
            <pc:docMk/>
            <pc:sldMk cId="2002115198" sldId="796"/>
            <ac:spMk id="34" creationId="{DF5D0B0B-CD2A-D2FB-3EF4-EFDD5B63C6F4}"/>
          </ac:spMkLst>
        </pc:spChg>
        <pc:spChg chg="mod">
          <ac:chgData name="Ankit Gupta" userId="9341efab-fd77-4bec-aaf0-b88973f19641" providerId="ADAL" clId="{82BD6A5C-90DD-4752-A152-E8C552E149EA}" dt="2025-08-28T08:31:52.200" v="6006" actId="108"/>
          <ac:spMkLst>
            <pc:docMk/>
            <pc:sldMk cId="2002115198" sldId="796"/>
            <ac:spMk id="37" creationId="{18E2CDBA-2490-1B8A-756E-10F07D726146}"/>
          </ac:spMkLst>
        </pc:spChg>
        <pc:spChg chg="mod">
          <ac:chgData name="Ankit Gupta" userId="9341efab-fd77-4bec-aaf0-b88973f19641" providerId="ADAL" clId="{82BD6A5C-90DD-4752-A152-E8C552E149EA}" dt="2025-08-28T08:30:58.064" v="5996" actId="108"/>
          <ac:spMkLst>
            <pc:docMk/>
            <pc:sldMk cId="2002115198" sldId="796"/>
            <ac:spMk id="38" creationId="{9D3091EA-F03A-982C-48E9-92BFC5E1E628}"/>
          </ac:spMkLst>
        </pc:spChg>
        <pc:spChg chg="mod">
          <ac:chgData name="Ankit Gupta" userId="9341efab-fd77-4bec-aaf0-b88973f19641" providerId="ADAL" clId="{82BD6A5C-90DD-4752-A152-E8C552E149EA}" dt="2025-08-28T08:31:51.634" v="6004" actId="108"/>
          <ac:spMkLst>
            <pc:docMk/>
            <pc:sldMk cId="2002115198" sldId="796"/>
            <ac:spMk id="40" creationId="{919D56E0-C0B6-F0D4-0ABE-C1E44A90ADA9}"/>
          </ac:spMkLst>
        </pc:spChg>
        <pc:spChg chg="mod">
          <ac:chgData name="Ankit Gupta" userId="9341efab-fd77-4bec-aaf0-b88973f19641" providerId="ADAL" clId="{82BD6A5C-90DD-4752-A152-E8C552E149EA}" dt="2025-08-28T08:31:51.307" v="6003" actId="108"/>
          <ac:spMkLst>
            <pc:docMk/>
            <pc:sldMk cId="2002115198" sldId="796"/>
            <ac:spMk id="50" creationId="{3F92B1BF-958D-B8F9-45C0-DCE926A58E75}"/>
          </ac:spMkLst>
        </pc:spChg>
        <pc:spChg chg="add mod">
          <ac:chgData name="Ankit Gupta" userId="9341efab-fd77-4bec-aaf0-b88973f19641" providerId="ADAL" clId="{82BD6A5C-90DD-4752-A152-E8C552E149EA}" dt="2025-08-28T08:31:50.816" v="6002" actId="108"/>
          <ac:spMkLst>
            <pc:docMk/>
            <pc:sldMk cId="2002115198" sldId="796"/>
            <ac:spMk id="69" creationId="{4C8A4ED8-87F4-9535-43BB-B60220CBC732}"/>
          </ac:spMkLst>
        </pc:spChg>
        <pc:spChg chg="add del mod topLvl">
          <ac:chgData name="Ankit Gupta" userId="9341efab-fd77-4bec-aaf0-b88973f19641" providerId="ADAL" clId="{82BD6A5C-90DD-4752-A152-E8C552E149EA}" dt="2025-08-28T08:31:52.652" v="6008" actId="478"/>
          <ac:spMkLst>
            <pc:docMk/>
            <pc:sldMk cId="2002115198" sldId="796"/>
            <ac:spMk id="91" creationId="{C20F8190-E522-BDEC-0185-92EAD089E61F}"/>
          </ac:spMkLst>
        </pc:spChg>
        <pc:spChg chg="add del mod">
          <ac:chgData name="Ankit Gupta" userId="9341efab-fd77-4bec-aaf0-b88973f19641" providerId="ADAL" clId="{82BD6A5C-90DD-4752-A152-E8C552E149EA}" dt="2025-08-28T08:31:52.852" v="6009" actId="478"/>
          <ac:spMkLst>
            <pc:docMk/>
            <pc:sldMk cId="2002115198" sldId="796"/>
            <ac:spMk id="93" creationId="{BD4EA51F-6582-E50B-05FF-363DB47B27F6}"/>
          </ac:spMkLst>
        </pc:spChg>
        <pc:grpChg chg="add mod topLvl">
          <ac:chgData name="Ankit Gupta" userId="9341efab-fd77-4bec-aaf0-b88973f19641" providerId="ADAL" clId="{82BD6A5C-90DD-4752-A152-E8C552E149EA}" dt="2025-08-28T08:30:42.690" v="5993" actId="478"/>
          <ac:grpSpMkLst>
            <pc:docMk/>
            <pc:sldMk cId="2002115198" sldId="796"/>
            <ac:grpSpMk id="90" creationId="{9B164089-D9F2-37B6-9A82-A39F8511265C}"/>
          </ac:grpSpMkLst>
        </pc:grpChg>
        <pc:grpChg chg="add del mod">
          <ac:chgData name="Ankit Gupta" userId="9341efab-fd77-4bec-aaf0-b88973f19641" providerId="ADAL" clId="{82BD6A5C-90DD-4752-A152-E8C552E149EA}" dt="2025-08-28T08:31:52.652" v="6008" actId="478"/>
          <ac:grpSpMkLst>
            <pc:docMk/>
            <pc:sldMk cId="2002115198" sldId="796"/>
            <ac:grpSpMk id="95" creationId="{D39C2BBE-6E6C-0B48-A305-7DD0953848D9}"/>
          </ac:grpSpMkLst>
        </pc:grpChg>
      </pc:sldChg>
      <pc:sldChg chg="modSp add mod modNotesTx">
        <pc:chgData name="Ankit Gupta" userId="9341efab-fd77-4bec-aaf0-b88973f19641" providerId="ADAL" clId="{82BD6A5C-90DD-4752-A152-E8C552E149EA}" dt="2025-08-28T08:11:41.913" v="5909" actId="20577"/>
        <pc:sldMkLst>
          <pc:docMk/>
          <pc:sldMk cId="24994605" sldId="797"/>
        </pc:sldMkLst>
      </pc:sldChg>
      <pc:sldChg chg="modSp add mod">
        <pc:chgData name="Ankit Gupta" userId="9341efab-fd77-4bec-aaf0-b88973f19641" providerId="ADAL" clId="{82BD6A5C-90DD-4752-A152-E8C552E149EA}" dt="2025-08-24T18:10:04.742" v="4520" actId="167"/>
        <pc:sldMkLst>
          <pc:docMk/>
          <pc:sldMk cId="2751835612" sldId="798"/>
        </pc:sldMkLst>
      </pc:sldChg>
      <pc:sldChg chg="add">
        <pc:chgData name="Ankit Gupta" userId="9341efab-fd77-4bec-aaf0-b88973f19641" providerId="ADAL" clId="{82BD6A5C-90DD-4752-A152-E8C552E149EA}" dt="2025-08-24T18:05:29.855" v="4505"/>
        <pc:sldMkLst>
          <pc:docMk/>
          <pc:sldMk cId="1444333437" sldId="799"/>
        </pc:sldMkLst>
      </pc:sldChg>
      <pc:sldChg chg="add del">
        <pc:chgData name="Ankit Gupta" userId="9341efab-fd77-4bec-aaf0-b88973f19641" providerId="ADAL" clId="{82BD6A5C-90DD-4752-A152-E8C552E149EA}" dt="2025-08-24T18:07:03.333" v="4514" actId="47"/>
        <pc:sldMkLst>
          <pc:docMk/>
          <pc:sldMk cId="1867766650" sldId="800"/>
        </pc:sldMkLst>
      </pc:sldChg>
      <pc:sldChg chg="add">
        <pc:chgData name="Ankit Gupta" userId="9341efab-fd77-4bec-aaf0-b88973f19641" providerId="ADAL" clId="{82BD6A5C-90DD-4752-A152-E8C552E149EA}" dt="2025-08-24T18:08:34.897" v="4519"/>
        <pc:sldMkLst>
          <pc:docMk/>
          <pc:sldMk cId="3016315496" sldId="800"/>
        </pc:sldMkLst>
      </pc:sldChg>
      <pc:sldChg chg="addSp delSp modSp add del mod chgLayout">
        <pc:chgData name="Ankit Gupta" userId="9341efab-fd77-4bec-aaf0-b88973f19641" providerId="ADAL" clId="{82BD6A5C-90DD-4752-A152-E8C552E149EA}" dt="2025-08-25T09:21:48.772" v="4966" actId="47"/>
        <pc:sldMkLst>
          <pc:docMk/>
          <pc:sldMk cId="1662068051" sldId="801"/>
        </pc:sldMkLst>
      </pc:sldChg>
      <pc:sldChg chg="add del">
        <pc:chgData name="Ankit Gupta" userId="9341efab-fd77-4bec-aaf0-b88973f19641" providerId="ADAL" clId="{82BD6A5C-90DD-4752-A152-E8C552E149EA}" dt="2025-08-25T09:21:53.672" v="4968" actId="47"/>
        <pc:sldMkLst>
          <pc:docMk/>
          <pc:sldMk cId="3608380590" sldId="802"/>
        </pc:sldMkLst>
      </pc:sldChg>
      <pc:sldChg chg="add del">
        <pc:chgData name="Ankit Gupta" userId="9341efab-fd77-4bec-aaf0-b88973f19641" providerId="ADAL" clId="{82BD6A5C-90DD-4752-A152-E8C552E149EA}" dt="2025-08-25T09:21:51.852" v="4967" actId="47"/>
        <pc:sldMkLst>
          <pc:docMk/>
          <pc:sldMk cId="438334734" sldId="803"/>
        </pc:sldMkLst>
      </pc:sldChg>
      <pc:sldChg chg="addSp delSp modSp add mod modNotesTx">
        <pc:chgData name="Ankit Gupta" userId="9341efab-fd77-4bec-aaf0-b88973f19641" providerId="ADAL" clId="{82BD6A5C-90DD-4752-A152-E8C552E149EA}" dt="2025-08-28T08:24:35.892" v="5983" actId="208"/>
        <pc:sldMkLst>
          <pc:docMk/>
          <pc:sldMk cId="673514091" sldId="804"/>
        </pc:sldMkLst>
        <pc:spChg chg="mod">
          <ac:chgData name="Ankit Gupta" userId="9341efab-fd77-4bec-aaf0-b88973f19641" providerId="ADAL" clId="{82BD6A5C-90DD-4752-A152-E8C552E149EA}" dt="2025-08-28T08:24:35.892" v="5983" actId="208"/>
          <ac:spMkLst>
            <pc:docMk/>
            <pc:sldMk cId="673514091" sldId="804"/>
            <ac:spMk id="6" creationId="{4F456E86-6CF3-E1B1-5E46-EA24A3052698}"/>
          </ac:spMkLst>
        </pc:spChg>
        <pc:spChg chg="mod">
          <ac:chgData name="Ankit Gupta" userId="9341efab-fd77-4bec-aaf0-b88973f19641" providerId="ADAL" clId="{82BD6A5C-90DD-4752-A152-E8C552E149EA}" dt="2025-08-28T08:24:17.944" v="5982" actId="207"/>
          <ac:spMkLst>
            <pc:docMk/>
            <pc:sldMk cId="673514091" sldId="804"/>
            <ac:spMk id="7" creationId="{5790E813-0143-08D4-E4A8-542F29361685}"/>
          </ac:spMkLst>
        </pc:spChg>
        <pc:spChg chg="mod">
          <ac:chgData name="Ankit Gupta" userId="9341efab-fd77-4bec-aaf0-b88973f19641" providerId="ADAL" clId="{82BD6A5C-90DD-4752-A152-E8C552E149EA}" dt="2025-08-28T08:23:19.586" v="5977" actId="208"/>
          <ac:spMkLst>
            <pc:docMk/>
            <pc:sldMk cId="673514091" sldId="804"/>
            <ac:spMk id="14" creationId="{58163F6C-1F44-FE8B-9C59-862D278C4208}"/>
          </ac:spMkLst>
        </pc:spChg>
        <pc:spChg chg="mod">
          <ac:chgData name="Ankit Gupta" userId="9341efab-fd77-4bec-aaf0-b88973f19641" providerId="ADAL" clId="{82BD6A5C-90DD-4752-A152-E8C552E149EA}" dt="2025-08-28T08:23:11.542" v="5976" actId="207"/>
          <ac:spMkLst>
            <pc:docMk/>
            <pc:sldMk cId="673514091" sldId="804"/>
            <ac:spMk id="15" creationId="{303626A4-6FC4-BED9-DDCA-F926606A0E8D}"/>
          </ac:spMkLst>
        </pc:spChg>
        <pc:spChg chg="mod">
          <ac:chgData name="Ankit Gupta" userId="9341efab-fd77-4bec-aaf0-b88973f19641" providerId="ADAL" clId="{82BD6A5C-90DD-4752-A152-E8C552E149EA}" dt="2025-08-28T08:16:32.007" v="5948"/>
          <ac:spMkLst>
            <pc:docMk/>
            <pc:sldMk cId="673514091" sldId="804"/>
            <ac:spMk id="31" creationId="{25349AE2-5829-7BED-F6F4-9EDD79C989AA}"/>
          </ac:spMkLst>
        </pc:spChg>
        <pc:spChg chg="mod">
          <ac:chgData name="Ankit Gupta" userId="9341efab-fd77-4bec-aaf0-b88973f19641" providerId="ADAL" clId="{82BD6A5C-90DD-4752-A152-E8C552E149EA}" dt="2025-08-28T08:23:45.247" v="5979" actId="208"/>
          <ac:spMkLst>
            <pc:docMk/>
            <pc:sldMk cId="673514091" sldId="804"/>
            <ac:spMk id="32" creationId="{437056C1-DF7C-64BD-E2CA-4EE113EB1028}"/>
          </ac:spMkLst>
        </pc:spChg>
        <pc:spChg chg="mod">
          <ac:chgData name="Ankit Gupta" userId="9341efab-fd77-4bec-aaf0-b88973f19641" providerId="ADAL" clId="{82BD6A5C-90DD-4752-A152-E8C552E149EA}" dt="2025-08-28T08:23:39.730" v="5978" actId="207"/>
          <ac:spMkLst>
            <pc:docMk/>
            <pc:sldMk cId="673514091" sldId="804"/>
            <ac:spMk id="33" creationId="{7A16B8DA-2FD5-D9F0-30FC-96F2ECDC4483}"/>
          </ac:spMkLst>
        </pc:spChg>
      </pc:sldChg>
      <pc:sldChg chg="modSp add mod modNotesTx">
        <pc:chgData name="Ankit Gupta" userId="9341efab-fd77-4bec-aaf0-b88973f19641" providerId="ADAL" clId="{82BD6A5C-90DD-4752-A152-E8C552E149EA}" dt="2025-08-28T08:25:02.872" v="5985" actId="14100"/>
        <pc:sldMkLst>
          <pc:docMk/>
          <pc:sldMk cId="877298006" sldId="805"/>
        </pc:sldMkLst>
        <pc:spChg chg="mod">
          <ac:chgData name="Ankit Gupta" userId="9341efab-fd77-4bec-aaf0-b88973f19641" providerId="ADAL" clId="{82BD6A5C-90DD-4752-A152-E8C552E149EA}" dt="2025-08-27T11:28:05.327" v="5476" actId="1076"/>
          <ac:spMkLst>
            <pc:docMk/>
            <pc:sldMk cId="877298006" sldId="805"/>
            <ac:spMk id="6" creationId="{4CFC2FFD-3E59-7540-4783-FFE5FD20573F}"/>
          </ac:spMkLst>
        </pc:spChg>
        <pc:spChg chg="mod">
          <ac:chgData name="Ankit Gupta" userId="9341efab-fd77-4bec-aaf0-b88973f19641" providerId="ADAL" clId="{82BD6A5C-90DD-4752-A152-E8C552E149EA}" dt="2025-08-27T11:10:42.378" v="5117" actId="1076"/>
          <ac:spMkLst>
            <pc:docMk/>
            <pc:sldMk cId="877298006" sldId="805"/>
            <ac:spMk id="17" creationId="{31FE475C-3924-FB3E-AA45-B258F83FAB6E}"/>
          </ac:spMkLst>
        </pc:spChg>
        <pc:spChg chg="mod">
          <ac:chgData name="Ankit Gupta" userId="9341efab-fd77-4bec-aaf0-b88973f19641" providerId="ADAL" clId="{82BD6A5C-90DD-4752-A152-E8C552E149EA}" dt="2025-08-27T11:10:42.378" v="5117" actId="1076"/>
          <ac:spMkLst>
            <pc:docMk/>
            <pc:sldMk cId="877298006" sldId="805"/>
            <ac:spMk id="18" creationId="{23782FC1-DC29-6B1C-D8C4-6240C67DD3DC}"/>
          </ac:spMkLst>
        </pc:spChg>
        <pc:spChg chg="mod">
          <ac:chgData name="Ankit Gupta" userId="9341efab-fd77-4bec-aaf0-b88973f19641" providerId="ADAL" clId="{82BD6A5C-90DD-4752-A152-E8C552E149EA}" dt="2025-08-27T11:10:42.378" v="5117" actId="1076"/>
          <ac:spMkLst>
            <pc:docMk/>
            <pc:sldMk cId="877298006" sldId="805"/>
            <ac:spMk id="19" creationId="{E237C23F-1267-1A7D-A889-9B719C22DED9}"/>
          </ac:spMkLst>
        </pc:spChg>
        <pc:spChg chg="mod">
          <ac:chgData name="Ankit Gupta" userId="9341efab-fd77-4bec-aaf0-b88973f19641" providerId="ADAL" clId="{82BD6A5C-90DD-4752-A152-E8C552E149EA}" dt="2025-08-27T11:12:48.914" v="5123" actId="1037"/>
          <ac:spMkLst>
            <pc:docMk/>
            <pc:sldMk cId="877298006" sldId="805"/>
            <ac:spMk id="23" creationId="{0505FFEF-FFCB-1541-64DE-8965DFE7646D}"/>
          </ac:spMkLst>
        </pc:spChg>
        <pc:spChg chg="mod">
          <ac:chgData name="Ankit Gupta" userId="9341efab-fd77-4bec-aaf0-b88973f19641" providerId="ADAL" clId="{82BD6A5C-90DD-4752-A152-E8C552E149EA}" dt="2025-08-27T11:12:48.914" v="5123" actId="1037"/>
          <ac:spMkLst>
            <pc:docMk/>
            <pc:sldMk cId="877298006" sldId="805"/>
            <ac:spMk id="24" creationId="{B4311F54-0D51-A2BB-BD6E-EE071845151F}"/>
          </ac:spMkLst>
        </pc:spChg>
        <pc:spChg chg="mod">
          <ac:chgData name="Ankit Gupta" userId="9341efab-fd77-4bec-aaf0-b88973f19641" providerId="ADAL" clId="{82BD6A5C-90DD-4752-A152-E8C552E149EA}" dt="2025-08-27T11:12:48.914" v="5123" actId="1037"/>
          <ac:spMkLst>
            <pc:docMk/>
            <pc:sldMk cId="877298006" sldId="805"/>
            <ac:spMk id="25" creationId="{58BBA3E8-F784-2BC3-7A2A-26B093C19925}"/>
          </ac:spMkLst>
        </pc:spChg>
        <pc:spChg chg="mod">
          <ac:chgData name="Ankit Gupta" userId="9341efab-fd77-4bec-aaf0-b88973f19641" providerId="ADAL" clId="{82BD6A5C-90DD-4752-A152-E8C552E149EA}" dt="2025-08-27T11:31:55.329" v="5492" actId="14100"/>
          <ac:spMkLst>
            <pc:docMk/>
            <pc:sldMk cId="877298006" sldId="805"/>
            <ac:spMk id="27" creationId="{B4BB0002-4ECE-2B5F-A2B8-80D7879ED4D1}"/>
          </ac:spMkLst>
        </pc:spChg>
        <pc:spChg chg="mod">
          <ac:chgData name="Ankit Gupta" userId="9341efab-fd77-4bec-aaf0-b88973f19641" providerId="ADAL" clId="{82BD6A5C-90DD-4752-A152-E8C552E149EA}" dt="2025-08-28T08:25:02.872" v="5985" actId="14100"/>
          <ac:spMkLst>
            <pc:docMk/>
            <pc:sldMk cId="877298006" sldId="805"/>
            <ac:spMk id="28" creationId="{CFC8551E-401E-92DD-948D-E5475B5D638E}"/>
          </ac:spMkLst>
        </pc:spChg>
        <pc:spChg chg="mod">
          <ac:chgData name="Ankit Gupta" userId="9341efab-fd77-4bec-aaf0-b88973f19641" providerId="ADAL" clId="{82BD6A5C-90DD-4752-A152-E8C552E149EA}" dt="2025-08-27T11:31:55.329" v="5492" actId="14100"/>
          <ac:spMkLst>
            <pc:docMk/>
            <pc:sldMk cId="877298006" sldId="805"/>
            <ac:spMk id="29" creationId="{BD1818FA-FF9C-99A6-C862-56746D394661}"/>
          </ac:spMkLst>
        </pc:spChg>
        <pc:spChg chg="mod">
          <ac:chgData name="Ankit Gupta" userId="9341efab-fd77-4bec-aaf0-b88973f19641" providerId="ADAL" clId="{82BD6A5C-90DD-4752-A152-E8C552E149EA}" dt="2025-08-27T11:16:21.740" v="5156" actId="1037"/>
          <ac:spMkLst>
            <pc:docMk/>
            <pc:sldMk cId="877298006" sldId="805"/>
            <ac:spMk id="31" creationId="{1E4185B0-5EA6-1545-83CA-2DF168E71B9A}"/>
          </ac:spMkLst>
        </pc:spChg>
        <pc:spChg chg="mod">
          <ac:chgData name="Ankit Gupta" userId="9341efab-fd77-4bec-aaf0-b88973f19641" providerId="ADAL" clId="{82BD6A5C-90DD-4752-A152-E8C552E149EA}" dt="2025-08-27T11:32:12.116" v="5493" actId="14100"/>
          <ac:spMkLst>
            <pc:docMk/>
            <pc:sldMk cId="877298006" sldId="805"/>
            <ac:spMk id="32" creationId="{A7E7FBE6-53F6-4CCD-4A83-E71CECBE78D4}"/>
          </ac:spMkLst>
        </pc:spChg>
        <pc:spChg chg="mod">
          <ac:chgData name="Ankit Gupta" userId="9341efab-fd77-4bec-aaf0-b88973f19641" providerId="ADAL" clId="{82BD6A5C-90DD-4752-A152-E8C552E149EA}" dt="2025-08-27T11:16:21.740" v="5156" actId="1037"/>
          <ac:spMkLst>
            <pc:docMk/>
            <pc:sldMk cId="877298006" sldId="805"/>
            <ac:spMk id="33" creationId="{F7D52996-14A2-083A-2613-C0925928A239}"/>
          </ac:spMkLst>
        </pc:spChg>
        <pc:spChg chg="mod">
          <ac:chgData name="Ankit Gupta" userId="9341efab-fd77-4bec-aaf0-b88973f19641" providerId="ADAL" clId="{82BD6A5C-90DD-4752-A152-E8C552E149EA}" dt="2025-08-27T11:28:58.071" v="5483" actId="1037"/>
          <ac:spMkLst>
            <pc:docMk/>
            <pc:sldMk cId="877298006" sldId="805"/>
            <ac:spMk id="35" creationId="{4A1C4BB2-2565-2010-DC41-A98B0E9070AF}"/>
          </ac:spMkLst>
        </pc:spChg>
        <pc:spChg chg="mod">
          <ac:chgData name="Ankit Gupta" userId="9341efab-fd77-4bec-aaf0-b88973f19641" providerId="ADAL" clId="{82BD6A5C-90DD-4752-A152-E8C552E149EA}" dt="2025-08-28T08:24:51.899" v="5984" actId="14100"/>
          <ac:spMkLst>
            <pc:docMk/>
            <pc:sldMk cId="877298006" sldId="805"/>
            <ac:spMk id="36" creationId="{4B2C9DF2-FF8E-3F13-7FA7-58ABBE92FCE8}"/>
          </ac:spMkLst>
        </pc:spChg>
        <pc:spChg chg="mod">
          <ac:chgData name="Ankit Gupta" userId="9341efab-fd77-4bec-aaf0-b88973f19641" providerId="ADAL" clId="{82BD6A5C-90DD-4752-A152-E8C552E149EA}" dt="2025-08-27T11:31:28.740" v="5484"/>
          <ac:spMkLst>
            <pc:docMk/>
            <pc:sldMk cId="877298006" sldId="805"/>
            <ac:spMk id="37" creationId="{639C078D-98EB-C74C-6B68-12FD0E5DD08F}"/>
          </ac:spMkLst>
        </pc:spChg>
        <pc:grpChg chg="mod">
          <ac:chgData name="Ankit Gupta" userId="9341efab-fd77-4bec-aaf0-b88973f19641" providerId="ADAL" clId="{82BD6A5C-90DD-4752-A152-E8C552E149EA}" dt="2025-08-27T11:10:42.378" v="5117" actId="1076"/>
          <ac:grpSpMkLst>
            <pc:docMk/>
            <pc:sldMk cId="877298006" sldId="805"/>
            <ac:grpSpMk id="21" creationId="{E688F2D1-6B89-8B14-8373-CEDC5A7AD582}"/>
          </ac:grpSpMkLst>
        </pc:grpChg>
        <pc:grpChg chg="mod">
          <ac:chgData name="Ankit Gupta" userId="9341efab-fd77-4bec-aaf0-b88973f19641" providerId="ADAL" clId="{82BD6A5C-90DD-4752-A152-E8C552E149EA}" dt="2025-08-27T11:12:48.914" v="5123" actId="1037"/>
          <ac:grpSpMkLst>
            <pc:docMk/>
            <pc:sldMk cId="877298006" sldId="805"/>
            <ac:grpSpMk id="22" creationId="{A4E01BBA-5B81-B98D-828D-0E521DD9082B}"/>
          </ac:grpSpMkLst>
        </pc:grpChg>
        <pc:grpChg chg="mod">
          <ac:chgData name="Ankit Gupta" userId="9341efab-fd77-4bec-aaf0-b88973f19641" providerId="ADAL" clId="{82BD6A5C-90DD-4752-A152-E8C552E149EA}" dt="2025-08-27T11:31:55.329" v="5492" actId="14100"/>
          <ac:grpSpMkLst>
            <pc:docMk/>
            <pc:sldMk cId="877298006" sldId="805"/>
            <ac:grpSpMk id="26" creationId="{B1D3C70B-6861-A694-4538-55FE6EA65005}"/>
          </ac:grpSpMkLst>
        </pc:grpChg>
        <pc:grpChg chg="mod">
          <ac:chgData name="Ankit Gupta" userId="9341efab-fd77-4bec-aaf0-b88973f19641" providerId="ADAL" clId="{82BD6A5C-90DD-4752-A152-E8C552E149EA}" dt="2025-08-27T11:16:21.740" v="5156" actId="1037"/>
          <ac:grpSpMkLst>
            <pc:docMk/>
            <pc:sldMk cId="877298006" sldId="805"/>
            <ac:grpSpMk id="30" creationId="{1A09E38E-B48E-9454-F6CF-1226FB29785D}"/>
          </ac:grpSpMkLst>
        </pc:grpChg>
        <pc:grpChg chg="mod">
          <ac:chgData name="Ankit Gupta" userId="9341efab-fd77-4bec-aaf0-b88973f19641" providerId="ADAL" clId="{82BD6A5C-90DD-4752-A152-E8C552E149EA}" dt="2025-08-27T11:28:58.071" v="5483" actId="1037"/>
          <ac:grpSpMkLst>
            <pc:docMk/>
            <pc:sldMk cId="877298006" sldId="805"/>
            <ac:grpSpMk id="34" creationId="{50756288-4F1F-FF0E-C3CD-8F417F77E3A6}"/>
          </ac:grpSpMkLst>
        </pc:grpChg>
      </pc:sldChg>
      <pc:sldChg chg="addSp modSp add mod modNotesTx">
        <pc:chgData name="Ankit Gupta" userId="9341efab-fd77-4bec-aaf0-b88973f19641" providerId="ADAL" clId="{82BD6A5C-90DD-4752-A152-E8C552E149EA}" dt="2025-08-28T08:19:57.174" v="5975" actId="6549"/>
        <pc:sldMkLst>
          <pc:docMk/>
          <pc:sldMk cId="1068587099" sldId="806"/>
        </pc:sldMkLst>
        <pc:spChg chg="mod">
          <ac:chgData name="Ankit Gupta" userId="9341efab-fd77-4bec-aaf0-b88973f19641" providerId="ADAL" clId="{82BD6A5C-90DD-4752-A152-E8C552E149EA}" dt="2025-08-28T08:19:57.174" v="5975" actId="6549"/>
          <ac:spMkLst>
            <pc:docMk/>
            <pc:sldMk cId="1068587099" sldId="806"/>
            <ac:spMk id="3" creationId="{A223C6BC-4925-6479-A437-5D171DBDDC7D}"/>
          </ac:spMkLst>
        </pc:spChg>
        <pc:spChg chg="mod">
          <ac:chgData name="Ankit Gupta" userId="9341efab-fd77-4bec-aaf0-b88973f19641" providerId="ADAL" clId="{82BD6A5C-90DD-4752-A152-E8C552E149EA}" dt="2025-08-28T07:41:26.560" v="5521" actId="14100"/>
          <ac:spMkLst>
            <pc:docMk/>
            <pc:sldMk cId="1068587099" sldId="806"/>
            <ac:spMk id="6" creationId="{AD859BCB-6F8B-75CF-F684-5F6992773424}"/>
          </ac:spMkLst>
        </pc:spChg>
      </pc:sldChg>
      <pc:sldChg chg="addSp delSp modSp mod modShow">
        <pc:chgData name="Ankit Gupta" userId="9341efab-fd77-4bec-aaf0-b88973f19641" providerId="ADAL" clId="{82BD6A5C-90DD-4752-A152-E8C552E149EA}" dt="2025-09-03T12:40:23.537" v="7181" actId="729"/>
        <pc:sldMkLst>
          <pc:docMk/>
          <pc:sldMk cId="499244249" sldId="807"/>
        </pc:sldMkLst>
      </pc:sldChg>
      <pc:sldChg chg="add del">
        <pc:chgData name="Ankit Gupta" userId="9341efab-fd77-4bec-aaf0-b88973f19641" providerId="ADAL" clId="{82BD6A5C-90DD-4752-A152-E8C552E149EA}" dt="2025-08-28T08:32:41.747" v="6015" actId="47"/>
        <pc:sldMkLst>
          <pc:docMk/>
          <pc:sldMk cId="3984524586" sldId="807"/>
        </pc:sldMkLst>
      </pc:sldChg>
      <pc:sldChg chg="add del">
        <pc:chgData name="Ankit Gupta" userId="9341efab-fd77-4bec-aaf0-b88973f19641" providerId="ADAL" clId="{82BD6A5C-90DD-4752-A152-E8C552E149EA}" dt="2025-09-03T12:22:17.364" v="6849" actId="47"/>
        <pc:sldMkLst>
          <pc:docMk/>
          <pc:sldMk cId="2658403326" sldId="808"/>
        </pc:sldMkLst>
      </pc:sldChg>
      <pc:sldChg chg="add mod ord modShow">
        <pc:chgData name="Ankit Gupta" userId="9341efab-fd77-4bec-aaf0-b88973f19641" providerId="ADAL" clId="{82BD6A5C-90DD-4752-A152-E8C552E149EA}" dt="2025-09-03T12:40:23.537" v="7181" actId="729"/>
        <pc:sldMkLst>
          <pc:docMk/>
          <pc:sldMk cId="2926999204" sldId="808"/>
        </pc:sldMkLst>
      </pc:sldChg>
      <pc:sldChg chg="add del">
        <pc:chgData name="Ankit Gupta" userId="9341efab-fd77-4bec-aaf0-b88973f19641" providerId="ADAL" clId="{82BD6A5C-90DD-4752-A152-E8C552E149EA}" dt="2025-09-03T12:15:32.508" v="6752" actId="47"/>
        <pc:sldMkLst>
          <pc:docMk/>
          <pc:sldMk cId="3411652923" sldId="808"/>
        </pc:sldMkLst>
      </pc:sldChg>
      <pc:sldMasterChg chg="delSldLayout">
        <pc:chgData name="Ankit Gupta" userId="9341efab-fd77-4bec-aaf0-b88973f19641" providerId="ADAL" clId="{82BD6A5C-90DD-4752-A152-E8C552E149EA}" dt="2025-08-21T10:31:11.752" v="1271" actId="47"/>
        <pc:sldMasterMkLst>
          <pc:docMk/>
          <pc:sldMasterMk cId="3368593342" sldId="2147483673"/>
        </pc:sldMasterMkLst>
        <pc:sldLayoutChg chg="del">
          <pc:chgData name="Ankit Gupta" userId="9341efab-fd77-4bec-aaf0-b88973f19641" providerId="ADAL" clId="{82BD6A5C-90DD-4752-A152-E8C552E149EA}" dt="2025-08-21T10:31:11.752" v="1271" actId="47"/>
          <pc:sldLayoutMkLst>
            <pc:docMk/>
            <pc:sldMasterMk cId="3368593342" sldId="2147483673"/>
            <pc:sldLayoutMk cId="4034386666" sldId="2147483743"/>
          </pc:sldLayoutMkLst>
        </pc:sldLayoutChg>
      </pc:sldMasterChg>
    </pc:docChg>
  </pc:docChgLst>
  <pc:docChgLst>
    <pc:chgData name="Ankit Gupta" userId="9341efab-fd77-4bec-aaf0-b88973f19641" providerId="ADAL" clId="{D5CAFC2E-A80D-4ED6-8F72-16CE7AB3F517}"/>
    <pc:docChg chg="undo redo custSel addSld delSld modSld">
      <pc:chgData name="Ankit Gupta" userId="9341efab-fd77-4bec-aaf0-b88973f19641" providerId="ADAL" clId="{D5CAFC2E-A80D-4ED6-8F72-16CE7AB3F517}" dt="2025-07-21T12:19:11.026" v="1368" actId="20577"/>
      <pc:docMkLst>
        <pc:docMk/>
      </pc:docMkLst>
      <pc:sldChg chg="modSp mod">
        <pc:chgData name="Ankit Gupta" userId="9341efab-fd77-4bec-aaf0-b88973f19641" providerId="ADAL" clId="{D5CAFC2E-A80D-4ED6-8F72-16CE7AB3F517}" dt="2025-07-21T09:14:28.215" v="72" actId="20577"/>
        <pc:sldMkLst>
          <pc:docMk/>
          <pc:sldMk cId="1109232934" sldId="390"/>
        </pc:sldMkLst>
      </pc:sldChg>
      <pc:sldChg chg="addSp delSp modSp mod delAnim modAnim">
        <pc:chgData name="Ankit Gupta" userId="9341efab-fd77-4bec-aaf0-b88973f19641" providerId="ADAL" clId="{D5CAFC2E-A80D-4ED6-8F72-16CE7AB3F517}" dt="2025-07-21T12:19:11.026" v="1368" actId="20577"/>
        <pc:sldMkLst>
          <pc:docMk/>
          <pc:sldMk cId="357562796" sldId="403"/>
        </pc:sldMkLst>
      </pc:sldChg>
      <pc:sldChg chg="add del">
        <pc:chgData name="Ankit Gupta" userId="9341efab-fd77-4bec-aaf0-b88973f19641" providerId="ADAL" clId="{D5CAFC2E-A80D-4ED6-8F72-16CE7AB3F517}" dt="2025-07-21T10:04:26.819" v="856" actId="47"/>
        <pc:sldMkLst>
          <pc:docMk/>
          <pc:sldMk cId="1773184434" sldId="406"/>
        </pc:sldMkLst>
      </pc:sldChg>
      <pc:sldChg chg="addSp delSp modSp add mod">
        <pc:chgData name="Ankit Gupta" userId="9341efab-fd77-4bec-aaf0-b88973f19641" providerId="ADAL" clId="{D5CAFC2E-A80D-4ED6-8F72-16CE7AB3F517}" dt="2025-07-21T10:24:20.147" v="1313" actId="20577"/>
        <pc:sldMkLst>
          <pc:docMk/>
          <pc:sldMk cId="737775940" sldId="407"/>
        </pc:sldMkLst>
      </pc:sldChg>
    </pc:docChg>
  </pc:docChgLst>
  <pc:docChgLst>
    <pc:chgData name="Ankit Gupta" userId="S::ankit.gupta@simplilearn.com::9341efab-fd77-4bec-aaf0-b88973f19641" providerId="AD" clId="Web-{94FDFE0B-E305-EE10-319B-1ABAE77796CC}"/>
    <pc:docChg chg="modSld">
      <pc:chgData name="Ankit Gupta" userId="S::ankit.gupta@simplilearn.com::9341efab-fd77-4bec-aaf0-b88973f19641" providerId="AD" clId="Web-{94FDFE0B-E305-EE10-319B-1ABAE77796CC}" dt="2025-07-30T17:28:26.869" v="7" actId="20577"/>
      <pc:docMkLst>
        <pc:docMk/>
      </pc:docMkLst>
      <pc:sldChg chg="modSp">
        <pc:chgData name="Ankit Gupta" userId="S::ankit.gupta@simplilearn.com::9341efab-fd77-4bec-aaf0-b88973f19641" providerId="AD" clId="Web-{94FDFE0B-E305-EE10-319B-1ABAE77796CC}" dt="2025-07-30T17:28:26.869" v="7" actId="20577"/>
        <pc:sldMkLst>
          <pc:docMk/>
          <pc:sldMk cId="719801794" sldId="752"/>
        </pc:sldMkLst>
      </pc:sldChg>
      <pc:sldChg chg="modSp">
        <pc:chgData name="Ankit Gupta" userId="S::ankit.gupta@simplilearn.com::9341efab-fd77-4bec-aaf0-b88973f19641" providerId="AD" clId="Web-{94FDFE0B-E305-EE10-319B-1ABAE77796CC}" dt="2025-07-30T17:28:16.353" v="1" actId="20577"/>
        <pc:sldMkLst>
          <pc:docMk/>
          <pc:sldMk cId="3219797329" sldId="753"/>
        </pc:sldMkLst>
      </pc:sldChg>
    </pc:docChg>
  </pc:docChgLst>
  <pc:docChgLst>
    <pc:chgData name="Sai Likith" userId="S::sai.likith@simplilearn.com::7d51c4c5-8f6f-469c-aa6a-a6ff3f5cebf6" providerId="AD" clId="Web-{44EBDD11-EEA0-3BFF-A2DF-A02CF0AD3267}"/>
    <pc:docChg chg="modSld">
      <pc:chgData name="Sai Likith" userId="S::sai.likith@simplilearn.com::7d51c4c5-8f6f-469c-aa6a-a6ff3f5cebf6" providerId="AD" clId="Web-{44EBDD11-EEA0-3BFF-A2DF-A02CF0AD3267}" dt="2025-09-11T11:07:04.904" v="0" actId="20577"/>
      <pc:docMkLst>
        <pc:docMk/>
      </pc:docMkLst>
      <pc:sldChg chg="modSp">
        <pc:chgData name="Sai Likith" userId="S::sai.likith@simplilearn.com::7d51c4c5-8f6f-469c-aa6a-a6ff3f5cebf6" providerId="AD" clId="Web-{44EBDD11-EEA0-3BFF-A2DF-A02CF0AD3267}" dt="2025-09-11T11:07:04.904" v="0" actId="20577"/>
        <pc:sldMkLst>
          <pc:docMk/>
          <pc:sldMk cId="3100103599" sldId="75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131A73-0F7F-9909-0DC0-70604FCD00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9CD5D50-1FF1-0B3B-0BE5-BF22ED0DC0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00E8CD-BF58-4069-B235-7BED1D58CC82}" type="datetimeFigureOut">
              <a:rPr lang="en-IN" smtClean="0"/>
              <a:t>01-10-2025</a:t>
            </a:fld>
            <a:endParaRPr lang="en-IN"/>
          </a:p>
        </p:txBody>
      </p:sp>
      <p:sp>
        <p:nvSpPr>
          <p:cNvPr id="4" name="Footer Placeholder 3">
            <a:extLst>
              <a:ext uri="{FF2B5EF4-FFF2-40B4-BE49-F238E27FC236}">
                <a16:creationId xmlns:a16="http://schemas.microsoft.com/office/drawing/2014/main" id="{ECF03509-E273-E83D-1237-E4E5720F4D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1B26130-DF43-EAC6-4200-2180D0101CB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0F1FA2-EB42-44FC-A5C8-109FE5521399}" type="slidenum">
              <a:rPr lang="en-IN" smtClean="0"/>
              <a:t>‹#›</a:t>
            </a:fld>
            <a:endParaRPr lang="en-IN"/>
          </a:p>
        </p:txBody>
      </p:sp>
    </p:spTree>
    <p:extLst>
      <p:ext uri="{BB962C8B-B14F-4D97-AF65-F5344CB8AC3E}">
        <p14:creationId xmlns:p14="http://schemas.microsoft.com/office/powerpoint/2010/main" val="392400227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81794-B535-4C48-BBE8-526578888544}" type="datetimeFigureOut">
              <a:rPr lang="en-US" smtClean="0"/>
              <a:t>10/1/2025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C900C1-7326-4B4D-9C4E-22E7230B62CC}" type="slidenum">
              <a:rPr lang="en-US" smtClean="0"/>
              <a:t>‹#›</a:t>
            </a:fld>
            <a:endParaRPr lang="en-US"/>
          </a:p>
        </p:txBody>
      </p:sp>
    </p:spTree>
    <p:extLst>
      <p:ext uri="{BB962C8B-B14F-4D97-AF65-F5344CB8AC3E}">
        <p14:creationId xmlns:p14="http://schemas.microsoft.com/office/powerpoint/2010/main" val="3738147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and welcome to a new module: Model Context and Tooling Protocols.</a:t>
            </a:r>
          </a:p>
          <a:p>
            <a:r>
              <a:t>Quick question to start. How many different phone chargers do you have at home, in a drawer somewhere?</a:t>
            </a:r>
          </a:p>
          <a:p>
            <a:r>
              <a:t>(Wait for answers and laughs. Usually "too many!")</a:t>
            </a:r>
          </a:p>
          <a:p>
            <a:r>
              <a:t>Now, how many chargers does a new phone, laptop or earphone need today? Mostly one: USB-C.</a:t>
            </a:r>
          </a:p>
          <a:p>
            <a:r>
              <a:t>Hold on to that picture. Today's whole topic is basically USB-C, but for AI.</a:t>
            </a:r>
          </a:p>
        </p:txBody>
      </p:sp>
      <p:sp>
        <p:nvSpPr>
          <p:cNvPr id="4" name="Slide Number Placeholder 3"/>
          <p:cNvSpPr>
            <a:spLocks noGrp="1"/>
          </p:cNvSpPr>
          <p:nvPr>
            <p:ph type="sldNum" sz="quarter" idx="5"/>
          </p:nvPr>
        </p:nvSpPr>
        <p:spPr/>
        <p:txBody>
          <a:bodyPr/>
          <a:lstStyle/>
          <a:p>
            <a:fld id="{0AC900C1-7326-4B4D-9C4E-22E7230B62CC}" type="slidenum">
              <a:rPr lang="en-US" smtClean="0"/>
              <a:t>1</a:t>
            </a:fld>
            <a:endParaRPr lang="en-US" dirty="0"/>
          </a:p>
        </p:txBody>
      </p:sp>
    </p:spTree>
    <p:extLst>
      <p:ext uri="{BB962C8B-B14F-4D97-AF65-F5344CB8AC3E}">
        <p14:creationId xmlns:p14="http://schemas.microsoft.com/office/powerpoint/2010/main" val="3660536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0E267774-F08A-645E-98EE-571E7CE18F05}"/>
            </a:ext>
          </a:extLst>
        </p:cNvPr>
        <p:cNvGrpSpPr/>
        <p:nvPr/>
      </p:nvGrpSpPr>
      <p:grpSpPr>
        <a:xfrm>
          <a:off x="0" y="0"/>
          <a:ext cx="0" cy="0"/>
          <a:chOff x="0" y="0"/>
          <a:chExt cx="0" cy="0"/>
        </a:xfrm>
      </p:grpSpPr>
      <p:sp>
        <p:nvSpPr>
          <p:cNvPr id="206" name="Google Shape;206;p4:notes">
            <a:extLst>
              <a:ext uri="{FF2B5EF4-FFF2-40B4-BE49-F238E27FC236}">
                <a16:creationId xmlns:a16="http://schemas.microsoft.com/office/drawing/2014/main" id="{AD54E669-B9AC-D662-493B-5FFBEABAD4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p4:notes">
            <a:extLst>
              <a:ext uri="{FF2B5EF4-FFF2-40B4-BE49-F238E27FC236}">
                <a16:creationId xmlns:a16="http://schemas.microsoft.com/office/drawing/2014/main" id="{6C243CB7-C955-EC56-1DCD-E00FD5E98482}"/>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r>
              <a:t>Meet Priya. She's a product manager.</a:t>
            </a:r>
          </a:p>
          <a:p>
            <a:r>
              <a:t>Every month, she spends two full days on one report: what are our competitors doing? She opens 20 browser tabs, reads news, checks pricing pages, and copies it all into slides. Two days, every single month.</a:t>
            </a:r>
          </a:p>
          <a:p>
            <a:r>
              <a:t>Her company says: let's get AI to do this. But different teams use different AI apps. Product uses ChatGPT, engineering uses Claude, sales uses Microsoft Copilot. And Priya's data comes from five places: news, pricing pages, company databases, and so on.</a:t>
            </a:r>
          </a:p>
          <a:p>
            <a:r>
              <a:t>So the developers sit down to connect them, and realise: three AI apps times five data sources is fifteen separate connectors. Each one built differently. Each one breaks differently. And every time a new AI app comes along, they start again.</a:t>
            </a:r>
          </a:p>
          <a:p>
            <a:r>
              <a:t>So here's my question for you: is there a way to build each connection once, and let every AI app use it?</a:t>
            </a:r>
          </a:p>
          <a:p>
            <a:r>
              <a:t>(Take a few answers. Someone will usually say "a common standard" or "one plug".)</a:t>
            </a:r>
          </a:p>
          <a:p>
            <a:r>
              <a:t>Exactly. That's what we're going to learn today.</a:t>
            </a:r>
          </a:p>
        </p:txBody>
      </p:sp>
    </p:spTree>
    <p:extLst>
      <p:ext uri="{BB962C8B-B14F-4D97-AF65-F5344CB8AC3E}">
        <p14:creationId xmlns:p14="http://schemas.microsoft.com/office/powerpoint/2010/main" val="4265995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B78B2-B13E-65E6-B5C2-0C2655A43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E0411-24BE-1820-9ADA-AE9656E8D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CCF6CF-3936-FA69-D414-9A8BFA6B2F22}"/>
              </a:ext>
            </a:extLst>
          </p:cNvPr>
          <p:cNvSpPr>
            <a:spLocks noGrp="1"/>
          </p:cNvSpPr>
          <p:nvPr>
            <p:ph type="body" idx="1"/>
          </p:nvPr>
        </p:nvSpPr>
        <p:spPr/>
        <p:txBody>
          <a:bodyPr/>
          <a:lstStyle/>
          <a:p>
            <a:r>
              <a:t>Here's what you'll walk away with.</a:t>
            </a:r>
          </a:p>
          <a:p>
            <a:r>
              <a:t>First, you'll understand why connecting AI apps to tools gets messy as a company grows. There's a name for it: the M times N problem.</a:t>
            </a:r>
          </a:p>
          <a:p>
            <a:r>
              <a:t>Second, you'll understand how MCP works, using everyday examples like ordering food on Swiggy.</a:t>
            </a:r>
          </a:p>
          <a:p>
            <a:r>
              <a:t>Third, you'll know the three things an MCP server can offer: tools, resources and prompts.</a:t>
            </a:r>
          </a:p>
          <a:p>
            <a:r>
              <a:t>And finally, you'll see a real MCP server, in a few lines of Python, and watch ChatGPT use it live.</a:t>
            </a:r>
          </a:p>
        </p:txBody>
      </p:sp>
      <p:sp>
        <p:nvSpPr>
          <p:cNvPr id="4" name="Slide Number Placeholder 3">
            <a:extLst>
              <a:ext uri="{FF2B5EF4-FFF2-40B4-BE49-F238E27FC236}">
                <a16:creationId xmlns:a16="http://schemas.microsoft.com/office/drawing/2014/main" id="{7B113445-B0CE-7C3B-B254-C50E3DB4D2B4}"/>
              </a:ext>
            </a:extLst>
          </p:cNvPr>
          <p:cNvSpPr>
            <a:spLocks noGrp="1"/>
          </p:cNvSpPr>
          <p:nvPr>
            <p:ph type="sldNum" sz="quarter" idx="5"/>
          </p:nvPr>
        </p:nvSpPr>
        <p:spPr/>
        <p:txBody>
          <a:bodyPr/>
          <a:lstStyle/>
          <a:p>
            <a:fld id="{0AC900C1-7326-4B4D-9C4E-22E7230B62CC}" type="slidenum">
              <a:rPr lang="en-US" smtClean="0"/>
              <a:t>4</a:t>
            </a:fld>
            <a:endParaRPr lang="en-US" dirty="0"/>
          </a:p>
        </p:txBody>
      </p:sp>
    </p:spTree>
    <p:extLst>
      <p:ext uri="{BB962C8B-B14F-4D97-AF65-F5344CB8AC3E}">
        <p14:creationId xmlns:p14="http://schemas.microsoft.com/office/powerpoint/2010/main" val="377295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1: why AI needs a standard plug.</a:t>
            </a:r>
          </a:p>
          <a:p>
            <a:r>
              <a:t>To understand the solution, let's first feel the problem.</a:t>
            </a:r>
          </a:p>
        </p:txBody>
      </p:sp>
      <p:sp>
        <p:nvSpPr>
          <p:cNvPr id="4" name="Slide Number Placeholder 3"/>
          <p:cNvSpPr>
            <a:spLocks noGrp="1"/>
          </p:cNvSpPr>
          <p:nvPr>
            <p:ph type="sldNum" sz="quarter" idx="5"/>
          </p:nvPr>
        </p:nvSpPr>
        <p:spPr/>
        <p:txBody>
          <a:bodyPr/>
          <a:lstStyle/>
          <a:p>
            <a:fld id="{0AC900C1-7326-4B4D-9C4E-22E7230B62CC}" type="slidenum">
              <a:rPr lang="en-US" smtClean="0"/>
              <a:t>5</a:t>
            </a:fld>
            <a:endParaRPr lang="en-US" dirty="0"/>
          </a:p>
        </p:txBody>
      </p:sp>
    </p:spTree>
    <p:extLst>
      <p:ext uri="{BB962C8B-B14F-4D97-AF65-F5344CB8AC3E}">
        <p14:creationId xmlns:p14="http://schemas.microsoft.com/office/powerpoint/2010/main" val="3300663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112DA-C8A7-FFC3-A89C-22B5A268D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9F7E8-2540-5DE3-7919-256496431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CDD51-00C1-F360-B5FD-2CDAE1147308}"/>
              </a:ext>
            </a:extLst>
          </p:cNvPr>
          <p:cNvSpPr>
            <a:spLocks noGrp="1"/>
          </p:cNvSpPr>
          <p:nvPr>
            <p:ph type="body" idx="1"/>
          </p:nvPr>
        </p:nvSpPr>
        <p:spPr/>
        <p:txBody>
          <a:bodyPr/>
          <a:lstStyle/>
          <a:p>
            <a:r>
              <a:t>Let's start with how AI agents actually get things done.</a:t>
            </a:r>
          </a:p>
          <a:p>
            <a:r>
              <a:t>The AI model is the brain. It's great at understanding and writing. But on its own, it can't look up today's news or check a competitor's prices. It needs hands. Those hands are called tools.</a:t>
            </a:r>
          </a:p>
          <a:p>
            <a:r>
              <a:t>In Priya's case, the tools might be: a web search to find company information, a pricing source, and a news feed.</a:t>
            </a:r>
          </a:p>
          <a:p>
            <a:r>
              <a:t>When Priya asks, "What's AMD up to?", the agent decides which tool to use and fills in the details, like "company: AMD".</a:t>
            </a:r>
          </a:p>
          <a:p>
            <a:r>
              <a:t>Think of a good receptionist at a big office. You say what you need, and they send you to the right department with the right form already filled in. That's what an agent does with tools.</a:t>
            </a:r>
          </a:p>
          <a:p>
            <a:r>
              <a:t>The problem is: how does the agent connect to each of those tools in the first place?</a:t>
            </a:r>
          </a:p>
        </p:txBody>
      </p:sp>
      <p:sp>
        <p:nvSpPr>
          <p:cNvPr id="4" name="Slide Number Placeholder 3">
            <a:extLst>
              <a:ext uri="{FF2B5EF4-FFF2-40B4-BE49-F238E27FC236}">
                <a16:creationId xmlns:a16="http://schemas.microsoft.com/office/drawing/2014/main" id="{14285BBD-E482-2A45-3668-ADA94ACED38A}"/>
              </a:ext>
            </a:extLst>
          </p:cNvPr>
          <p:cNvSpPr>
            <a:spLocks noGrp="1"/>
          </p:cNvSpPr>
          <p:nvPr>
            <p:ph type="sldNum" sz="quarter" idx="5"/>
          </p:nvPr>
        </p:nvSpPr>
        <p:spPr/>
        <p:txBody>
          <a:bodyPr/>
          <a:lstStyle/>
          <a:p>
            <a:fld id="{0AC900C1-7326-4B4D-9C4E-22E7230B62CC}" type="slidenum">
              <a:rPr lang="en-US" smtClean="0"/>
              <a:t>6</a:t>
            </a:fld>
            <a:endParaRPr lang="en-US" dirty="0"/>
          </a:p>
        </p:txBody>
      </p:sp>
    </p:spTree>
    <p:extLst>
      <p:ext uri="{BB962C8B-B14F-4D97-AF65-F5344CB8AC3E}">
        <p14:creationId xmlns:p14="http://schemas.microsoft.com/office/powerpoint/2010/main" val="535808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DED40-300A-F80C-58A5-F1E263593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C0B93-717E-8468-82A3-3F5139B37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33D9E-3F95-CA15-2D93-FB585E597320}"/>
              </a:ext>
            </a:extLst>
          </p:cNvPr>
          <p:cNvSpPr>
            <a:spLocks noGrp="1"/>
          </p:cNvSpPr>
          <p:nvPr>
            <p:ph type="body" idx="1"/>
          </p:nvPr>
        </p:nvSpPr>
        <p:spPr/>
        <p:txBody>
          <a:bodyPr/>
          <a:lstStyle/>
          <a:p>
            <a:r>
              <a:t>Here's how it worked before a standard existed.</a:t>
            </a:r>
          </a:p>
          <a:p>
            <a:r>
              <a:t>Every AI app needed its own custom connection to every tool. ChatGPT to GitHub, ChatGPT to Slack, ChatGPT to Salesforce. Then Claude to GitHub, Claude to Slack, Claude to Salesforce. Then Copilot, all over again.</a:t>
            </a:r>
          </a:p>
          <a:p>
            <a:r>
              <a:t>Three apps times three tools: nine connections. That's what we call the M times N problem. M is the number of AI apps, N is the number of tools, and you have to build M times N connections.</a:t>
            </a:r>
          </a:p>
          <a:p>
            <a:r>
              <a:t>And every single one is built, tested and fixed separately. Add one new tool, and you build three more. Add a new AI app, and you rebuild all of them.</a:t>
            </a:r>
          </a:p>
          <a:p>
            <a:r>
              <a:t>Remember the drawer full of chargers? Every phone brand had its own plug. That's exactly this.</a:t>
            </a:r>
          </a:p>
        </p:txBody>
      </p:sp>
      <p:sp>
        <p:nvSpPr>
          <p:cNvPr id="4" name="Slide Number Placeholder 3">
            <a:extLst>
              <a:ext uri="{FF2B5EF4-FFF2-40B4-BE49-F238E27FC236}">
                <a16:creationId xmlns:a16="http://schemas.microsoft.com/office/drawing/2014/main" id="{39360EDD-BB5D-615C-29B1-B4291B74E394}"/>
              </a:ext>
            </a:extLst>
          </p:cNvPr>
          <p:cNvSpPr>
            <a:spLocks noGrp="1"/>
          </p:cNvSpPr>
          <p:nvPr>
            <p:ph type="sldNum" sz="quarter" idx="5"/>
          </p:nvPr>
        </p:nvSpPr>
        <p:spPr/>
        <p:txBody>
          <a:bodyPr/>
          <a:lstStyle/>
          <a:p>
            <a:fld id="{0AC900C1-7326-4B4D-9C4E-22E7230B62CC}" type="slidenum">
              <a:rPr lang="en-US" smtClean="0"/>
              <a:t>10</a:t>
            </a:fld>
            <a:endParaRPr lang="en-US" dirty="0"/>
          </a:p>
        </p:txBody>
      </p:sp>
    </p:spTree>
    <p:extLst>
      <p:ext uri="{BB962C8B-B14F-4D97-AF65-F5344CB8AC3E}">
        <p14:creationId xmlns:p14="http://schemas.microsoft.com/office/powerpoint/2010/main" val="2631718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3FFB-B5CC-0EA4-0316-7CC13490A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04C08-E306-269F-EF0B-F08467217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E17F1-29DD-86C3-52F2-940003C2B33F}"/>
              </a:ext>
            </a:extLst>
          </p:cNvPr>
          <p:cNvSpPr>
            <a:spLocks noGrp="1"/>
          </p:cNvSpPr>
          <p:nvPr>
            <p:ph type="body" idx="1"/>
          </p:nvPr>
        </p:nvSpPr>
        <p:spPr/>
        <p:txBody>
          <a:bodyPr/>
          <a:lstStyle/>
          <a:p>
            <a:r>
              <a:t>Now here's what MCP does.</a:t>
            </a:r>
          </a:p>
          <a:p>
            <a:r>
              <a:t>Instead of every app connecting to every tool, each one connects once, to the shared standard. Three apps plus three tools: six connections, not nine. And when a new tool arrives, you build one connection, not three.</a:t>
            </a:r>
          </a:p>
          <a:p>
            <a:r>
              <a:t>With 5 apps and 9 tools, that's 14 connections instead of 45. The bigger the company, the bigger the saving.</a:t>
            </a:r>
          </a:p>
          <a:p>
            <a:r>
              <a:t>Here's an analogy every one of you has used: UPI.</a:t>
            </a:r>
          </a:p>
          <a:p>
            <a:r>
              <a:t>Before UPI, if you had a Paytm wallet, you could mostly only pay other Paytm users. Every wallet was its own island. Then NPCI created UPI: one shared standard. Every bank connected to it once. And now any app, Google Pay, PhonePe, Paytm, can pay anyone at any bank.</a:t>
            </a:r>
          </a:p>
          <a:p>
            <a:r>
              <a:t>MCP is doing the same thing for AI tools.</a:t>
            </a:r>
          </a:p>
        </p:txBody>
      </p:sp>
      <p:sp>
        <p:nvSpPr>
          <p:cNvPr id="4" name="Slide Number Placeholder 3">
            <a:extLst>
              <a:ext uri="{FF2B5EF4-FFF2-40B4-BE49-F238E27FC236}">
                <a16:creationId xmlns:a16="http://schemas.microsoft.com/office/drawing/2014/main" id="{C0988BC8-DC17-0245-276B-6539CF9709C3}"/>
              </a:ext>
            </a:extLst>
          </p:cNvPr>
          <p:cNvSpPr>
            <a:spLocks noGrp="1"/>
          </p:cNvSpPr>
          <p:nvPr>
            <p:ph type="sldNum" sz="quarter" idx="5"/>
          </p:nvPr>
        </p:nvSpPr>
        <p:spPr/>
        <p:txBody>
          <a:bodyPr/>
          <a:lstStyle/>
          <a:p>
            <a:fld id="{0AC900C1-7326-4B4D-9C4E-22E7230B62CC}" type="slidenum">
              <a:rPr lang="en-US" smtClean="0"/>
              <a:t>13</a:t>
            </a:fld>
            <a:endParaRPr lang="en-US"/>
          </a:p>
        </p:txBody>
      </p:sp>
    </p:spTree>
    <p:extLst>
      <p:ext uri="{BB962C8B-B14F-4D97-AF65-F5344CB8AC3E}">
        <p14:creationId xmlns:p14="http://schemas.microsoft.com/office/powerpoint/2010/main" val="3623180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check! Why does the M times N approach stop working as a company grows?</a:t>
            </a:r>
          </a:p>
          <a:p>
            <a:r>
              <a:t>A: every tool needs extra training data.</a:t>
            </a:r>
          </a:p>
          <a:p>
            <a:r>
              <a:t>B: every AI app must be wired to every tool separately.</a:t>
            </a:r>
          </a:p>
          <a:p>
            <a:r>
              <a:t>C: every user needs their own setup.</a:t>
            </a:r>
          </a:p>
          <a:p>
            <a:r>
              <a:t>D: every question must be handled by hand.</a:t>
            </a:r>
          </a:p>
          <a:p>
            <a:r>
              <a:t>(Give the room a few seconds.)</a:t>
            </a:r>
          </a:p>
          <a:p>
            <a:r>
              <a:t>It's B. Every new app or tool multiplies the work. That's the drawer of chargers again.</a:t>
            </a:r>
          </a:p>
        </p:txBody>
      </p:sp>
      <p:sp>
        <p:nvSpPr>
          <p:cNvPr id="4" name="Slide Number Placeholder 3"/>
          <p:cNvSpPr>
            <a:spLocks noGrp="1"/>
          </p:cNvSpPr>
          <p:nvPr>
            <p:ph type="sldNum" sz="quarter" idx="5"/>
          </p:nvPr>
        </p:nvSpPr>
        <p:spPr/>
        <p:txBody>
          <a:bodyPr/>
          <a:lstStyle/>
          <a:p>
            <a:fld id="{0AC900C1-7326-4B4D-9C4E-22E7230B62CC}" type="slidenum">
              <a:rPr lang="en-US" smtClean="0"/>
              <a:t>17</a:t>
            </a:fld>
            <a:endParaRPr lang="en-US" dirty="0"/>
          </a:p>
        </p:txBody>
      </p:sp>
    </p:spTree>
    <p:extLst>
      <p:ext uri="{BB962C8B-B14F-4D97-AF65-F5344CB8AC3E}">
        <p14:creationId xmlns:p14="http://schemas.microsoft.com/office/powerpoint/2010/main" val="901808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9E8BA-3A87-C0C2-A97C-53A250604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61DE0-558D-D7DB-07D0-D66281239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7718D-C534-4161-B7DB-1C05466C890C}"/>
              </a:ext>
            </a:extLst>
          </p:cNvPr>
          <p:cNvSpPr>
            <a:spLocks noGrp="1"/>
          </p:cNvSpPr>
          <p:nvPr>
            <p:ph type="body" idx="1"/>
          </p:nvPr>
        </p:nvSpPr>
        <p:spPr/>
        <p:txBody>
          <a:bodyPr/>
          <a:lstStyle/>
          <a:p>
            <a:r>
              <a:t>Part 2: how MCP actually works.</a:t>
            </a:r>
          </a:p>
          <a:p>
            <a:r>
              <a:t>Don't worry, no heavy technology here. We'll use a phone charger, a food delivery app and a phone call.</a:t>
            </a:r>
          </a:p>
        </p:txBody>
      </p:sp>
      <p:sp>
        <p:nvSpPr>
          <p:cNvPr id="4" name="Slide Number Placeholder 3">
            <a:extLst>
              <a:ext uri="{FF2B5EF4-FFF2-40B4-BE49-F238E27FC236}">
                <a16:creationId xmlns:a16="http://schemas.microsoft.com/office/drawing/2014/main" id="{1E469F8C-F4F5-07D3-1378-2113012EA234}"/>
              </a:ext>
            </a:extLst>
          </p:cNvPr>
          <p:cNvSpPr>
            <a:spLocks noGrp="1"/>
          </p:cNvSpPr>
          <p:nvPr>
            <p:ph type="sldNum" sz="quarter" idx="5"/>
          </p:nvPr>
        </p:nvSpPr>
        <p:spPr/>
        <p:txBody>
          <a:bodyPr/>
          <a:lstStyle/>
          <a:p>
            <a:fld id="{0AC900C1-7326-4B4D-9C4E-22E7230B62CC}" type="slidenum">
              <a:rPr lang="en-US" smtClean="0"/>
              <a:t>18</a:t>
            </a:fld>
            <a:endParaRPr lang="en-US" dirty="0"/>
          </a:p>
        </p:txBody>
      </p:sp>
    </p:spTree>
    <p:extLst>
      <p:ext uri="{BB962C8B-B14F-4D97-AF65-F5344CB8AC3E}">
        <p14:creationId xmlns:p14="http://schemas.microsoft.com/office/powerpoint/2010/main" val="4019849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09C5C-11A7-318E-2C86-B27680F3D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4D196-3319-EE44-CD10-71A013F08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BE8F8-7A11-2B19-5129-484D5FD7DF2E}"/>
              </a:ext>
            </a:extLst>
          </p:cNvPr>
          <p:cNvSpPr>
            <a:spLocks noGrp="1"/>
          </p:cNvSpPr>
          <p:nvPr>
            <p:ph type="body" idx="1"/>
          </p:nvPr>
        </p:nvSpPr>
        <p:spPr/>
        <p:txBody>
          <a:bodyPr/>
          <a:lstStyle/>
          <a:p>
            <a:r>
              <a:t>MCP stands for Model Context Protocol. A protocol is just an agreed set of rules for communicating, like the rules that let a Gmail user email an Outlook user.</a:t>
            </a:r>
          </a:p>
          <a:p>
            <a:r>
              <a:t>Anthropic, the company behind Claude, introduced MCP as an open standard in November 2024. And here's the remarkable part: within months, its competitors adopted it too. OpenAI added it in 2025, then Google, then Microsoft. And in December 2025, Anthropic handed MCP over to a neutral foundation under the Linux Foundation, so no single company controls it.</a:t>
            </a:r>
          </a:p>
          <a:p>
            <a:r>
              <a:t>When fierce competitors all agree on one plug, you know it solves a real problem.</a:t>
            </a:r>
          </a:p>
          <a:p>
            <a:r>
              <a:t>The best picture is USB-C. The European Union even made USB-C the required charging port for new phones from the end of 2024, because one standard is better for everyone. MCP is the USB-C port for AI: one plug shape, and any AI app can connect to any tool built for it.</a:t>
            </a:r>
          </a:p>
        </p:txBody>
      </p:sp>
      <p:sp>
        <p:nvSpPr>
          <p:cNvPr id="4" name="Slide Number Placeholder 3">
            <a:extLst>
              <a:ext uri="{FF2B5EF4-FFF2-40B4-BE49-F238E27FC236}">
                <a16:creationId xmlns:a16="http://schemas.microsoft.com/office/drawing/2014/main" id="{839FA1F4-1EC3-EF6D-74A1-2B320DEF82E5}"/>
              </a:ext>
            </a:extLst>
          </p:cNvPr>
          <p:cNvSpPr>
            <a:spLocks noGrp="1"/>
          </p:cNvSpPr>
          <p:nvPr>
            <p:ph type="sldNum" sz="quarter" idx="5"/>
          </p:nvPr>
        </p:nvSpPr>
        <p:spPr/>
        <p:txBody>
          <a:bodyPr/>
          <a:lstStyle/>
          <a:p>
            <a:fld id="{0AC900C1-7326-4B4D-9C4E-22E7230B62CC}" type="slidenum">
              <a:rPr lang="en-US" smtClean="0"/>
              <a:t>21</a:t>
            </a:fld>
            <a:endParaRPr lang="en-US"/>
          </a:p>
        </p:txBody>
      </p:sp>
    </p:spTree>
    <p:extLst>
      <p:ext uri="{BB962C8B-B14F-4D97-AF65-F5344CB8AC3E}">
        <p14:creationId xmlns:p14="http://schemas.microsoft.com/office/powerpoint/2010/main" val="30425777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204F-6D4A-1EC3-3568-D697C510A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23DD3-F93E-277C-B5F1-8E817F953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00D8D8-FB98-F4E3-B380-700FCB75F09E}"/>
              </a:ext>
            </a:extLst>
          </p:cNvPr>
          <p:cNvSpPr>
            <a:spLocks noGrp="1"/>
          </p:cNvSpPr>
          <p:nvPr>
            <p:ph type="body" idx="1"/>
          </p:nvPr>
        </p:nvSpPr>
        <p:spPr/>
        <p:txBody>
          <a:bodyPr/>
          <a:lstStyle/>
          <a:p>
            <a:r>
              <a:t>Here's the before and after, side by side.</a:t>
            </a:r>
          </a:p>
          <a:p>
            <a:r>
              <a:t>On the left, without MCP: an AI travel assistant has custom wiring to Google Flights, to Expedia, to a payment service. Hours of coding for each one, and it breaks whenever one of them changes something.</a:t>
            </a:r>
          </a:p>
          <a:p>
            <a:r>
              <a:t>On the right, with MCP: each of those services offers an MCP server, the assistant has one standard way to plug into all of them. Plug and play.</a:t>
            </a:r>
          </a:p>
          <a:p>
            <a:r>
              <a:t>Think of it this way: without MCP, you hire an electrician to hard-wire every appliance into the wall. With MCP, you just put a standard socket in the wall, and anything with the right plug works.</a:t>
            </a:r>
          </a:p>
        </p:txBody>
      </p:sp>
      <p:sp>
        <p:nvSpPr>
          <p:cNvPr id="4" name="Slide Number Placeholder 3">
            <a:extLst>
              <a:ext uri="{FF2B5EF4-FFF2-40B4-BE49-F238E27FC236}">
                <a16:creationId xmlns:a16="http://schemas.microsoft.com/office/drawing/2014/main" id="{A89F9D1E-F18E-80D3-DD4A-812BFB3B5029}"/>
              </a:ext>
            </a:extLst>
          </p:cNvPr>
          <p:cNvSpPr>
            <a:spLocks noGrp="1"/>
          </p:cNvSpPr>
          <p:nvPr>
            <p:ph type="sldNum" sz="quarter" idx="5"/>
          </p:nvPr>
        </p:nvSpPr>
        <p:spPr/>
        <p:txBody>
          <a:bodyPr/>
          <a:lstStyle/>
          <a:p>
            <a:fld id="{0AC900C1-7326-4B4D-9C4E-22E7230B62CC}" type="slidenum">
              <a:rPr lang="en-US" smtClean="0"/>
              <a:t>22</a:t>
            </a:fld>
            <a:endParaRPr lang="en-US"/>
          </a:p>
        </p:txBody>
      </p:sp>
    </p:spTree>
    <p:extLst>
      <p:ext uri="{BB962C8B-B14F-4D97-AF65-F5344CB8AC3E}">
        <p14:creationId xmlns:p14="http://schemas.microsoft.com/office/powerpoint/2010/main" val="2039157790"/>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time! Let's help Priya.</a:t>
            </a:r>
          </a:p>
          <a:p>
            <a:r>
              <a:t>(Start the server in a terminal: python server.py)</a:t>
            </a:r>
          </a:p>
          <a:p>
            <a:r>
              <a:t>Look at the banner. It tells us the mode: LIVE if we have a Tavily key, which is a search engine made for AI, or DEMO, which uses built-in sample data. That fallback means the demo never breaks, even if the internet is slow.</a:t>
            </a:r>
          </a:p>
          <a:p>
            <a:r>
              <a:t>(Start ngrok and paste the public link plus /mcp into ChatGPT's connector settings.)</a:t>
            </a:r>
          </a:p>
          <a:p>
            <a:r>
              <a:t>ChatGPT runs in the cloud and can't see my laptop. ngrok gives my server a temporary public web address, like giving a delivery partner a proper address instead of "the house near the temple".</a:t>
            </a:r>
          </a:p>
          <a:p>
            <a:r>
              <a:t>Now watch the terminal as ChatGPT connects. You'll see INIT: that's the handshake we just learned. Then LIST: ChatGPT asking for the menu, and our server answering with seven tools.</a:t>
            </a:r>
          </a:p>
          <a:p>
            <a:r>
              <a:t>(In ChatGPT, ask: "Give me a competitor brief on AMD in GPUs, with sources.")</a:t>
            </a:r>
          </a:p>
          <a:p>
            <a:r>
              <a:t>Now watch the terminal again. CALL: ChatGPT decided, on its own, to call the competitor brief tool, and you can see exactly what it sent: company AMD, category GPUs. Then DONE, with how long it took.</a:t>
            </a:r>
          </a:p>
          <a:p>
            <a:r>
              <a:t>And in ChatGPT, the answer appears, built from what our server returned.</a:t>
            </a:r>
          </a:p>
          <a:p>
            <a:r>
              <a:t>Ask the room: who chose which tool to use? Not us. ChatGPT read the tool descriptions and picked one. That's why those descriptions matter so much.</a:t>
            </a:r>
          </a:p>
          <a:p>
            <a:r>
              <a:t>Backup plan: if ChatGPT or ngrok is slow, run python test_client.py. It connects to the server just like ChatGPT would, lists the tools and calls three of them, so you can show the same log lines.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17891-E2B7-E7B4-F271-B862145029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6006F-6D74-A777-7190-2181F1109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5C831-E184-6B44-6F89-0D63A83E4666}"/>
              </a:ext>
            </a:extLst>
          </p:cNvPr>
          <p:cNvSpPr>
            <a:spLocks noGrp="1"/>
          </p:cNvSpPr>
          <p:nvPr>
            <p:ph type="body" idx="1"/>
          </p:nvPr>
        </p:nvSpPr>
        <p:spPr/>
        <p:txBody>
          <a:bodyPr/>
          <a:lstStyle/>
          <a:p>
            <a:r>
              <a:t>How do the messages actually travel? That's called the transport, and there are two main options.</a:t>
            </a:r>
          </a:p>
          <a:p>
            <a:r>
              <a:t>stdio is when the AI app and the server run on the same computer. Think of an office intercom: quick, private, and only inside the building.</a:t>
            </a:r>
          </a:p>
          <a:p>
            <a:r>
              <a:t>HTTP is when they talk over the internet. Think of a phone call: the server can be anywhere in the world.</a:t>
            </a:r>
          </a:p>
          <a:p>
            <a:r>
              <a:t>Our demo server uses HTTP, because ChatGPT runs in the cloud and needs to reach our server over the internet.</a:t>
            </a:r>
          </a:p>
          <a:p>
            <a:r>
              <a:t>And here's the nice part: whichever route the message takes, the message itself always looks the same: the same standard order slip. Just like a letter is a letter whether it goes by post or by courier.</a:t>
            </a:r>
          </a:p>
        </p:txBody>
      </p:sp>
      <p:sp>
        <p:nvSpPr>
          <p:cNvPr id="4" name="Slide Number Placeholder 3">
            <a:extLst>
              <a:ext uri="{FF2B5EF4-FFF2-40B4-BE49-F238E27FC236}">
                <a16:creationId xmlns:a16="http://schemas.microsoft.com/office/drawing/2014/main" id="{A7A1E29F-12A2-B891-A617-5E134DE733F0}"/>
              </a:ext>
            </a:extLst>
          </p:cNvPr>
          <p:cNvSpPr>
            <a:spLocks noGrp="1"/>
          </p:cNvSpPr>
          <p:nvPr>
            <p:ph type="sldNum" sz="quarter" idx="5"/>
          </p:nvPr>
        </p:nvSpPr>
        <p:spPr/>
        <p:txBody>
          <a:bodyPr/>
          <a:lstStyle/>
          <a:p>
            <a:fld id="{0AC900C1-7326-4B4D-9C4E-22E7230B62CC}" type="slidenum">
              <a:rPr lang="en-US" smtClean="0"/>
              <a:t>24</a:t>
            </a:fld>
            <a:endParaRPr lang="en-US"/>
          </a:p>
        </p:txBody>
      </p:sp>
    </p:spTree>
    <p:extLst>
      <p:ext uri="{BB962C8B-B14F-4D97-AF65-F5344CB8AC3E}">
        <p14:creationId xmlns:p14="http://schemas.microsoft.com/office/powerpoint/2010/main" val="2057178178"/>
      </p:ext>
    </p:extLst>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lesson is the Model Context Protocol, or MCP for short.</a:t>
            </a:r>
          </a:p>
          <a:p>
            <a:r>
              <a:t>In one line: MCP is a standard plug that lets any AI app, like ChatGPT or Claude, connect to any tool or data source, in the same way.</a:t>
            </a:r>
          </a:p>
          <a:p>
            <a:r>
              <a:t>By the end of today, you'll understand why it exists, how it works, and you'll see ChatGPT use a tool we built ourselves, live.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35C0B-5A4E-1D47-61C4-E55D4EDB5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7796E-9523-6BD1-845A-8EF63D0C8F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E0CF7-D5C0-C05A-01D1-EC55C691979B}"/>
              </a:ext>
            </a:extLst>
          </p:cNvPr>
          <p:cNvSpPr>
            <a:spLocks noGrp="1"/>
          </p:cNvSpPr>
          <p:nvPr>
            <p:ph type="body" idx="1"/>
          </p:nvPr>
        </p:nvSpPr>
        <p:spPr/>
        <p:txBody>
          <a:bodyPr/>
          <a:lstStyle/>
          <a:p>
            <a:r>
              <a:t>Before any work happens, the client and server do a quick handshake. It's exactly like the start of a phone call.</a:t>
            </a:r>
          </a:p>
          <a:p>
            <a:r>
              <a:t>Step one, the client says hello: "Hi, I'm ChatGPT, and this is what I support."</a:t>
            </a:r>
          </a:p>
          <a:p>
            <a:r>
              <a:t>Step two, the server says hello back: "Hi, I'm MarketIntel, and this is what I offer."</a:t>
            </a:r>
          </a:p>
          <a:p>
            <a:r>
              <a:t>Step three, the client says: "Great, I'm ready."</a:t>
            </a:r>
          </a:p>
          <a:p>
            <a:r>
              <a:t>Now the connection is ready, and the client can ask: what tools do you have? And then: please run this tool for me.</a:t>
            </a:r>
          </a:p>
          <a:p>
            <a:r>
              <a:t>Watch for this in the demo. Our server prints a line for each step. You'll literally see the word INIT for the handshake, LIST when ChatGPT asks for the menu, and CALL when it places an order.</a:t>
            </a:r>
          </a:p>
        </p:txBody>
      </p:sp>
      <p:sp>
        <p:nvSpPr>
          <p:cNvPr id="4" name="Slide Number Placeholder 3">
            <a:extLst>
              <a:ext uri="{FF2B5EF4-FFF2-40B4-BE49-F238E27FC236}">
                <a16:creationId xmlns:a16="http://schemas.microsoft.com/office/drawing/2014/main" id="{533DF99E-BB05-E744-242C-879203653B16}"/>
              </a:ext>
            </a:extLst>
          </p:cNvPr>
          <p:cNvSpPr>
            <a:spLocks noGrp="1"/>
          </p:cNvSpPr>
          <p:nvPr>
            <p:ph type="sldNum" sz="quarter" idx="5"/>
          </p:nvPr>
        </p:nvSpPr>
        <p:spPr/>
        <p:txBody>
          <a:bodyPr/>
          <a:lstStyle/>
          <a:p>
            <a:fld id="{0AC900C1-7326-4B4D-9C4E-22E7230B62CC}" type="slidenum">
              <a:rPr lang="en-US" smtClean="0"/>
              <a:t>26</a:t>
            </a:fld>
            <a:endParaRPr lang="en-US"/>
          </a:p>
        </p:txBody>
      </p:sp>
    </p:spTree>
    <p:extLst>
      <p:ext uri="{BB962C8B-B14F-4D97-AF65-F5344CB8AC3E}">
        <p14:creationId xmlns:p14="http://schemas.microsoft.com/office/powerpoint/2010/main" val="1944521063"/>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jargon buster. Every new word from today, in plain language. Feel free to take a photo.</a:t>
            </a:r>
          </a:p>
          <a:p>
            <a:r>
              <a:t>MCP is the USB-C port for AI. The M times N problem is the drawer full of different chargers.</a:t>
            </a:r>
          </a:p>
          <a:p>
            <a:r>
              <a:t>The host is the Swiggy app, the client is the delivery partner, and the server is the restaurant.</a:t>
            </a:r>
          </a:p>
          <a:p>
            <a:r>
              <a:t>A tool is placing an order, a resource is the menu card, and a prompt is a set combo meal.</a:t>
            </a:r>
          </a:p>
          <a:p>
            <a:r>
              <a:t>The transport is how messages travel: an intercom on the same computer, or a phone call over the internet.</a:t>
            </a:r>
          </a:p>
          <a:p>
            <a:r>
              <a:t>JSON-RPC is the printed order slip everyone understands. And FastMCP is a ready-made kit for setting up your own shop counter.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5DF10-C03F-A888-CB53-237E682C3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38BFA-82F1-33FB-F7C0-A7245B2FC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A269F-0B9A-E5A5-C381-5107C78B78A5}"/>
              </a:ext>
            </a:extLst>
          </p:cNvPr>
          <p:cNvSpPr>
            <a:spLocks noGrp="1"/>
          </p:cNvSpPr>
          <p:nvPr>
            <p:ph type="body" idx="1"/>
          </p:nvPr>
        </p:nvSpPr>
        <p:spPr/>
        <p:txBody>
          <a:bodyPr/>
          <a:lstStyle/>
          <a:p>
            <a:r>
              <a:t>Quick check! How does MCP solve the M times N problem?</a:t>
            </a:r>
          </a:p>
          <a:p>
            <a:r>
              <a:t>A: custom code for every app and tool pair.</a:t>
            </a:r>
          </a:p>
          <a:p>
            <a:r>
              <a:t>B: one shared standard that every app and tool connects to.</a:t>
            </a:r>
          </a:p>
          <a:p>
            <a:r>
              <a:t>C: each AI model manages all its own connections.</a:t>
            </a:r>
          </a:p>
          <a:p>
            <a:r>
              <a:t>D: replacing tools with the model's own knowledge.</a:t>
            </a:r>
          </a:p>
          <a:p>
            <a:r>
              <a:t>(Take an answer.)</a:t>
            </a:r>
          </a:p>
          <a:p>
            <a:r>
              <a:t>It's B. Just like UPI: one shared standard, and everyone connects once.</a:t>
            </a:r>
          </a:p>
        </p:txBody>
      </p:sp>
      <p:sp>
        <p:nvSpPr>
          <p:cNvPr id="4" name="Slide Number Placeholder 3">
            <a:extLst>
              <a:ext uri="{FF2B5EF4-FFF2-40B4-BE49-F238E27FC236}">
                <a16:creationId xmlns:a16="http://schemas.microsoft.com/office/drawing/2014/main" id="{E7E63FAA-714B-488E-6B8C-C31E2F1FEB27}"/>
              </a:ext>
            </a:extLst>
          </p:cNvPr>
          <p:cNvSpPr>
            <a:spLocks noGrp="1"/>
          </p:cNvSpPr>
          <p:nvPr>
            <p:ph type="sldNum" sz="quarter" idx="5"/>
          </p:nvPr>
        </p:nvSpPr>
        <p:spPr/>
        <p:txBody>
          <a:bodyPr/>
          <a:lstStyle/>
          <a:p>
            <a:fld id="{0AC900C1-7326-4B4D-9C4E-22E7230B62CC}" type="slidenum">
              <a:rPr lang="en-US" smtClean="0"/>
              <a:t>31</a:t>
            </a:fld>
            <a:endParaRPr lang="en-US"/>
          </a:p>
        </p:txBody>
      </p:sp>
    </p:spTree>
    <p:extLst>
      <p:ext uri="{BB962C8B-B14F-4D97-AF65-F5344CB8AC3E}">
        <p14:creationId xmlns:p14="http://schemas.microsoft.com/office/powerpoint/2010/main" val="4230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D26DF-896E-244F-AEA4-0683321D2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2FBE4-A8B7-C75F-253F-8D1165FD8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4F730-43AA-D6B4-5708-9AE74DB24592}"/>
              </a:ext>
            </a:extLst>
          </p:cNvPr>
          <p:cNvSpPr>
            <a:spLocks noGrp="1"/>
          </p:cNvSpPr>
          <p:nvPr>
            <p:ph type="body" idx="1"/>
          </p:nvPr>
        </p:nvSpPr>
        <p:spPr/>
        <p:txBody>
          <a:bodyPr/>
          <a:lstStyle/>
          <a:p>
            <a:r>
              <a:t>An MCP server can offer three kinds of things. Let's stay in the restaurant.</a:t>
            </a:r>
          </a:p>
          <a:p>
            <a:r>
              <a:t>Tools are actions the AI can ask for, like placing an order: "search the news about AMD", "get pricing for NVIDIA". Something happens, and a result comes back.</a:t>
            </a:r>
          </a:p>
          <a:p>
            <a:r>
              <a:t>Resources are information the AI can read, like the menu card on the wall. Nothing gets done; it's just data to look at, like a price list or a company file.</a:t>
            </a:r>
          </a:p>
          <a:p>
            <a:r>
              <a:t>Prompts are ready-made instructions, like the chef's set combo meals. Instead of explaining every time, you pick "competitor brief" and the server provides a well-written instruction for the AI to follow.</a:t>
            </a:r>
          </a:p>
          <a:p>
            <a:r>
              <a:t>Our demo server, MarketIntel, focuses on tools. It offers seven of them: company overview, competitors, product portfolio, pricing, recent news, an all-in-one competitor brief, and a server status check.</a:t>
            </a:r>
          </a:p>
        </p:txBody>
      </p:sp>
      <p:sp>
        <p:nvSpPr>
          <p:cNvPr id="4" name="Slide Number Placeholder 3">
            <a:extLst>
              <a:ext uri="{FF2B5EF4-FFF2-40B4-BE49-F238E27FC236}">
                <a16:creationId xmlns:a16="http://schemas.microsoft.com/office/drawing/2014/main" id="{0DEAA36E-28E8-B70E-404F-7E6E8D941C85}"/>
              </a:ext>
            </a:extLst>
          </p:cNvPr>
          <p:cNvSpPr>
            <a:spLocks noGrp="1"/>
          </p:cNvSpPr>
          <p:nvPr>
            <p:ph type="sldNum" sz="quarter" idx="5"/>
          </p:nvPr>
        </p:nvSpPr>
        <p:spPr/>
        <p:txBody>
          <a:bodyPr/>
          <a:lstStyle/>
          <a:p>
            <a:fld id="{0AC900C1-7326-4B4D-9C4E-22E7230B62CC}" type="slidenum">
              <a:rPr lang="en-US" smtClean="0"/>
              <a:t>33</a:t>
            </a:fld>
            <a:endParaRPr lang="en-US"/>
          </a:p>
        </p:txBody>
      </p:sp>
    </p:spTree>
    <p:extLst>
      <p:ext uri="{BB962C8B-B14F-4D97-AF65-F5344CB8AC3E}">
        <p14:creationId xmlns:p14="http://schemas.microsoft.com/office/powerpoint/2010/main" val="19305029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B3C4-4598-FC3B-54D5-2064D2542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27511-5DFB-B8F2-709D-7F467D5DC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35D8F-D0BD-A126-7444-5D406587F4E8}"/>
              </a:ext>
            </a:extLst>
          </p:cNvPr>
          <p:cNvSpPr>
            <a:spLocks noGrp="1"/>
          </p:cNvSpPr>
          <p:nvPr>
            <p:ph type="body" idx="1"/>
          </p:nvPr>
        </p:nvSpPr>
        <p:spPr/>
        <p:txBody>
          <a:bodyPr/>
          <a:lstStyle/>
          <a:p>
            <a:r>
              <a:t>MCP has three roles. Let's use something you've all done: ordering food on Swiggy.</a:t>
            </a:r>
          </a:p>
          <a:p>
            <a:r>
              <a:t>The host is the AI app you actually use: ChatGPT, Claude, Copilot. It's like the Swiggy app on your phone: it's where you ask for what you want, and where the answer shows up.</a:t>
            </a:r>
          </a:p>
          <a:p>
            <a:r>
              <a:t>The client is a connector inside the host. There's one client for each server it talks to. It's like the delivery partner assigned to one restaurant: it carries your order there and brings the food back. It doesn't cook anything itself.</a:t>
            </a:r>
          </a:p>
          <a:p>
            <a:r>
              <a:t>The server is where the work happens. It offers tools and data. It's the restaurant, with its menu and kitchen.</a:t>
            </a:r>
          </a:p>
          <a:p>
            <a:r>
              <a:t>And they all talk in a standard format called JSON-RPC. Think of it as a printed order slip: every restaurant understands it, no matter which app sent it.</a:t>
            </a:r>
          </a:p>
          <a:p>
            <a:r>
              <a:t>In today's demo: ChatGPT is the host, ChatGPT's connector is the client, and our MarketIntel program is the server.</a:t>
            </a:r>
          </a:p>
        </p:txBody>
      </p:sp>
      <p:sp>
        <p:nvSpPr>
          <p:cNvPr id="4" name="Slide Number Placeholder 3">
            <a:extLst>
              <a:ext uri="{FF2B5EF4-FFF2-40B4-BE49-F238E27FC236}">
                <a16:creationId xmlns:a16="http://schemas.microsoft.com/office/drawing/2014/main" id="{DDD21FB5-978C-185B-6FD0-C364901CC75F}"/>
              </a:ext>
            </a:extLst>
          </p:cNvPr>
          <p:cNvSpPr>
            <a:spLocks noGrp="1"/>
          </p:cNvSpPr>
          <p:nvPr>
            <p:ph type="sldNum" sz="quarter" idx="5"/>
          </p:nvPr>
        </p:nvSpPr>
        <p:spPr/>
        <p:txBody>
          <a:bodyPr/>
          <a:lstStyle/>
          <a:p>
            <a:fld id="{0AC900C1-7326-4B4D-9C4E-22E7230B62CC}" type="slidenum">
              <a:rPr lang="en-US" smtClean="0"/>
              <a:t>34</a:t>
            </a:fld>
            <a:endParaRPr lang="en-US"/>
          </a:p>
        </p:txBody>
      </p:sp>
    </p:spTree>
    <p:extLst>
      <p:ext uri="{BB962C8B-B14F-4D97-AF65-F5344CB8AC3E}">
        <p14:creationId xmlns:p14="http://schemas.microsoft.com/office/powerpoint/2010/main" val="24784130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85332-8768-7A62-0950-FF43C7397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C1C3E-00E0-9626-346F-83AFEF9B3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AC157-E803-D445-360B-E7E4880C87F6}"/>
              </a:ext>
            </a:extLst>
          </p:cNvPr>
          <p:cNvSpPr>
            <a:spLocks noGrp="1"/>
          </p:cNvSpPr>
          <p:nvPr>
            <p:ph type="body" idx="1"/>
          </p:nvPr>
        </p:nvSpPr>
        <p:spPr/>
        <p:txBody>
          <a:bodyPr/>
          <a:lstStyle/>
          <a:p>
            <a:r>
              <a:t>Here's good news: you don't always have to build your own server.</a:t>
            </a:r>
          </a:p>
          <a:p>
            <a:r>
              <a:t>Reference servers are samples from the MCP team, made to learn from. Early examples included connectors for PostgreSQL databases and Slack.</a:t>
            </a:r>
          </a:p>
          <a:p>
            <a:r>
              <a:t>Official servers are built by companies for their own products. Stripe, for payments, and many other big platforms have their own. They're ready to use and trusted, because the company itself maintains them.</a:t>
            </a:r>
          </a:p>
          <a:p>
            <a:r>
              <a:t>Community servers are built by independent developers. Thousands exist, for everything from Discord to Docker. They're great for experiments, but check them carefully before using them with real company data, just as you'd check an app before giving it access to your phone.</a:t>
            </a:r>
          </a:p>
          <a:p>
            <a:r>
              <a:t>So the real question is often: is there already a trusted server for this? If not, build one, like we did with MarketIntel.</a:t>
            </a:r>
          </a:p>
        </p:txBody>
      </p:sp>
      <p:sp>
        <p:nvSpPr>
          <p:cNvPr id="4" name="Slide Number Placeholder 3">
            <a:extLst>
              <a:ext uri="{FF2B5EF4-FFF2-40B4-BE49-F238E27FC236}">
                <a16:creationId xmlns:a16="http://schemas.microsoft.com/office/drawing/2014/main" id="{9EB06F51-4BC1-0DD4-D5FB-82D57F377F7C}"/>
              </a:ext>
            </a:extLst>
          </p:cNvPr>
          <p:cNvSpPr>
            <a:spLocks noGrp="1"/>
          </p:cNvSpPr>
          <p:nvPr>
            <p:ph type="sldNum" sz="quarter" idx="5"/>
          </p:nvPr>
        </p:nvSpPr>
        <p:spPr/>
        <p:txBody>
          <a:bodyPr/>
          <a:lstStyle/>
          <a:p>
            <a:fld id="{0AC900C1-7326-4B4D-9C4E-22E7230B62CC}" type="slidenum">
              <a:rPr lang="en-US" smtClean="0"/>
              <a:t>38</a:t>
            </a:fld>
            <a:endParaRPr lang="en-US"/>
          </a:p>
        </p:txBody>
      </p:sp>
    </p:spTree>
    <p:extLst>
      <p:ext uri="{BB962C8B-B14F-4D97-AF65-F5344CB8AC3E}">
        <p14:creationId xmlns:p14="http://schemas.microsoft.com/office/powerpoint/2010/main" val="16988984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AAA4-3142-9509-0F0F-B0DED75BC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BFE18-1E4A-D76F-F381-CB56F613B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03A117-E8A9-2536-22FC-C1E92125BD62}"/>
              </a:ext>
            </a:extLst>
          </p:cNvPr>
          <p:cNvSpPr>
            <a:spLocks noGrp="1"/>
          </p:cNvSpPr>
          <p:nvPr>
            <p:ph type="body" idx="1"/>
          </p:nvPr>
        </p:nvSpPr>
        <p:spPr/>
        <p:txBody>
          <a:bodyPr/>
          <a:lstStyle/>
          <a:p>
            <a:r>
              <a:t>Quick check! Which of these can an MCP server offer?</a:t>
            </a:r>
          </a:p>
          <a:p>
            <a:r>
              <a:t>Tools, resources, prompts, or all of the above?</a:t>
            </a:r>
          </a:p>
          <a:p>
            <a:r>
              <a:t>(Take an answer.)</a:t>
            </a:r>
          </a:p>
          <a:p>
            <a:r>
              <a:t>It's D, all of the above. Tools are the orders, resources are the menu card, and prompts are the set combos.</a:t>
            </a:r>
          </a:p>
        </p:txBody>
      </p:sp>
      <p:sp>
        <p:nvSpPr>
          <p:cNvPr id="4" name="Slide Number Placeholder 3">
            <a:extLst>
              <a:ext uri="{FF2B5EF4-FFF2-40B4-BE49-F238E27FC236}">
                <a16:creationId xmlns:a16="http://schemas.microsoft.com/office/drawing/2014/main" id="{ADD6C896-1EE1-ACFB-0D59-4788F3F08222}"/>
              </a:ext>
            </a:extLst>
          </p:cNvPr>
          <p:cNvSpPr>
            <a:spLocks noGrp="1"/>
          </p:cNvSpPr>
          <p:nvPr>
            <p:ph type="sldNum" sz="quarter" idx="5"/>
          </p:nvPr>
        </p:nvSpPr>
        <p:spPr/>
        <p:txBody>
          <a:bodyPr/>
          <a:lstStyle/>
          <a:p>
            <a:fld id="{0AC900C1-7326-4B4D-9C4E-22E7230B62CC}" type="slidenum">
              <a:rPr lang="en-US" smtClean="0"/>
              <a:t>42</a:t>
            </a:fld>
            <a:endParaRPr lang="en-US"/>
          </a:p>
        </p:txBody>
      </p:sp>
    </p:spTree>
    <p:extLst>
      <p:ext uri="{BB962C8B-B14F-4D97-AF65-F5344CB8AC3E}">
        <p14:creationId xmlns:p14="http://schemas.microsoft.com/office/powerpoint/2010/main" val="10265763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3B719-F093-20BC-5B45-682D82FBA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D9EE7-2A8D-CC17-E500-9D7E247C3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3897F-F58E-071B-BA40-5C387428AEFC}"/>
              </a:ext>
            </a:extLst>
          </p:cNvPr>
          <p:cNvSpPr>
            <a:spLocks noGrp="1"/>
          </p:cNvSpPr>
          <p:nvPr>
            <p:ph type="body" idx="1"/>
          </p:nvPr>
        </p:nvSpPr>
        <p:spPr/>
        <p:txBody>
          <a:bodyPr/>
          <a:lstStyle/>
          <a:p>
            <a:r>
              <a:t>Part 3: what an MCP server offers, and how to build one.</a:t>
            </a:r>
          </a:p>
          <a:p>
            <a:r>
              <a:t>This is where it gets practical. In a few minutes, you'll see a real server, and ChatGPT using it.</a:t>
            </a:r>
          </a:p>
        </p:txBody>
      </p:sp>
      <p:sp>
        <p:nvSpPr>
          <p:cNvPr id="4" name="Slide Number Placeholder 3">
            <a:extLst>
              <a:ext uri="{FF2B5EF4-FFF2-40B4-BE49-F238E27FC236}">
                <a16:creationId xmlns:a16="http://schemas.microsoft.com/office/drawing/2014/main" id="{1DDA4993-387A-002B-B77B-FD9F8916A0A0}"/>
              </a:ext>
            </a:extLst>
          </p:cNvPr>
          <p:cNvSpPr>
            <a:spLocks noGrp="1"/>
          </p:cNvSpPr>
          <p:nvPr>
            <p:ph type="sldNum" sz="quarter" idx="5"/>
          </p:nvPr>
        </p:nvSpPr>
        <p:spPr/>
        <p:txBody>
          <a:bodyPr/>
          <a:lstStyle/>
          <a:p>
            <a:fld id="{0AC900C1-7326-4B4D-9C4E-22E7230B62CC}" type="slidenum">
              <a:rPr lang="en-US" smtClean="0"/>
              <a:t>43</a:t>
            </a:fld>
            <a:endParaRPr lang="en-US"/>
          </a:p>
        </p:txBody>
      </p:sp>
    </p:spTree>
    <p:extLst>
      <p:ext uri="{BB962C8B-B14F-4D97-AF65-F5344CB8AC3E}">
        <p14:creationId xmlns:p14="http://schemas.microsoft.com/office/powerpoint/2010/main" val="1947942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4D85C-D644-5DC0-CF66-B057AD46F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BDC2D-3391-BA12-7534-5718FC969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B6E87-4ECE-3677-8B8D-43116225759C}"/>
              </a:ext>
            </a:extLst>
          </p:cNvPr>
          <p:cNvSpPr>
            <a:spLocks noGrp="1"/>
          </p:cNvSpPr>
          <p:nvPr>
            <p:ph type="body" idx="1"/>
          </p:nvPr>
        </p:nvSpPr>
        <p:spPr/>
        <p:txBody>
          <a:bodyPr/>
          <a:lstStyle/>
          <a:p>
            <a:r>
              <a:t>So how do you build a server? With a Python library called FastMCP. A library is just a ready-made toolkit.</a:t>
            </a:r>
          </a:p>
          <a:p>
            <a:r>
              <a:t>Don't worry about reading every line. Look at the pattern.</a:t>
            </a:r>
          </a:p>
          <a:p>
            <a:r>
              <a:t>Line 2: we give the server a name, MarketIntel.</a:t>
            </a:r>
          </a:p>
          <a:p>
            <a:r>
              <a:t>Then there's a normal Python function, list competitors. The magic is the one line above it: at mcp dot tool. That single line turns an ordinary function into a tool any AI app can use.</a:t>
            </a:r>
          </a:p>
          <a:p>
            <a:r>
              <a:t>Notice the sentence in triple quotes: "Top competitors of a company." That's not for humans. That's how ChatGPT knows when to use this tool. Write a vague description, and the AI will pick the wrong tool, like a badly labelled switch in a new house.</a:t>
            </a:r>
          </a:p>
          <a:p>
            <a:r>
              <a:t>And "name: str" tells the AI it needs to send a piece of text, the company name.</a:t>
            </a:r>
          </a:p>
          <a:p>
            <a:r>
              <a:t>At mcp dot resource does the same for data to read, and at mcp dot prompt for a ready-made instruction.</a:t>
            </a:r>
          </a:p>
          <a:p>
            <a:r>
              <a:t>The last line opens the shop: run it over HTTP on port 8000.</a:t>
            </a:r>
          </a:p>
          <a:p>
            <a:r>
              <a:t>This is a simplified version of our demo server. The real one has seven tools and adds logging, but the pattern is exactly this.</a:t>
            </a:r>
          </a:p>
        </p:txBody>
      </p:sp>
      <p:sp>
        <p:nvSpPr>
          <p:cNvPr id="4" name="Slide Number Placeholder 3">
            <a:extLst>
              <a:ext uri="{FF2B5EF4-FFF2-40B4-BE49-F238E27FC236}">
                <a16:creationId xmlns:a16="http://schemas.microsoft.com/office/drawing/2014/main" id="{024DA63C-8D95-5F2B-72C4-E4FE511C313E}"/>
              </a:ext>
            </a:extLst>
          </p:cNvPr>
          <p:cNvSpPr>
            <a:spLocks noGrp="1"/>
          </p:cNvSpPr>
          <p:nvPr>
            <p:ph type="sldNum" sz="quarter" idx="5"/>
          </p:nvPr>
        </p:nvSpPr>
        <p:spPr/>
        <p:txBody>
          <a:bodyPr/>
          <a:lstStyle/>
          <a:p>
            <a:fld id="{0AC900C1-7326-4B4D-9C4E-22E7230B62CC}" type="slidenum">
              <a:rPr lang="en-US" smtClean="0"/>
              <a:t>47</a:t>
            </a:fld>
            <a:endParaRPr lang="en-US"/>
          </a:p>
        </p:txBody>
      </p:sp>
    </p:spTree>
    <p:extLst>
      <p:ext uri="{BB962C8B-B14F-4D97-AF65-F5344CB8AC3E}">
        <p14:creationId xmlns:p14="http://schemas.microsoft.com/office/powerpoint/2010/main" val="8291124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16C5E-38C0-4D1E-425C-52187F472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D296F-6BF5-83AB-01ED-9EC4798853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97B26-041D-CDDC-F934-26425ABEEEA7}"/>
              </a:ext>
            </a:extLst>
          </p:cNvPr>
          <p:cNvSpPr>
            <a:spLocks noGrp="1"/>
          </p:cNvSpPr>
          <p:nvPr>
            <p:ph type="body" idx="1"/>
          </p:nvPr>
        </p:nvSpPr>
        <p:spPr/>
        <p:txBody>
          <a:bodyPr/>
          <a:lstStyle/>
          <a:p>
            <a:r>
              <a:t>Your turn!</a:t>
            </a:r>
          </a:p>
          <a:p>
            <a:r>
              <a:t>Priya's team loved the demo. Now they want one more tool for their monthly competitor report. In pairs, take a few minutes to design it.</a:t>
            </a:r>
          </a:p>
          <a:p>
            <a:r>
              <a:t>Which tool would save Priya the most time? Maybe comparing two companies' prices side by side, tracking app-store ratings, or summarising an earnings call.</a:t>
            </a:r>
          </a:p>
          <a:p>
            <a:r>
              <a:t>What would it need as input? Two company names? A region?</a:t>
            </a:r>
          </a:p>
          <a:p>
            <a:r>
              <a:t>What should it give back? A table? A short summary with sources?</a:t>
            </a:r>
          </a:p>
          <a:p>
            <a:r>
              <a:t>And is it really a tool, an action, or would a resource, data to read, or a prompt, a ready-made instruction, fit better?</a:t>
            </a:r>
          </a:p>
          <a:p>
            <a:r>
              <a:t>(Give pairs a few minutes, then take two or three ideas and write them on the board.)</a:t>
            </a:r>
          </a:p>
          <a:p>
            <a:r>
              <a:t>Great ideas. Notice that you just designed an MCP tool without writing any code: a name, a description, inputs and an output. That's exactly what the at mcp dot tool line needs.</a:t>
            </a:r>
          </a:p>
        </p:txBody>
      </p:sp>
      <p:sp>
        <p:nvSpPr>
          <p:cNvPr id="4" name="Slide Number Placeholder 3">
            <a:extLst>
              <a:ext uri="{FF2B5EF4-FFF2-40B4-BE49-F238E27FC236}">
                <a16:creationId xmlns:a16="http://schemas.microsoft.com/office/drawing/2014/main" id="{E76A3BE2-A1EB-ED66-E354-647EDA58D23E}"/>
              </a:ext>
            </a:extLst>
          </p:cNvPr>
          <p:cNvSpPr>
            <a:spLocks noGrp="1"/>
          </p:cNvSpPr>
          <p:nvPr>
            <p:ph type="sldNum" sz="quarter" idx="5"/>
          </p:nvPr>
        </p:nvSpPr>
        <p:spPr/>
        <p:txBody>
          <a:bodyPr/>
          <a:lstStyle/>
          <a:p>
            <a:fld id="{0AC900C1-7326-4B4D-9C4E-22E7230B62CC}" type="slidenum">
              <a:rPr lang="en-US" smtClean="0"/>
              <a:t>51</a:t>
            </a:fld>
            <a:endParaRPr lang="en-US"/>
          </a:p>
        </p:txBody>
      </p:sp>
    </p:spTree>
    <p:extLst>
      <p:ext uri="{BB962C8B-B14F-4D97-AF65-F5344CB8AC3E}">
        <p14:creationId xmlns:p14="http://schemas.microsoft.com/office/powerpoint/2010/main" val="39115113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bring it together with five takeaways.</a:t>
            </a:r>
          </a:p>
          <a:p>
            <a:r>
              <a:t>One: without a standard, every AI app needs its own wiring to every tool. That's the M times N problem.</a:t>
            </a:r>
          </a:p>
          <a:p>
            <a:r>
              <a:t>Two: MCP is the USB-C port for AI. Build each connection once, and use it from any AI app.</a:t>
            </a:r>
          </a:p>
          <a:p>
            <a:r>
              <a:t>Three: three roles. The host is the AI app, the client is its connector, and the server holds the tools and data.</a:t>
            </a:r>
          </a:p>
          <a:p>
            <a:r>
              <a:t>Four: servers offer tools, which are actions, resources, which are data to read, and prompts, which are ready-made instructions.</a:t>
            </a:r>
          </a:p>
          <a:p>
            <a:r>
              <a:t>Five: FastMCP turns ordinary Python functions into an MCP server, just like our MarketIntel demo.</a:t>
            </a:r>
          </a:p>
          <a:p>
            <a:r>
              <a:t>Now think back to Priya. Two days of copying from 20 tabs. With one MCP server, her report is one question away, from ChatGPT, Claude or Copilot, whichever app her team prefers.</a:t>
            </a:r>
          </a:p>
        </p:txBody>
      </p:sp>
      <p:sp>
        <p:nvSpPr>
          <p:cNvPr id="4" name="Slide Number Placeholder 3"/>
          <p:cNvSpPr>
            <a:spLocks noGrp="1"/>
          </p:cNvSpPr>
          <p:nvPr>
            <p:ph type="sldNum" sz="quarter" idx="5"/>
          </p:nvPr>
        </p:nvSpPr>
        <p:spPr/>
        <p:txBody>
          <a:bodyPr/>
          <a:lstStyle/>
          <a:p>
            <a:fld id="{0AC900C1-7326-4B4D-9C4E-22E7230B62CC}" type="slidenum">
              <a:rPr lang="en-US" smtClean="0"/>
              <a:t>52</a:t>
            </a:fld>
            <a:endParaRPr lang="en-US"/>
          </a:p>
        </p:txBody>
      </p:sp>
    </p:spTree>
    <p:extLst>
      <p:ext uri="{BB962C8B-B14F-4D97-AF65-F5344CB8AC3E}">
        <p14:creationId xmlns:p14="http://schemas.microsoft.com/office/powerpoint/2010/main" val="939418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That's it for today. Thank you for your energy!</a:t>
            </a:r>
          </a:p>
          <a:p>
            <a:r>
              <a:t>What questions do you have? Nothing is too basic. If you're wondering about something, I promise someone else is too.</a:t>
            </a:r>
          </a:p>
          <a:p>
            <a:r>
              <a:t>(If the room is quiet, ask:) If you could give your favourite AI app one new tool for your own job, what would it be?</a:t>
            </a:r>
          </a:p>
        </p:txBody>
      </p:sp>
      <p:sp>
        <p:nvSpPr>
          <p:cNvPr id="4" name="Slide Number Placeholder 3"/>
          <p:cNvSpPr>
            <a:spLocks noGrp="1"/>
          </p:cNvSpPr>
          <p:nvPr>
            <p:ph type="sldNum" sz="quarter" idx="5"/>
          </p:nvPr>
        </p:nvSpPr>
        <p:spPr/>
        <p:txBody>
          <a:bodyPr/>
          <a:lstStyle/>
          <a:p>
            <a:fld id="{0AC900C1-7326-4B4D-9C4E-22E7230B62CC}" type="slidenum">
              <a:rPr lang="en-US" smtClean="0"/>
              <a:t>53</a:t>
            </a:fld>
            <a:endParaRPr lang="en-US"/>
          </a:p>
        </p:txBody>
      </p:sp>
    </p:spTree>
    <p:extLst>
      <p:ext uri="{BB962C8B-B14F-4D97-AF65-F5344CB8AC3E}">
        <p14:creationId xmlns:p14="http://schemas.microsoft.com/office/powerpoint/2010/main" val="340820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1.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13.pn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5.png"/><Relationship Id="rId4"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4.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25.pn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image" Target="../media/image17.png"/><Relationship Id="rId4" Type="http://schemas.openxmlformats.org/officeDocument/2006/relationships/image" Target="../media/image26.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image" Target="../media/image27.png"/><Relationship Id="rId4" Type="http://schemas.openxmlformats.org/officeDocument/2006/relationships/image" Target="../media/image28.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image" Target="../media/image12.png"/><Relationship Id="rId4" Type="http://schemas.openxmlformats.org/officeDocument/2006/relationships/image" Target="../media/image30.png"/><Relationship Id="rId5" Type="http://schemas.openxmlformats.org/officeDocument/2006/relationships/image" Target="../media/image3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rse_Name">
    <p:spTree>
      <p:nvGrpSpPr>
        <p:cNvPr id="1" name=""/>
        <p:cNvGrpSpPr/>
        <p:nvPr/>
      </p:nvGrpSpPr>
      <p:grpSpPr>
        <a:xfrm>
          <a:off x="0" y="0"/>
          <a:ext cx="0" cy="0"/>
          <a:chOff x="0" y="0"/>
          <a:chExt cx="0" cy="0"/>
        </a:xfrm>
      </p:grpSpPr>
      <p:pic>
        <p:nvPicPr>
          <p:cNvPr id="3" name="Picture 2" descr="A person standing next to a computer&#10;&#10;Description automatically generated">
            <a:extLst>
              <a:ext uri="{FF2B5EF4-FFF2-40B4-BE49-F238E27FC236}">
                <a16:creationId xmlns:a16="http://schemas.microsoft.com/office/drawing/2014/main" id="{D7E5C575-8255-8250-7D4D-2BD5FDAA98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12" name="Google Shape;24;p23">
            <a:extLst>
              <a:ext uri="{FF2B5EF4-FFF2-40B4-BE49-F238E27FC236}">
                <a16:creationId xmlns:a16="http://schemas.microsoft.com/office/drawing/2014/main" id="{83442771-4945-4956-FDAB-A1D7685C7D38}"/>
              </a:ext>
            </a:extLst>
          </p:cNvPr>
          <p:cNvSpPr txBox="1">
            <a:spLocks noGrp="1"/>
          </p:cNvSpPr>
          <p:nvPr>
            <p:ph type="body" idx="10" hasCustomPrompt="1"/>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Course Name</a:t>
            </a:r>
          </a:p>
        </p:txBody>
      </p:sp>
    </p:spTree>
    <p:custDataLst>
      <p:tags r:id="rId1"/>
    </p:custDataLst>
    <p:extLst>
      <p:ext uri="{BB962C8B-B14F-4D97-AF65-F5344CB8AC3E}">
        <p14:creationId xmlns:p14="http://schemas.microsoft.com/office/powerpoint/2010/main" val="3949274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sson_Name">
    <p:spTree>
      <p:nvGrpSpPr>
        <p:cNvPr id="1" name=""/>
        <p:cNvGrpSpPr/>
        <p:nvPr/>
      </p:nvGrpSpPr>
      <p:grpSpPr>
        <a:xfrm>
          <a:off x="0" y="0"/>
          <a:ext cx="0" cy="0"/>
          <a:chOff x="0" y="0"/>
          <a:chExt cx="0" cy="0"/>
        </a:xfrm>
      </p:grpSpPr>
      <p:pic>
        <p:nvPicPr>
          <p:cNvPr id="2" name="Google Shape;21;p23">
            <a:extLst>
              <a:ext uri="{FF2B5EF4-FFF2-40B4-BE49-F238E27FC236}">
                <a16:creationId xmlns:a16="http://schemas.microsoft.com/office/drawing/2014/main" id="{F0C3DD24-4BC2-52A0-4733-E71BD0E36ED7}"/>
              </a:ext>
            </a:extLst>
          </p:cNvPr>
          <p:cNvPicPr preferRelativeResize="0"/>
          <p:nvPr userDrawn="1"/>
        </p:nvPicPr>
        <p:blipFill>
          <a:blip r:embed="rId3"/>
          <a:srcRect/>
          <a:stretch/>
        </p:blipFill>
        <p:spPr>
          <a:xfrm>
            <a:off x="0" y="0"/>
            <a:ext cx="16255999" cy="9143999"/>
          </a:xfrm>
          <a:prstGeom prst="rect">
            <a:avLst/>
          </a:prstGeom>
          <a:noFill/>
          <a:ln>
            <a:noFill/>
          </a:ln>
        </p:spPr>
      </p:pic>
      <p:sp>
        <p:nvSpPr>
          <p:cNvPr id="3" name="Google Shape;24;p23">
            <a:extLst>
              <a:ext uri="{FF2B5EF4-FFF2-40B4-BE49-F238E27FC236}">
                <a16:creationId xmlns:a16="http://schemas.microsoft.com/office/drawing/2014/main" id="{B22D34B1-A181-CDD4-8C04-C20266B37371}"/>
              </a:ext>
            </a:extLst>
          </p:cNvPr>
          <p:cNvSpPr txBox="1">
            <a:spLocks noGrp="1"/>
          </p:cNvSpPr>
          <p:nvPr>
            <p:ph type="body" idx="10" hasCustomPrompt="1"/>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Lesson Name</a:t>
            </a:r>
          </a:p>
        </p:txBody>
      </p:sp>
    </p:spTree>
    <p:custDataLst>
      <p:tags r:id="rId1"/>
    </p:custDataLst>
    <p:extLst>
      <p:ext uri="{BB962C8B-B14F-4D97-AF65-F5344CB8AC3E}">
        <p14:creationId xmlns:p14="http://schemas.microsoft.com/office/powerpoint/2010/main" val="751311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ick_Recap">
    <p:spTree>
      <p:nvGrpSpPr>
        <p:cNvPr id="1" name=""/>
        <p:cNvGrpSpPr/>
        <p:nvPr/>
      </p:nvGrpSpPr>
      <p:grpSpPr>
        <a:xfrm>
          <a:off x="0" y="0"/>
          <a:ext cx="0" cy="0"/>
          <a:chOff x="0" y="0"/>
          <a:chExt cx="0" cy="0"/>
        </a:xfrm>
      </p:grpSpPr>
      <p:pic>
        <p:nvPicPr>
          <p:cNvPr id="3" name="Google Shape;16;p22">
            <a:extLst>
              <a:ext uri="{FF2B5EF4-FFF2-40B4-BE49-F238E27FC236}">
                <a16:creationId xmlns:a16="http://schemas.microsoft.com/office/drawing/2014/main" id="{A13D4623-D89F-4047-43D9-51F3BB34C521}"/>
              </a:ext>
            </a:extLst>
          </p:cNvPr>
          <p:cNvPicPr preferRelativeResize="0"/>
          <p:nvPr userDrawn="1"/>
        </p:nvPicPr>
        <p:blipFill rotWithShape="1">
          <a:blip r:embed="rId3">
            <a:alphaModFix/>
          </a:blip>
          <a:srcRect/>
          <a:stretch/>
        </p:blipFill>
        <p:spPr>
          <a:xfrm>
            <a:off x="2494" y="7257"/>
            <a:ext cx="16255999" cy="9143999"/>
          </a:xfrm>
          <a:prstGeom prst="rect">
            <a:avLst/>
          </a:prstGeom>
          <a:noFill/>
          <a:ln>
            <a:noFill/>
          </a:ln>
        </p:spPr>
      </p:pic>
      <p:sp>
        <p:nvSpPr>
          <p:cNvPr id="4" name="Google Shape;60;p31">
            <a:extLst>
              <a:ext uri="{FF2B5EF4-FFF2-40B4-BE49-F238E27FC236}">
                <a16:creationId xmlns:a16="http://schemas.microsoft.com/office/drawing/2014/main" id="{60F842D8-A76A-CE2B-FE6B-CF37261F01B7}"/>
              </a:ext>
            </a:extLst>
          </p:cNvPr>
          <p:cNvSpPr>
            <a:spLocks/>
          </p:cNvSpPr>
          <p:nvPr userDrawn="1"/>
        </p:nvSpPr>
        <p:spPr>
          <a:xfrm>
            <a:off x="5497162" y="280670"/>
            <a:ext cx="5261676" cy="523180"/>
          </a:xfrm>
          <a:prstGeom prst="rect">
            <a:avLst/>
          </a:prstGeom>
          <a:noFill/>
          <a:ln>
            <a:noFill/>
          </a:ln>
        </p:spPr>
        <p:txBody>
          <a:bodyPr spcFirstLastPara="1" wrap="square" lIns="91425" tIns="45700" rIns="91425" bIns="45700" anchor="t" anchorCtr="0">
            <a:spAutoFit/>
          </a:bodyPr>
          <a:lstStyle/>
          <a:p>
            <a:pPr algn="ctr"/>
            <a:r>
              <a:rPr lang="en-US" sz="2800" b="1">
                <a:solidFill>
                  <a:schemeClr val="tx1">
                    <a:lumMod val="75000"/>
                    <a:lumOff val="25000"/>
                  </a:schemeClr>
                </a:solidFill>
                <a:latin typeface="Open Sans"/>
                <a:ea typeface="Open Sans"/>
                <a:cs typeface="Open Sans"/>
                <a:sym typeface="Open Sans"/>
              </a:rPr>
              <a:t>Quick Recap</a:t>
            </a:r>
            <a:endParaRPr lang="en-US" sz="2800" b="1">
              <a:solidFill>
                <a:schemeClr val="tx1">
                  <a:lumMod val="75000"/>
                  <a:lumOff val="25000"/>
                </a:schemeClr>
              </a:solidFill>
            </a:endParaRPr>
          </a:p>
        </p:txBody>
      </p:sp>
      <p:pic>
        <p:nvPicPr>
          <p:cNvPr id="5" name="Picture 4" descr="A group of people standing around a white board&#10;&#10;Description automatically generated">
            <a:extLst>
              <a:ext uri="{FF2B5EF4-FFF2-40B4-BE49-F238E27FC236}">
                <a16:creationId xmlns:a16="http://schemas.microsoft.com/office/drawing/2014/main" id="{99475B7D-6E06-E369-311F-04A8979608B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42573" y="2734648"/>
            <a:ext cx="6294922" cy="3674704"/>
          </a:xfrm>
          <a:prstGeom prst="rect">
            <a:avLst/>
          </a:prstGeom>
        </p:spPr>
      </p:pic>
      <p:sp>
        <p:nvSpPr>
          <p:cNvPr id="6" name="Brandline">
            <a:extLst>
              <a:ext uri="{FF2B5EF4-FFF2-40B4-BE49-F238E27FC236}">
                <a16:creationId xmlns:a16="http://schemas.microsoft.com/office/drawing/2014/main" id="{8F6C8963-70B7-F2F9-D3D0-3596C65EAE94}"/>
              </a:ext>
            </a:extLst>
          </p:cNvPr>
          <p:cNvSpPr/>
          <p:nvPr userDrawn="1"/>
        </p:nvSpPr>
        <p:spPr>
          <a:xfrm>
            <a:off x="6769100" y="816324"/>
            <a:ext cx="273256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24;p23">
            <a:extLst>
              <a:ext uri="{FF2B5EF4-FFF2-40B4-BE49-F238E27FC236}">
                <a16:creationId xmlns:a16="http://schemas.microsoft.com/office/drawing/2014/main" id="{1DACC322-50B7-3379-96DF-E37BB83F840D}"/>
              </a:ext>
            </a:extLst>
          </p:cNvPr>
          <p:cNvSpPr txBox="1">
            <a:spLocks noGrp="1"/>
          </p:cNvSpPr>
          <p:nvPr>
            <p:ph type="body" idx="10" hasCustomPrompt="1"/>
          </p:nvPr>
        </p:nvSpPr>
        <p:spPr>
          <a:xfrm>
            <a:off x="8128000" y="4242208"/>
            <a:ext cx="7315200" cy="659586"/>
          </a:xfrm>
          <a:prstGeom prst="rect">
            <a:avLst/>
          </a:prstGeom>
          <a:noFill/>
          <a:ln>
            <a:noFill/>
          </a:ln>
        </p:spPr>
        <p:txBody>
          <a:bodyPr spcFirstLastPara="1" wrap="square" lIns="91425" tIns="0" rIns="91425" bIns="144000" anchor="ctr" anchorCtr="0">
            <a:spAutoFit/>
          </a:bodyPr>
          <a:lstStyle>
            <a:lvl1pPr marL="342000" lvl="0" indent="-342900" algn="l">
              <a:lnSpc>
                <a:spcPct val="114000"/>
              </a:lnSpc>
              <a:spcBef>
                <a:spcPts val="1000"/>
              </a:spcBef>
              <a:spcAft>
                <a:spcPts val="0"/>
              </a:spcAft>
              <a:buClr>
                <a:schemeClr val="tx1">
                  <a:lumMod val="75000"/>
                  <a:lumOff val="25000"/>
                </a:schemeClr>
              </a:buClr>
              <a:buSzPts val="2200"/>
              <a:buFont typeface="Arial" panose="020B0604020202020204" pitchFamily="34" charset="0"/>
              <a:buChar char="•"/>
              <a:defRPr>
                <a:solidFill>
                  <a:schemeClr val="tx1">
                    <a:lumMod val="75000"/>
                    <a:lumOff val="25000"/>
                  </a:schemeClr>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a:t>Click to add text</a:t>
            </a:r>
          </a:p>
        </p:txBody>
      </p:sp>
    </p:spTree>
    <p:custDataLst>
      <p:tags r:id="rId1"/>
    </p:custDataLst>
    <p:extLst>
      <p:ext uri="{BB962C8B-B14F-4D97-AF65-F5344CB8AC3E}">
        <p14:creationId xmlns:p14="http://schemas.microsoft.com/office/powerpoint/2010/main" val="3418561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_Objectives">
    <p:spTree>
      <p:nvGrpSpPr>
        <p:cNvPr id="1" name=""/>
        <p:cNvGrpSpPr/>
        <p:nvPr/>
      </p:nvGrpSpPr>
      <p:grpSpPr>
        <a:xfrm>
          <a:off x="0" y="0"/>
          <a:ext cx="0" cy="0"/>
          <a:chOff x="0" y="0"/>
          <a:chExt cx="0" cy="0"/>
        </a:xfrm>
      </p:grpSpPr>
      <p:pic>
        <p:nvPicPr>
          <p:cNvPr id="3" name="Picture 2" descr="A white background with black border&#10;&#10;Description automatically generated">
            <a:extLst>
              <a:ext uri="{FF2B5EF4-FFF2-40B4-BE49-F238E27FC236}">
                <a16:creationId xmlns:a16="http://schemas.microsoft.com/office/drawing/2014/main" id="{B8595558-C1E5-CF73-074F-9BCD5C62652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4" name="Google Shape;47;p27">
            <a:extLst>
              <a:ext uri="{FF2B5EF4-FFF2-40B4-BE49-F238E27FC236}">
                <a16:creationId xmlns:a16="http://schemas.microsoft.com/office/drawing/2014/main" id="{BE15390C-A891-48ED-4FC3-2A4C68069F59}"/>
              </a:ext>
            </a:extLst>
          </p:cNvPr>
          <p:cNvSpPr>
            <a:spLocks/>
          </p:cNvSpPr>
          <p:nvPr userDrawn="1"/>
        </p:nvSpPr>
        <p:spPr>
          <a:xfrm>
            <a:off x="5718100" y="257626"/>
            <a:ext cx="4819800" cy="52320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Learning Objectives</a:t>
            </a:r>
            <a:endParaRPr sz="1400" b="0" i="0" u="none" strike="noStrike" cap="none">
              <a:solidFill>
                <a:schemeClr val="tx1">
                  <a:lumMod val="75000"/>
                  <a:lumOff val="25000"/>
                </a:schemeClr>
              </a:solidFill>
              <a:latin typeface="Arial"/>
              <a:ea typeface="Arial"/>
              <a:cs typeface="Arial"/>
              <a:sym typeface="Arial"/>
            </a:endParaRPr>
          </a:p>
        </p:txBody>
      </p:sp>
      <p:sp>
        <p:nvSpPr>
          <p:cNvPr id="5" name="Google Shape;53;p27">
            <a:extLst>
              <a:ext uri="{FF2B5EF4-FFF2-40B4-BE49-F238E27FC236}">
                <a16:creationId xmlns:a16="http://schemas.microsoft.com/office/drawing/2014/main" id="{0A985C90-BAA8-5397-6B3A-8013C302F6DC}"/>
              </a:ext>
            </a:extLst>
          </p:cNvPr>
          <p:cNvSpPr/>
          <p:nvPr userDrawn="1"/>
        </p:nvSpPr>
        <p:spPr>
          <a:xfrm>
            <a:off x="718944" y="2079699"/>
            <a:ext cx="7888027" cy="553212"/>
          </a:xfrm>
          <a:prstGeom prst="rect">
            <a:avLst/>
          </a:prstGeom>
          <a:noFill/>
          <a:ln>
            <a:noFill/>
          </a:ln>
        </p:spPr>
        <p:txBody>
          <a:bodyPr spcFirstLastPara="1" wrap="square" lIns="91425" tIns="0" rIns="91425" bIns="0" anchor="t" anchorCtr="0">
            <a:normAutofit/>
          </a:bodyPr>
          <a:lstStyle/>
          <a:p>
            <a:pPr marL="342900" marR="0" lvl="0" indent="-342900" algn="l" rtl="0">
              <a:lnSpc>
                <a:spcPct val="90000"/>
              </a:lnSpc>
              <a:spcBef>
                <a:spcPts val="1000"/>
              </a:spcBef>
              <a:spcAft>
                <a:spcPts val="0"/>
              </a:spcAft>
              <a:buClr>
                <a:schemeClr val="dk1"/>
              </a:buClr>
              <a:buSzPts val="2800"/>
              <a:buFont typeface="Arial"/>
              <a:buNone/>
            </a:pPr>
            <a:r>
              <a:rPr lang="en-US" sz="2200" b="0" i="0" u="none" strike="noStrike" cap="none">
                <a:solidFill>
                  <a:schemeClr val="tx1">
                    <a:lumMod val="75000"/>
                    <a:lumOff val="25000"/>
                  </a:schemeClr>
                </a:solidFill>
                <a:latin typeface="Open Sans"/>
                <a:ea typeface="Open Sans"/>
                <a:cs typeface="Open Sans"/>
                <a:sym typeface="Open Sans"/>
              </a:rPr>
              <a:t>By the end of this lesson, you will be able to:</a:t>
            </a:r>
            <a:endParaRPr>
              <a:solidFill>
                <a:schemeClr val="tx1">
                  <a:lumMod val="75000"/>
                  <a:lumOff val="25000"/>
                </a:schemeClr>
              </a:solidFill>
            </a:endParaRPr>
          </a:p>
        </p:txBody>
      </p:sp>
      <p:sp>
        <p:nvSpPr>
          <p:cNvPr id="6" name="Brandline_LVC">
            <a:extLst>
              <a:ext uri="{FF2B5EF4-FFF2-40B4-BE49-F238E27FC236}">
                <a16:creationId xmlns:a16="http://schemas.microsoft.com/office/drawing/2014/main" id="{744DD309-8999-AB99-071B-C85C0CD57EE9}"/>
              </a:ext>
            </a:extLst>
          </p:cNvPr>
          <p:cNvSpPr>
            <a:spLocks/>
          </p:cNvSpPr>
          <p:nvPr userDrawn="1"/>
        </p:nvSpPr>
        <p:spPr>
          <a:xfrm>
            <a:off x="5932250" y="812260"/>
            <a:ext cx="4391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people on a target&#10;&#10;Description automatically generated">
            <a:extLst>
              <a:ext uri="{FF2B5EF4-FFF2-40B4-BE49-F238E27FC236}">
                <a16:creationId xmlns:a16="http://schemas.microsoft.com/office/drawing/2014/main" id="{C3EEAF1C-1EDD-DA79-A716-C14AD213796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r="5149"/>
          <a:stretch/>
        </p:blipFill>
        <p:spPr>
          <a:xfrm>
            <a:off x="10640776" y="2901928"/>
            <a:ext cx="5615224" cy="3900741"/>
          </a:xfrm>
          <a:prstGeom prst="rect">
            <a:avLst/>
          </a:prstGeom>
        </p:spPr>
      </p:pic>
      <p:sp>
        <p:nvSpPr>
          <p:cNvPr id="8" name="Text Placeholder 16">
            <a:extLst>
              <a:ext uri="{FF2B5EF4-FFF2-40B4-BE49-F238E27FC236}">
                <a16:creationId xmlns:a16="http://schemas.microsoft.com/office/drawing/2014/main" id="{64527CCE-7A63-3BCE-A7CF-D12FE5D90F18}"/>
              </a:ext>
            </a:extLst>
          </p:cNvPr>
          <p:cNvSpPr>
            <a:spLocks noGrp="1"/>
          </p:cNvSpPr>
          <p:nvPr>
            <p:ph type="body" sz="quarter" idx="16" hasCustomPrompt="1"/>
          </p:nvPr>
        </p:nvSpPr>
        <p:spPr>
          <a:xfrm>
            <a:off x="734790" y="2695575"/>
            <a:ext cx="9533671" cy="1483035"/>
          </a:xfrm>
        </p:spPr>
        <p:txBody>
          <a:bodyPr>
            <a:spAutoFit/>
          </a:bodyPr>
          <a:lstStyle>
            <a:lvl1pPr marL="342000" indent="-342000">
              <a:lnSpc>
                <a:spcPct val="114000"/>
              </a:lnSpc>
              <a:spcBef>
                <a:spcPts val="1000"/>
              </a:spcBef>
              <a:buFontTx/>
              <a:buBlip>
                <a:blip r:embed="rId5"/>
              </a:buBlip>
              <a:defRPr/>
            </a:lvl1pPr>
            <a:lvl2pPr marL="342000" indent="-342000">
              <a:lnSpc>
                <a:spcPct val="114000"/>
              </a:lnSpc>
              <a:spcBef>
                <a:spcPts val="1000"/>
              </a:spcBef>
              <a:defRPr/>
            </a:lvl2pPr>
            <a:lvl3pPr marL="342000" indent="-342000">
              <a:lnSpc>
                <a:spcPct val="114000"/>
              </a:lnSpc>
              <a:spcBef>
                <a:spcPts val="1000"/>
              </a:spcBef>
              <a:defRPr/>
            </a:lvl3pPr>
            <a:lvl4pPr marL="342000" indent="-342000">
              <a:lnSpc>
                <a:spcPct val="114000"/>
              </a:lnSpc>
              <a:spcBef>
                <a:spcPts val="1000"/>
              </a:spcBef>
              <a:defRPr/>
            </a:lvl4pPr>
            <a:lvl5pPr marL="342000" indent="-342000">
              <a:lnSpc>
                <a:spcPct val="114000"/>
              </a:lnSpc>
              <a:spcBef>
                <a:spcPts val="1000"/>
              </a:spcBef>
              <a:defRPr/>
            </a:lvl5pPr>
          </a:lstStyle>
          <a:p>
            <a:pPr lvl="0"/>
            <a:r>
              <a:rPr lang="en-US"/>
              <a:t>Click to add text</a:t>
            </a:r>
          </a:p>
          <a:p>
            <a:pPr lvl="0"/>
            <a:endParaRPr lang="en-US"/>
          </a:p>
          <a:p>
            <a:pPr lvl="0"/>
            <a:endParaRPr lang="en-US"/>
          </a:p>
        </p:txBody>
      </p:sp>
    </p:spTree>
    <p:custDataLst>
      <p:tags r:id="rId1"/>
    </p:custDataLst>
    <p:extLst>
      <p:ext uri="{BB962C8B-B14F-4D97-AF65-F5344CB8AC3E}">
        <p14:creationId xmlns:p14="http://schemas.microsoft.com/office/powerpoint/2010/main" val="3468844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gage_and_Think">
    <p:spTree>
      <p:nvGrpSpPr>
        <p:cNvPr id="1" name=""/>
        <p:cNvGrpSpPr/>
        <p:nvPr/>
      </p:nvGrpSpPr>
      <p:grpSpPr>
        <a:xfrm>
          <a:off x="0" y="0"/>
          <a:ext cx="0" cy="0"/>
          <a:chOff x="0" y="0"/>
          <a:chExt cx="0" cy="0"/>
        </a:xfrm>
      </p:grpSpPr>
      <p:pic>
        <p:nvPicPr>
          <p:cNvPr id="3" name="Google Shape;16;p22">
            <a:extLst>
              <a:ext uri="{FF2B5EF4-FFF2-40B4-BE49-F238E27FC236}">
                <a16:creationId xmlns:a16="http://schemas.microsoft.com/office/drawing/2014/main" id="{493A75A0-B4B5-A02E-EF0C-649435807510}"/>
              </a:ext>
            </a:extLst>
          </p:cNvPr>
          <p:cNvPicPr preferRelativeResize="0"/>
          <p:nvPr userDrawn="1"/>
        </p:nvPicPr>
        <p:blipFill rotWithShape="1">
          <a:blip r:embed="rId3">
            <a:alphaModFix/>
          </a:blip>
          <a:srcRect/>
          <a:stretch/>
        </p:blipFill>
        <p:spPr>
          <a:xfrm>
            <a:off x="2494" y="7257"/>
            <a:ext cx="16255999" cy="9143999"/>
          </a:xfrm>
          <a:prstGeom prst="rect">
            <a:avLst/>
          </a:prstGeom>
          <a:noFill/>
          <a:ln>
            <a:noFill/>
          </a:ln>
        </p:spPr>
      </p:pic>
      <p:sp>
        <p:nvSpPr>
          <p:cNvPr id="4" name="Google Shape;60;p31">
            <a:extLst>
              <a:ext uri="{FF2B5EF4-FFF2-40B4-BE49-F238E27FC236}">
                <a16:creationId xmlns:a16="http://schemas.microsoft.com/office/drawing/2014/main" id="{9D11E7EC-EA15-7F5D-6238-471BB67E76EE}"/>
              </a:ext>
            </a:extLst>
          </p:cNvPr>
          <p:cNvSpPr>
            <a:spLocks/>
          </p:cNvSpPr>
          <p:nvPr userDrawn="1"/>
        </p:nvSpPr>
        <p:spPr>
          <a:xfrm>
            <a:off x="5497162" y="280670"/>
            <a:ext cx="5261676" cy="523180"/>
          </a:xfrm>
          <a:prstGeom prst="rect">
            <a:avLst/>
          </a:prstGeom>
          <a:noFill/>
          <a:ln>
            <a:noFill/>
          </a:ln>
        </p:spPr>
        <p:txBody>
          <a:bodyPr spcFirstLastPara="1" wrap="square" lIns="91425" tIns="45700" rIns="91425" bIns="45700" anchor="t" anchorCtr="0">
            <a:spAutoFit/>
          </a:bodyPr>
          <a:lstStyle/>
          <a:p>
            <a:pPr algn="ctr"/>
            <a:r>
              <a:rPr lang="en-US" sz="2800" b="1">
                <a:solidFill>
                  <a:schemeClr val="tx1">
                    <a:lumMod val="75000"/>
                    <a:lumOff val="25000"/>
                  </a:schemeClr>
                </a:solidFill>
                <a:latin typeface="Open Sans"/>
                <a:ea typeface="Open Sans"/>
                <a:cs typeface="Open Sans"/>
                <a:sym typeface="Open Sans"/>
              </a:rPr>
              <a:t>Engage and Think</a:t>
            </a:r>
          </a:p>
        </p:txBody>
      </p:sp>
      <p:sp>
        <p:nvSpPr>
          <p:cNvPr id="7" name="Text Placeholder 6">
            <a:extLst>
              <a:ext uri="{FF2B5EF4-FFF2-40B4-BE49-F238E27FC236}">
                <a16:creationId xmlns:a16="http://schemas.microsoft.com/office/drawing/2014/main" id="{347C0A1C-0A3D-4AD2-D623-D9134DFD230D}"/>
              </a:ext>
            </a:extLst>
          </p:cNvPr>
          <p:cNvSpPr>
            <a:spLocks noGrp="1"/>
          </p:cNvSpPr>
          <p:nvPr>
            <p:ph type="body" sz="quarter" idx="12"/>
          </p:nvPr>
        </p:nvSpPr>
        <p:spPr>
          <a:xfrm>
            <a:off x="8128000" y="4344662"/>
            <a:ext cx="7315200" cy="454676"/>
          </a:xfrm>
          <a:prstGeom prst="rect">
            <a:avLst/>
          </a:prstGeom>
        </p:spPr>
        <p:txBody>
          <a:bodyPr anchor="ctr">
            <a:spAutoFit/>
          </a:bodyPr>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0" name="Brandline_LVC">
            <a:extLst>
              <a:ext uri="{FF2B5EF4-FFF2-40B4-BE49-F238E27FC236}">
                <a16:creationId xmlns:a16="http://schemas.microsoft.com/office/drawing/2014/main" id="{F7D71C04-19C7-FD47-1911-185AFFC1A947}"/>
              </a:ext>
            </a:extLst>
          </p:cNvPr>
          <p:cNvSpPr/>
          <p:nvPr userDrawn="1"/>
        </p:nvSpPr>
        <p:spPr>
          <a:xfrm>
            <a:off x="6184900" y="816324"/>
            <a:ext cx="389739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Graphic 1">
            <a:extLst>
              <a:ext uri="{FF2B5EF4-FFF2-40B4-BE49-F238E27FC236}">
                <a16:creationId xmlns:a16="http://schemas.microsoft.com/office/drawing/2014/main" id="{C00B0884-845B-E7FF-B224-CF10A716FF1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5397" y="2304288"/>
            <a:ext cx="7092591" cy="4291584"/>
          </a:xfrm>
          <a:prstGeom prst="rect">
            <a:avLst/>
          </a:prstGeom>
        </p:spPr>
      </p:pic>
    </p:spTree>
    <p:custDataLst>
      <p:tags r:id="rId1"/>
    </p:custDataLst>
    <p:extLst>
      <p:ext uri="{BB962C8B-B14F-4D97-AF65-F5344CB8AC3E}">
        <p14:creationId xmlns:p14="http://schemas.microsoft.com/office/powerpoint/2010/main" val="4108817988"/>
      </p:ext>
    </p:extLst>
  </p:cSld>
  <p:clrMapOvr>
    <a:masterClrMapping/>
  </p:clrMapOvr>
  <p:extLst>
    <p:ext uri="{DCECCB84-F9BA-43D5-87BE-67443E8EF086}">
      <p15:sldGuideLst xmlns:p15="http://schemas.microsoft.com/office/powerpoint/2012/main">
        <p15:guide id="1" orient="horz" pos="131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opic Name" preserve="1" userDrawn="1">
  <p:cSld name="Topic_Name">
    <p:spTree>
      <p:nvGrpSpPr>
        <p:cNvPr id="1" name="Shape 54"/>
        <p:cNvGrpSpPr/>
        <p:nvPr/>
      </p:nvGrpSpPr>
      <p:grpSpPr>
        <a:xfrm>
          <a:off x="0" y="0"/>
          <a:ext cx="0" cy="0"/>
          <a:chOff x="0" y="0"/>
          <a:chExt cx="0" cy="0"/>
        </a:xfrm>
      </p:grpSpPr>
      <p:pic>
        <p:nvPicPr>
          <p:cNvPr id="55" name="Google Shape;55;p28"/>
          <p:cNvPicPr preferRelativeResize="0"/>
          <p:nvPr/>
        </p:nvPicPr>
        <p:blipFill>
          <a:blip r:embed="rId3"/>
          <a:srcRect/>
          <a:stretch/>
        </p:blipFill>
        <p:spPr>
          <a:xfrm>
            <a:off x="0" y="0"/>
            <a:ext cx="16255998" cy="9143999"/>
          </a:xfrm>
          <a:prstGeom prst="rect">
            <a:avLst/>
          </a:prstGeom>
          <a:noFill/>
          <a:ln>
            <a:noFill/>
          </a:ln>
        </p:spPr>
      </p:pic>
      <p:sp>
        <p:nvSpPr>
          <p:cNvPr id="3" name="Google Shape;57;p28">
            <a:extLst>
              <a:ext uri="{FF2B5EF4-FFF2-40B4-BE49-F238E27FC236}">
                <a16:creationId xmlns:a16="http://schemas.microsoft.com/office/drawing/2014/main" id="{B82D352B-96E6-AAAA-F1D6-C3BB62225E8B}"/>
              </a:ext>
            </a:extLst>
          </p:cNvPr>
          <p:cNvSpPr txBox="1">
            <a:spLocks noGrp="1"/>
          </p:cNvSpPr>
          <p:nvPr>
            <p:ph type="body" idx="10" hasCustomPrompt="1"/>
          </p:nvPr>
        </p:nvSpPr>
        <p:spPr>
          <a:xfrm>
            <a:off x="0" y="4114800"/>
            <a:ext cx="16256001"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None/>
              <a:defRPr sz="2800" b="1" i="0" u="none" strike="noStrike" cap="none">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Topic Name</a:t>
            </a:r>
          </a:p>
        </p:txBody>
      </p:sp>
    </p:spTree>
    <p:custDataLst>
      <p:tags r:id="rId1"/>
    </p:custDataLst>
    <p:extLst>
      <p:ext uri="{BB962C8B-B14F-4D97-AF65-F5344CB8AC3E}">
        <p14:creationId xmlns:p14="http://schemas.microsoft.com/office/powerpoint/2010/main" val="357739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Slide">
    <p:spTree>
      <p:nvGrpSpPr>
        <p:cNvPr id="1" name=""/>
        <p:cNvGrpSpPr/>
        <p:nvPr/>
      </p:nvGrpSpPr>
      <p:grpSpPr>
        <a:xfrm>
          <a:off x="0" y="0"/>
          <a:ext cx="0" cy="0"/>
          <a:chOff x="0" y="0"/>
          <a:chExt cx="0" cy="0"/>
        </a:xfrm>
      </p:grpSpPr>
      <p:pic>
        <p:nvPicPr>
          <p:cNvPr id="3" name="Google Shape;60;p29">
            <a:extLst>
              <a:ext uri="{FF2B5EF4-FFF2-40B4-BE49-F238E27FC236}">
                <a16:creationId xmlns:a16="http://schemas.microsoft.com/office/drawing/2014/main" id="{0F5ED46C-11D8-2D8F-BEFB-825B4369FE4C}"/>
              </a:ext>
            </a:extLst>
          </p:cNvPr>
          <p:cNvPicPr preferRelativeResize="0"/>
          <p:nvPr userDrawn="1"/>
        </p:nvPicPr>
        <p:blipFill>
          <a:blip r:embed="rId3"/>
          <a:srcRect/>
          <a:stretch/>
        </p:blipFill>
        <p:spPr>
          <a:xfrm>
            <a:off x="0" y="0"/>
            <a:ext cx="16255999" cy="9143999"/>
          </a:xfrm>
          <a:prstGeom prst="rect">
            <a:avLst/>
          </a:prstGeom>
          <a:noFill/>
          <a:ln>
            <a:noFill/>
          </a:ln>
        </p:spPr>
      </p:pic>
      <p:sp>
        <p:nvSpPr>
          <p:cNvPr id="5" name="Google Shape;29;p24">
            <a:extLst>
              <a:ext uri="{FF2B5EF4-FFF2-40B4-BE49-F238E27FC236}">
                <a16:creationId xmlns:a16="http://schemas.microsoft.com/office/drawing/2014/main" id="{4A13B598-5745-EF2B-5AE3-0591A7E8A72A}"/>
              </a:ext>
            </a:extLst>
          </p:cNvPr>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0" indent="0">
              <a:spcBef>
                <a:spcPts val="0"/>
              </a:spcBef>
              <a:buNone/>
              <a:defRPr sz="2200" dirty="0">
                <a:solidFill>
                  <a:schemeClr val="tx1">
                    <a:lumMod val="75000"/>
                    <a:lumOff val="25000"/>
                  </a:schemeClr>
                </a:solidFill>
                <a:latin typeface="Open Sans"/>
                <a:ea typeface="Open Sans"/>
                <a:cs typeface="Open Sans"/>
              </a:defRPr>
            </a:lvl1pPr>
          </a:lstStyle>
          <a:p>
            <a:pPr marL="342900" lvl="0" indent="-342900" algn="ctr">
              <a:lnSpc>
                <a:spcPct val="115000"/>
              </a:lnSpc>
            </a:pPr>
            <a:endParaRPr/>
          </a:p>
        </p:txBody>
      </p:sp>
      <p:sp>
        <p:nvSpPr>
          <p:cNvPr id="6" name="Google Shape;73;p29">
            <a:extLst>
              <a:ext uri="{FF2B5EF4-FFF2-40B4-BE49-F238E27FC236}">
                <a16:creationId xmlns:a16="http://schemas.microsoft.com/office/drawing/2014/main" id="{C2FA2F99-9CB8-84EA-B726-2DBA52196A0B}"/>
              </a:ext>
            </a:extLst>
          </p:cNvPr>
          <p:cNvSpPr txBox="1">
            <a:spLocks noGrp="1"/>
          </p:cNvSpPr>
          <p:nvPr>
            <p:ph type="body" idx="10" hasCustomPrompt="1"/>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Click to add lead-in line</a:t>
            </a:r>
          </a:p>
        </p:txBody>
      </p:sp>
      <p:sp>
        <p:nvSpPr>
          <p:cNvPr id="7" name="Google Shape;62;p29">
            <a:extLst>
              <a:ext uri="{FF2B5EF4-FFF2-40B4-BE49-F238E27FC236}">
                <a16:creationId xmlns:a16="http://schemas.microsoft.com/office/drawing/2014/main" id="{CDD684E7-2B8A-4EAC-6675-136E4F9D247D}"/>
              </a:ext>
            </a:extLst>
          </p:cNvPr>
          <p:cNvSpPr txBox="1">
            <a:spLocks noGrp="1"/>
          </p:cNvSpPr>
          <p:nvPr>
            <p:ph type="title" hasCustomPrompt="1"/>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endParaRPr/>
          </a:p>
        </p:txBody>
      </p:sp>
      <p:grpSp>
        <p:nvGrpSpPr>
          <p:cNvPr id="2" name="Group 1">
            <a:extLst>
              <a:ext uri="{FF2B5EF4-FFF2-40B4-BE49-F238E27FC236}">
                <a16:creationId xmlns:a16="http://schemas.microsoft.com/office/drawing/2014/main" id="{4EE55269-2248-2EC9-263A-1F332F567456}"/>
              </a:ext>
            </a:extLst>
          </p:cNvPr>
          <p:cNvGrpSpPr/>
          <p:nvPr userDrawn="1"/>
        </p:nvGrpSpPr>
        <p:grpSpPr>
          <a:xfrm>
            <a:off x="16347956" y="0"/>
            <a:ext cx="1025643" cy="9148127"/>
            <a:chOff x="16347956" y="0"/>
            <a:chExt cx="1025643" cy="9148127"/>
          </a:xfrm>
        </p:grpSpPr>
        <p:sp>
          <p:nvSpPr>
            <p:cNvPr id="8" name="Rectangle 7">
              <a:extLst>
                <a:ext uri="{FF2B5EF4-FFF2-40B4-BE49-F238E27FC236}">
                  <a16:creationId xmlns:a16="http://schemas.microsoft.com/office/drawing/2014/main" id="{C0B04451-5C80-D10E-B9B8-EABCB863C884}"/>
                </a:ext>
              </a:extLst>
            </p:cNvPr>
            <p:cNvSpPr/>
            <p:nvPr/>
          </p:nvSpPr>
          <p:spPr>
            <a:xfrm rot="5400000">
              <a:off x="16136544" y="211412"/>
              <a:ext cx="899312" cy="476488"/>
            </a:xfrm>
            <a:prstGeom prst="rect">
              <a:avLst/>
            </a:prstGeom>
            <a:solidFill>
              <a:srgbClr val="D789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tangle 8">
              <a:extLst>
                <a:ext uri="{FF2B5EF4-FFF2-40B4-BE49-F238E27FC236}">
                  <a16:creationId xmlns:a16="http://schemas.microsoft.com/office/drawing/2014/main" id="{6C0D418E-415E-6F4B-C9D1-C64F5233B1CE}"/>
                </a:ext>
              </a:extLst>
            </p:cNvPr>
            <p:cNvSpPr/>
            <p:nvPr/>
          </p:nvSpPr>
          <p:spPr>
            <a:xfrm rot="5400000">
              <a:off x="16136544" y="1242516"/>
              <a:ext cx="899312" cy="476488"/>
            </a:xfrm>
            <a:prstGeom prst="rect">
              <a:avLst/>
            </a:prstGeom>
            <a:solidFill>
              <a:srgbClr val="5EA6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2E76FB03-CFBC-BDA3-589D-EF404D58B554}"/>
                </a:ext>
              </a:extLst>
            </p:cNvPr>
            <p:cNvSpPr/>
            <p:nvPr/>
          </p:nvSpPr>
          <p:spPr>
            <a:xfrm rot="5400000">
              <a:off x="16136544" y="2273619"/>
              <a:ext cx="899312" cy="476488"/>
            </a:xfrm>
            <a:prstGeom prst="rect">
              <a:avLst/>
            </a:prstGeom>
            <a:solidFill>
              <a:srgbClr val="A5A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65EA821C-AFD8-DB2A-4605-08DC6DCFB0C8}"/>
                </a:ext>
              </a:extLst>
            </p:cNvPr>
            <p:cNvSpPr/>
            <p:nvPr/>
          </p:nvSpPr>
          <p:spPr>
            <a:xfrm rot="5400000">
              <a:off x="16136544" y="3304719"/>
              <a:ext cx="899312" cy="476488"/>
            </a:xfrm>
            <a:prstGeom prst="rect">
              <a:avLst/>
            </a:prstGeom>
            <a:solidFill>
              <a:srgbClr val="4EB0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9B071E9D-8FD7-DD4A-21B0-305BEEE8AFE2}"/>
                </a:ext>
              </a:extLst>
            </p:cNvPr>
            <p:cNvSpPr/>
            <p:nvPr/>
          </p:nvSpPr>
          <p:spPr>
            <a:xfrm rot="5400000">
              <a:off x="16136544" y="4335823"/>
              <a:ext cx="899312" cy="476488"/>
            </a:xfrm>
            <a:prstGeom prst="rect">
              <a:avLst/>
            </a:prstGeom>
            <a:solidFill>
              <a:srgbClr val="848C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15844DA1-14C5-E781-8680-D58921E7C60B}"/>
                </a:ext>
              </a:extLst>
            </p:cNvPr>
            <p:cNvSpPr/>
            <p:nvPr/>
          </p:nvSpPr>
          <p:spPr>
            <a:xfrm rot="5400000">
              <a:off x="16136544" y="5366926"/>
              <a:ext cx="899312" cy="476488"/>
            </a:xfrm>
            <a:prstGeom prst="rect">
              <a:avLst/>
            </a:prstGeom>
            <a:solidFill>
              <a:srgbClr val="3EAD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a:extLst>
                <a:ext uri="{FF2B5EF4-FFF2-40B4-BE49-F238E27FC236}">
                  <a16:creationId xmlns:a16="http://schemas.microsoft.com/office/drawing/2014/main" id="{B134F2FA-7F7A-E794-22A9-695393ADD71B}"/>
                </a:ext>
              </a:extLst>
            </p:cNvPr>
            <p:cNvSpPr/>
            <p:nvPr/>
          </p:nvSpPr>
          <p:spPr>
            <a:xfrm rot="5400000">
              <a:off x="16136544" y="6398026"/>
              <a:ext cx="899312" cy="476488"/>
            </a:xfrm>
            <a:prstGeom prst="rect">
              <a:avLst/>
            </a:prstGeom>
            <a:solidFill>
              <a:srgbClr val="DF9D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ectangle 14">
              <a:extLst>
                <a:ext uri="{FF2B5EF4-FFF2-40B4-BE49-F238E27FC236}">
                  <a16:creationId xmlns:a16="http://schemas.microsoft.com/office/drawing/2014/main" id="{DFFD1254-9588-70B8-E0BB-EE04B4C59BE9}"/>
                </a:ext>
              </a:extLst>
            </p:cNvPr>
            <p:cNvSpPr/>
            <p:nvPr/>
          </p:nvSpPr>
          <p:spPr>
            <a:xfrm rot="5400000">
              <a:off x="16136544" y="7429130"/>
              <a:ext cx="899312" cy="476488"/>
            </a:xfrm>
            <a:prstGeom prst="rect">
              <a:avLst/>
            </a:prstGeom>
            <a:solidFill>
              <a:srgbClr val="BB7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6" name="Group 15">
              <a:extLst>
                <a:ext uri="{FF2B5EF4-FFF2-40B4-BE49-F238E27FC236}">
                  <a16:creationId xmlns:a16="http://schemas.microsoft.com/office/drawing/2014/main" id="{B7512F9F-071F-362A-5D53-EF854E3D807E}"/>
                </a:ext>
              </a:extLst>
            </p:cNvPr>
            <p:cNvGrpSpPr/>
            <p:nvPr userDrawn="1"/>
          </p:nvGrpSpPr>
          <p:grpSpPr>
            <a:xfrm>
              <a:off x="16897111" y="10"/>
              <a:ext cx="476488" cy="9132267"/>
              <a:chOff x="16897111" y="10"/>
              <a:chExt cx="476488" cy="9179160"/>
            </a:xfrm>
          </p:grpSpPr>
          <p:sp>
            <p:nvSpPr>
              <p:cNvPr id="18" name="Rectangle 17">
                <a:extLst>
                  <a:ext uri="{FF2B5EF4-FFF2-40B4-BE49-F238E27FC236}">
                    <a16:creationId xmlns:a16="http://schemas.microsoft.com/office/drawing/2014/main" id="{B97D2AF2-9828-9A3B-B02A-1AE3FCC10F8F}"/>
                  </a:ext>
                </a:extLst>
              </p:cNvPr>
              <p:cNvSpPr/>
              <p:nvPr/>
            </p:nvSpPr>
            <p:spPr>
              <a:xfrm rot="5400000">
                <a:off x="16685699" y="211422"/>
                <a:ext cx="899312" cy="476488"/>
              </a:xfrm>
              <a:prstGeom prst="rect">
                <a:avLst/>
              </a:prstGeom>
              <a:solidFill>
                <a:srgbClr val="E9BD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206C9CD-E64D-F1D9-8FA8-F20D061BF00F}"/>
                  </a:ext>
                </a:extLst>
              </p:cNvPr>
              <p:cNvSpPr/>
              <p:nvPr/>
            </p:nvSpPr>
            <p:spPr>
              <a:xfrm rot="5400000">
                <a:off x="16685699" y="1246403"/>
                <a:ext cx="899312" cy="476488"/>
              </a:xfrm>
              <a:prstGeom prst="rect">
                <a:avLst/>
              </a:prstGeom>
              <a:solidFill>
                <a:srgbClr val="ABD0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4BD2F06-060A-BE8B-3DEE-15E8E0D59FE8}"/>
                  </a:ext>
                </a:extLst>
              </p:cNvPr>
              <p:cNvSpPr/>
              <p:nvPr/>
            </p:nvSpPr>
            <p:spPr>
              <a:xfrm rot="5400000">
                <a:off x="16685699" y="2281383"/>
                <a:ext cx="899312" cy="476488"/>
              </a:xfrm>
              <a:prstGeom prst="rect">
                <a:avLst/>
              </a:prstGeom>
              <a:solidFill>
                <a:srgbClr val="E2E4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DD65D6F-2705-23CE-BB94-3CAA44185C08}"/>
                  </a:ext>
                </a:extLst>
              </p:cNvPr>
              <p:cNvSpPr/>
              <p:nvPr/>
            </p:nvSpPr>
            <p:spPr>
              <a:xfrm rot="5400000">
                <a:off x="16685699" y="3316360"/>
                <a:ext cx="899312" cy="476488"/>
              </a:xfrm>
              <a:prstGeom prst="rect">
                <a:avLst/>
              </a:prstGeom>
              <a:solidFill>
                <a:srgbClr val="C3EF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BC3A39A-68B7-E997-49E2-9EB676C67A80}"/>
                  </a:ext>
                </a:extLst>
              </p:cNvPr>
              <p:cNvSpPr/>
              <p:nvPr/>
            </p:nvSpPr>
            <p:spPr>
              <a:xfrm rot="5400000">
                <a:off x="16685699" y="4351341"/>
                <a:ext cx="899312" cy="476488"/>
              </a:xfrm>
              <a:prstGeom prst="rect">
                <a:avLst/>
              </a:prstGeom>
              <a:solidFill>
                <a:srgbClr val="C5C9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E7D30D-4B65-B41A-130A-FBD75DD95405}"/>
                  </a:ext>
                </a:extLst>
              </p:cNvPr>
              <p:cNvSpPr/>
              <p:nvPr/>
            </p:nvSpPr>
            <p:spPr>
              <a:xfrm rot="5400000">
                <a:off x="16685699" y="5386321"/>
                <a:ext cx="899312" cy="476488"/>
              </a:xfrm>
              <a:prstGeom prst="rect">
                <a:avLst/>
              </a:prstGeom>
              <a:solidFill>
                <a:srgbClr val="BBE6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A920814-656C-BC3E-65B9-CF0336F19672}"/>
                  </a:ext>
                </a:extLst>
              </p:cNvPr>
              <p:cNvSpPr/>
              <p:nvPr/>
            </p:nvSpPr>
            <p:spPr>
              <a:xfrm rot="5400000">
                <a:off x="16685699" y="6421299"/>
                <a:ext cx="899312" cy="476488"/>
              </a:xfrm>
              <a:prstGeom prst="rect">
                <a:avLst/>
              </a:prstGeom>
              <a:solidFill>
                <a:srgbClr val="F2D7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1B3FFC9-EBE4-BC12-FF72-8F8843297553}"/>
                  </a:ext>
                </a:extLst>
              </p:cNvPr>
              <p:cNvSpPr/>
              <p:nvPr/>
            </p:nvSpPr>
            <p:spPr>
              <a:xfrm rot="5400000">
                <a:off x="16685699" y="7456279"/>
                <a:ext cx="899312" cy="476488"/>
              </a:xfrm>
              <a:prstGeom prst="rect">
                <a:avLst/>
              </a:prstGeom>
              <a:solidFill>
                <a:srgbClr val="F8D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8F49B27-4522-BB42-6ECC-F7A9106207E4}"/>
                  </a:ext>
                </a:extLst>
              </p:cNvPr>
              <p:cNvSpPr/>
              <p:nvPr/>
            </p:nvSpPr>
            <p:spPr>
              <a:xfrm rot="5400000">
                <a:off x="16685699" y="8491270"/>
                <a:ext cx="899312" cy="476488"/>
              </a:xfrm>
              <a:prstGeom prst="rect">
                <a:avLst/>
              </a:prstGeom>
              <a:solidFill>
                <a:srgbClr val="FCD4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5B0BA5F1-AD61-22CA-A821-62315388DF3C}"/>
                </a:ext>
              </a:extLst>
            </p:cNvPr>
            <p:cNvSpPr/>
            <p:nvPr/>
          </p:nvSpPr>
          <p:spPr>
            <a:xfrm rot="5400000">
              <a:off x="16136544" y="8460227"/>
              <a:ext cx="899312" cy="476488"/>
            </a:xfrm>
            <a:prstGeom prst="rect">
              <a:avLst/>
            </a:prstGeom>
            <a:solidFill>
              <a:srgbClr val="F68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custDataLst>
      <p:tags r:id="rId1"/>
    </p:custDataLst>
    <p:extLst>
      <p:ext uri="{BB962C8B-B14F-4D97-AF65-F5344CB8AC3E}">
        <p14:creationId xmlns:p14="http://schemas.microsoft.com/office/powerpoint/2010/main" val="189336738"/>
      </p:ext>
    </p:extLst>
  </p:cSld>
  <p:clrMapOvr>
    <a:masterClrMapping/>
  </p:clrMapOvr>
  <p:extLst>
    <p:ext uri="{DCECCB84-F9BA-43D5-87BE-67443E8EF086}">
      <p15:sldGuideLst xmlns:p15="http://schemas.microsoft.com/office/powerpoint/2012/main">
        <p15:guide id="1" orient="horz" pos="1814" userDrawn="1">
          <p15:clr>
            <a:srgbClr val="547EBF"/>
          </p15:clr>
        </p15:guide>
        <p15:guide id="2" orient="horz" pos="1134" userDrawn="1">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pic>
        <p:nvPicPr>
          <p:cNvPr id="3" name="Picture 2" descr="A blue and white rectangle&#10;&#10;Description automatically generated">
            <a:extLst>
              <a:ext uri="{FF2B5EF4-FFF2-40B4-BE49-F238E27FC236}">
                <a16:creationId xmlns:a16="http://schemas.microsoft.com/office/drawing/2014/main" id="{54A7B230-8B46-0D56-6CC0-F209B282C6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13" name="Google Shape;149;p35">
            <a:extLst>
              <a:ext uri="{FF2B5EF4-FFF2-40B4-BE49-F238E27FC236}">
                <a16:creationId xmlns:a16="http://schemas.microsoft.com/office/drawing/2014/main" id="{F74D071C-E846-A1A2-34B9-7E5841FAE98A}"/>
              </a:ext>
            </a:extLst>
          </p:cNvPr>
          <p:cNvSpPr txBox="1">
            <a:spLocks noGrp="1"/>
          </p:cNvSpPr>
          <p:nvPr>
            <p:ph type="title" hasCustomPrompt="1"/>
          </p:nvPr>
        </p:nvSpPr>
        <p:spPr>
          <a:xfrm>
            <a:off x="2421576" y="349071"/>
            <a:ext cx="9884724"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15" name="Text Placeholder 6">
            <a:extLst>
              <a:ext uri="{FF2B5EF4-FFF2-40B4-BE49-F238E27FC236}">
                <a16:creationId xmlns:a16="http://schemas.microsoft.com/office/drawing/2014/main" id="{E7E02221-3267-7A1B-8E0E-EFABBBCC6ACE}"/>
              </a:ext>
            </a:extLst>
          </p:cNvPr>
          <p:cNvSpPr>
            <a:spLocks noGrp="1"/>
          </p:cNvSpPr>
          <p:nvPr>
            <p:ph type="body" sz="quarter" idx="11"/>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6" name="Google Shape;60;p31">
            <a:extLst>
              <a:ext uri="{FF2B5EF4-FFF2-40B4-BE49-F238E27FC236}">
                <a16:creationId xmlns:a16="http://schemas.microsoft.com/office/drawing/2014/main" id="{74F52EAE-AA6F-E1EC-703B-348F06E3D3DE}"/>
              </a:ext>
            </a:extLst>
          </p:cNvPr>
          <p:cNvSpPr>
            <a:spLocks/>
          </p:cNvSpPr>
          <p:nvPr userDrawn="1"/>
        </p:nvSpPr>
        <p:spPr>
          <a:xfrm>
            <a:off x="1113033" y="420003"/>
            <a:ext cx="146827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bg1"/>
                </a:solidFill>
                <a:latin typeface="Open Sans"/>
                <a:ea typeface="Open Sans"/>
                <a:cs typeface="Open Sans"/>
                <a:sym typeface="Open Sans"/>
              </a:rPr>
              <a:t>Demo: </a:t>
            </a:r>
            <a:endParaRPr lang="en-US" sz="1400" b="0" i="0" u="none" strike="noStrike" cap="none">
              <a:solidFill>
                <a:schemeClr val="bg1"/>
              </a:solidFill>
              <a:latin typeface="Arial"/>
              <a:ea typeface="Arial"/>
              <a:cs typeface="Arial"/>
              <a:sym typeface="Arial"/>
            </a:endParaRPr>
          </a:p>
        </p:txBody>
      </p:sp>
      <p:sp>
        <p:nvSpPr>
          <p:cNvPr id="17" name="Text Placeholder 7">
            <a:extLst>
              <a:ext uri="{FF2B5EF4-FFF2-40B4-BE49-F238E27FC236}">
                <a16:creationId xmlns:a16="http://schemas.microsoft.com/office/drawing/2014/main" id="{888C0342-22B3-89A3-585B-2BD228D0D3B5}"/>
              </a:ext>
            </a:extLst>
          </p:cNvPr>
          <p:cNvSpPr txBox="1"/>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18" name="Text Placeholder 7">
            <a:extLst>
              <a:ext uri="{FF2B5EF4-FFF2-40B4-BE49-F238E27FC236}">
                <a16:creationId xmlns:a16="http://schemas.microsoft.com/office/drawing/2014/main" id="{80E2F368-E6D4-32CE-30D7-2C5AC9774391}"/>
              </a:ext>
            </a:extLst>
          </p:cNvPr>
          <p:cNvSpPr txBox="1"/>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19" name="Text Placeholder 6">
            <a:extLst>
              <a:ext uri="{FF2B5EF4-FFF2-40B4-BE49-F238E27FC236}">
                <a16:creationId xmlns:a16="http://schemas.microsoft.com/office/drawing/2014/main" id="{A2EAE3FE-C048-DE1C-BEE8-00E86E5B5629}"/>
              </a:ext>
            </a:extLst>
          </p:cNvPr>
          <p:cNvSpPr>
            <a:spLocks noGrp="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pic>
        <p:nvPicPr>
          <p:cNvPr id="20" name="Picture 19" descr="A person pointing at a person sitting at a desk&#10;&#10;Description automatically generated">
            <a:extLst>
              <a:ext uri="{FF2B5EF4-FFF2-40B4-BE49-F238E27FC236}">
                <a16:creationId xmlns:a16="http://schemas.microsoft.com/office/drawing/2014/main" id="{AF78AB8C-EC30-ACC3-20D8-1614EF73352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44244" y="279570"/>
            <a:ext cx="2168601" cy="1337798"/>
          </a:xfrm>
          <a:prstGeom prst="rect">
            <a:avLst/>
          </a:prstGeom>
        </p:spPr>
      </p:pic>
    </p:spTree>
    <p:custDataLst>
      <p:tags r:id="rId1"/>
    </p:custDataLst>
    <p:extLst>
      <p:ext uri="{BB962C8B-B14F-4D97-AF65-F5344CB8AC3E}">
        <p14:creationId xmlns:p14="http://schemas.microsoft.com/office/powerpoint/2010/main" val="5151208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ick_Check">
    <p:spTree>
      <p:nvGrpSpPr>
        <p:cNvPr id="1" name=""/>
        <p:cNvGrpSpPr/>
        <p:nvPr/>
      </p:nvGrpSpPr>
      <p:grpSpPr>
        <a:xfrm>
          <a:off x="0" y="0"/>
          <a:ext cx="0" cy="0"/>
          <a:chOff x="0" y="0"/>
          <a:chExt cx="0" cy="0"/>
        </a:xfrm>
      </p:grpSpPr>
      <p:pic>
        <p:nvPicPr>
          <p:cNvPr id="3" name="Picture 2" descr="A white background with black text&#10;&#10;Description automatically generated">
            <a:extLst>
              <a:ext uri="{FF2B5EF4-FFF2-40B4-BE49-F238E27FC236}">
                <a16:creationId xmlns:a16="http://schemas.microsoft.com/office/drawing/2014/main" id="{BBBB158B-36B2-64B6-B4D2-6D3F8DCF13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pic>
        <p:nvPicPr>
          <p:cNvPr id="4" name="Picture 3" descr="A person sitting at a desk&#10;&#10;Description automatically generated">
            <a:extLst>
              <a:ext uri="{FF2B5EF4-FFF2-40B4-BE49-F238E27FC236}">
                <a16:creationId xmlns:a16="http://schemas.microsoft.com/office/drawing/2014/main" id="{395471E9-EFB1-C3EB-472B-8750AE2D2EA6}"/>
              </a:ext>
            </a:extLst>
          </p:cNvPr>
          <p:cNvPicPr/>
          <p:nvPr userDrawn="1"/>
        </p:nvPicPr>
        <p:blipFill>
          <a:blip r:embed="rId4">
            <a:extLst>
              <a:ext uri="{28A0092B-C50C-407E-A947-70E740481C1C}">
                <a14:useLocalDpi xmlns:a14="http://schemas.microsoft.com/office/drawing/2010/main" val="0"/>
              </a:ext>
            </a:extLst>
          </a:blip>
          <a:stretch>
            <a:fillRect/>
          </a:stretch>
        </p:blipFill>
        <p:spPr>
          <a:xfrm>
            <a:off x="527050" y="3050887"/>
            <a:ext cx="6673711" cy="3042226"/>
          </a:xfrm>
          <a:prstGeom prst="rect">
            <a:avLst/>
          </a:prstGeom>
        </p:spPr>
      </p:pic>
      <p:sp>
        <p:nvSpPr>
          <p:cNvPr id="5" name="Google Shape;60;p31">
            <a:extLst>
              <a:ext uri="{FF2B5EF4-FFF2-40B4-BE49-F238E27FC236}">
                <a16:creationId xmlns:a16="http://schemas.microsoft.com/office/drawing/2014/main" id="{D2A4E7B2-E3C1-9824-CEEB-4AEE636D905E}"/>
              </a:ext>
            </a:extLst>
          </p:cNvPr>
          <p:cNvSpPr>
            <a:spLocks/>
          </p:cNvSpPr>
          <p:nvPr userDrawn="1"/>
        </p:nvSpPr>
        <p:spPr>
          <a:xfrm>
            <a:off x="4358502" y="280670"/>
            <a:ext cx="7538997" cy="523180"/>
          </a:xfrm>
          <a:prstGeom prst="rect">
            <a:avLst/>
          </a:prstGeom>
          <a:noFill/>
          <a:ln>
            <a:noFill/>
          </a:ln>
        </p:spPr>
        <p:txBody>
          <a:bodyPr spcFirstLastPara="1" wrap="square" lIns="91425" tIns="45700" rIns="91425" bIns="45700" anchor="t" anchorCtr="0">
            <a:spAutoFit/>
          </a:bodyPr>
          <a:lstStyle/>
          <a:p>
            <a:pPr algn="ctr"/>
            <a:r>
              <a:rPr lang="en-IN" sz="2800" b="1">
                <a:solidFill>
                  <a:schemeClr val="tx1">
                    <a:lumMod val="75000"/>
                    <a:lumOff val="25000"/>
                  </a:schemeClr>
                </a:solidFill>
              </a:rPr>
              <a:t>Quick Check</a:t>
            </a:r>
          </a:p>
        </p:txBody>
      </p:sp>
      <p:sp>
        <p:nvSpPr>
          <p:cNvPr id="6" name="Google Shape;24;p23">
            <a:extLst>
              <a:ext uri="{FF2B5EF4-FFF2-40B4-BE49-F238E27FC236}">
                <a16:creationId xmlns:a16="http://schemas.microsoft.com/office/drawing/2014/main" id="{90437A0F-C809-5B12-40C3-17F310F89B55}"/>
              </a:ext>
            </a:extLst>
          </p:cNvPr>
          <p:cNvSpPr txBox="1">
            <a:spLocks noGrp="1"/>
          </p:cNvSpPr>
          <p:nvPr>
            <p:ph type="body" idx="2" hasCustomPrompt="1"/>
          </p:nvPr>
        </p:nvSpPr>
        <p:spPr>
          <a:xfrm>
            <a:off x="8128000" y="3371850"/>
            <a:ext cx="7315200" cy="2056717"/>
          </a:xfrm>
          <a:prstGeom prst="rect">
            <a:avLst/>
          </a:prstGeom>
          <a:noFill/>
          <a:ln>
            <a:noFill/>
          </a:ln>
        </p:spPr>
        <p:txBody>
          <a:bodyPr spcFirstLastPara="1" wrap="square" lIns="91425" tIns="0" rIns="91425" bIns="0" anchor="t" anchorCtr="0">
            <a:spAutoFit/>
          </a:bodyPr>
          <a:lstStyle>
            <a:lvl1pPr marL="342000" lvl="0" indent="-342000" algn="l">
              <a:lnSpc>
                <a:spcPct val="114000"/>
              </a:lnSpc>
              <a:spcBef>
                <a:spcPts val="1000"/>
              </a:spcBef>
              <a:spcAft>
                <a:spcPts val="0"/>
              </a:spcAft>
              <a:buClr>
                <a:schemeClr val="tx1">
                  <a:lumMod val="75000"/>
                  <a:lumOff val="25000"/>
                </a:schemeClr>
              </a:buClr>
              <a:buSzPts val="2200"/>
              <a:buFont typeface="+mj-lt"/>
              <a:buAutoNum type="alphaUcPeriod"/>
              <a:defRPr>
                <a:solidFill>
                  <a:schemeClr val="tx1">
                    <a:lumMod val="75000"/>
                    <a:lumOff val="25000"/>
                  </a:schemeClr>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Option 1</a:t>
            </a:r>
          </a:p>
          <a:p>
            <a:r>
              <a:rPr lang="en-IN"/>
              <a:t>Option 2</a:t>
            </a:r>
          </a:p>
          <a:p>
            <a:r>
              <a:rPr lang="en-IN"/>
              <a:t>Option 3</a:t>
            </a:r>
          </a:p>
          <a:p>
            <a:r>
              <a:rPr lang="en-IN"/>
              <a:t>Option 4</a:t>
            </a:r>
            <a:endParaRPr/>
          </a:p>
        </p:txBody>
      </p:sp>
      <p:sp>
        <p:nvSpPr>
          <p:cNvPr id="7" name="Google Shape;24;p23">
            <a:extLst>
              <a:ext uri="{FF2B5EF4-FFF2-40B4-BE49-F238E27FC236}">
                <a16:creationId xmlns:a16="http://schemas.microsoft.com/office/drawing/2014/main" id="{E800E953-2F91-EE49-61CC-4E1B4968EAD6}"/>
              </a:ext>
            </a:extLst>
          </p:cNvPr>
          <p:cNvSpPr txBox="1">
            <a:spLocks noGrp="1"/>
          </p:cNvSpPr>
          <p:nvPr>
            <p:ph type="body" idx="10" hasCustomPrompt="1"/>
          </p:nvPr>
        </p:nvSpPr>
        <p:spPr>
          <a:xfrm>
            <a:off x="8128000" y="2885813"/>
            <a:ext cx="7315200" cy="385939"/>
          </a:xfrm>
          <a:prstGeom prst="rect">
            <a:avLst/>
          </a:prstGeom>
          <a:noFill/>
          <a:ln>
            <a:noFill/>
          </a:ln>
        </p:spPr>
        <p:txBody>
          <a:bodyPr spcFirstLastPara="1" wrap="square" lIns="91425" tIns="0" rIns="91425" bIns="0" anchor="b" anchorCtr="0">
            <a:spAutoFit/>
          </a:bodyPr>
          <a:lstStyle>
            <a:lvl1pPr marL="0" lvl="0" indent="0" algn="l">
              <a:lnSpc>
                <a:spcPct val="114000"/>
              </a:lnSpc>
              <a:spcBef>
                <a:spcPts val="0"/>
              </a:spcBef>
              <a:spcAft>
                <a:spcPts val="0"/>
              </a:spcAft>
              <a:buClr>
                <a:schemeClr val="tx1">
                  <a:lumMod val="75000"/>
                  <a:lumOff val="25000"/>
                </a:schemeClr>
              </a:buClr>
              <a:buSzPts val="2200"/>
              <a:buFont typeface="Arial" panose="020B0604020202020204" pitchFamily="34" charset="0"/>
              <a:buNone/>
              <a:defRPr>
                <a:solidFill>
                  <a:schemeClr val="tx1">
                    <a:lumMod val="75000"/>
                    <a:lumOff val="25000"/>
                  </a:schemeClr>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t>Click to add question</a:t>
            </a:r>
          </a:p>
        </p:txBody>
      </p:sp>
      <p:sp>
        <p:nvSpPr>
          <p:cNvPr id="8" name="Brandline">
            <a:extLst>
              <a:ext uri="{FF2B5EF4-FFF2-40B4-BE49-F238E27FC236}">
                <a16:creationId xmlns:a16="http://schemas.microsoft.com/office/drawing/2014/main" id="{7D06FDCB-36A9-900D-8AB4-A77C2B5884E8}"/>
              </a:ext>
            </a:extLst>
          </p:cNvPr>
          <p:cNvSpPr/>
          <p:nvPr userDrawn="1"/>
        </p:nvSpPr>
        <p:spPr>
          <a:xfrm>
            <a:off x="6756401" y="816324"/>
            <a:ext cx="2740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90881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pic>
        <p:nvPicPr>
          <p:cNvPr id="16" name="Picture 15" descr="A blue and white rectangle&#10;&#10;Description automatically generated">
            <a:extLst>
              <a:ext uri="{FF2B5EF4-FFF2-40B4-BE49-F238E27FC236}">
                <a16:creationId xmlns:a16="http://schemas.microsoft.com/office/drawing/2014/main" id="{271101BE-A7F2-AABA-FC29-01CF337C5EC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pic>
        <p:nvPicPr>
          <p:cNvPr id="10" name="Picture 9" descr="A black background with a black square&#10;&#10;Description automatically generated with medium confidence" hidden="1">
            <a:extLst>
              <a:ext uri="{FF2B5EF4-FFF2-40B4-BE49-F238E27FC236}">
                <a16:creationId xmlns:a16="http://schemas.microsoft.com/office/drawing/2014/main" id="{60F45679-3144-D86F-4394-569360CC162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 y="0"/>
            <a:ext cx="16256000" cy="9144000"/>
          </a:xfrm>
          <a:prstGeom prst="rect">
            <a:avLst/>
          </a:prstGeom>
        </p:spPr>
      </p:pic>
      <p:sp>
        <p:nvSpPr>
          <p:cNvPr id="5" name="Google Shape;149;p35">
            <a:extLst>
              <a:ext uri="{FF2B5EF4-FFF2-40B4-BE49-F238E27FC236}">
                <a16:creationId xmlns:a16="http://schemas.microsoft.com/office/drawing/2014/main" id="{7948A9B8-596D-80F3-DBBD-D7EDD89ABE09}"/>
              </a:ext>
            </a:extLst>
          </p:cNvPr>
          <p:cNvSpPr txBox="1">
            <a:spLocks noGrp="1"/>
          </p:cNvSpPr>
          <p:nvPr>
            <p:ph type="title" hasCustomPrompt="1"/>
          </p:nvPr>
        </p:nvSpPr>
        <p:spPr>
          <a:xfrm>
            <a:off x="2668319" y="349071"/>
            <a:ext cx="9636393"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6" name="Text Placeholder 6">
            <a:extLst>
              <a:ext uri="{FF2B5EF4-FFF2-40B4-BE49-F238E27FC236}">
                <a16:creationId xmlns:a16="http://schemas.microsoft.com/office/drawing/2014/main" id="{D6E140C6-C70A-C947-7711-0BA4214D3E0D}"/>
              </a:ext>
            </a:extLst>
          </p:cNvPr>
          <p:cNvSpPr>
            <a:spLocks noGrp="1" noRot="1" noMove="1" noResize="1" noEditPoints="1" noAdjustHandles="1" noChangeArrowheads="1" noChangeShapeType="1"/>
          </p:cNvSpPr>
          <p:nvPr>
            <p:ph type="body" sz="quarter" idx="11"/>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1" name="Google Shape;60;p31">
            <a:extLst>
              <a:ext uri="{FF2B5EF4-FFF2-40B4-BE49-F238E27FC236}">
                <a16:creationId xmlns:a16="http://schemas.microsoft.com/office/drawing/2014/main" id="{67F3721E-1652-C181-A345-92F37F4B71D2}"/>
              </a:ext>
            </a:extLst>
          </p:cNvPr>
          <p:cNvSpPr>
            <a:spLocks/>
          </p:cNvSpPr>
          <p:nvPr userDrawn="1"/>
        </p:nvSpPr>
        <p:spPr>
          <a:xfrm>
            <a:off x="1113033" y="420003"/>
            <a:ext cx="165919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bg1"/>
                </a:solidFill>
                <a:latin typeface="Open Sans"/>
                <a:ea typeface="Open Sans"/>
                <a:cs typeface="Open Sans"/>
                <a:sym typeface="Open Sans"/>
              </a:rPr>
              <a:t>Activity:</a:t>
            </a:r>
            <a:endParaRPr lang="en-US" sz="1400" b="0" i="0" u="none" strike="noStrike" cap="none">
              <a:solidFill>
                <a:schemeClr val="bg1"/>
              </a:solidFill>
              <a:latin typeface="Arial"/>
              <a:ea typeface="Arial"/>
              <a:cs typeface="Arial"/>
              <a:sym typeface="Arial"/>
            </a:endParaRPr>
          </a:p>
        </p:txBody>
      </p:sp>
      <p:sp>
        <p:nvSpPr>
          <p:cNvPr id="4" name="Text Placeholder 7">
            <a:extLst>
              <a:ext uri="{FF2B5EF4-FFF2-40B4-BE49-F238E27FC236}">
                <a16:creationId xmlns:a16="http://schemas.microsoft.com/office/drawing/2014/main" id="{17EAF551-3311-91DD-E512-F39155DD8EA7}"/>
              </a:ext>
            </a:extLst>
          </p:cNvPr>
          <p:cNvSpPr txBox="1">
            <a:spLocks noGrp="1" noRot="1" noMove="1" noResize="1" noEditPoints="1" noAdjustHandles="1" noChangeArrowheads="1" noChangeShapeType="1"/>
          </p:cNvSpPr>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7" name="Text Placeholder 7">
            <a:extLst>
              <a:ext uri="{FF2B5EF4-FFF2-40B4-BE49-F238E27FC236}">
                <a16:creationId xmlns:a16="http://schemas.microsoft.com/office/drawing/2014/main" id="{5F5D4B66-24E3-85AD-9EFE-7B08C35BFABE}"/>
              </a:ext>
            </a:extLst>
          </p:cNvPr>
          <p:cNvSpPr txBox="1">
            <a:spLocks noGrp="1" noRot="1" noMove="1" noResize="1" noEditPoints="1" noAdjustHandles="1" noChangeArrowheads="1" noChangeShapeType="1"/>
          </p:cNvSpPr>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9" name="Text Placeholder 6">
            <a:extLst>
              <a:ext uri="{FF2B5EF4-FFF2-40B4-BE49-F238E27FC236}">
                <a16:creationId xmlns:a16="http://schemas.microsoft.com/office/drawing/2014/main" id="{CA63BAA6-A5F5-E6B2-B7E5-2632162CE538}"/>
              </a:ext>
            </a:extLst>
          </p:cNvPr>
          <p:cNvSpPr>
            <a:spLocks noGrp="1" noRot="1" noMove="1" noResize="1" noEditPoints="1" noAdjustHandles="1" noChangeArrowheads="1" noChangeShapeType="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pic>
        <p:nvPicPr>
          <p:cNvPr id="3" name="Picture 2">
            <a:extLst>
              <a:ext uri="{FF2B5EF4-FFF2-40B4-BE49-F238E27FC236}">
                <a16:creationId xmlns:a16="http://schemas.microsoft.com/office/drawing/2014/main" id="{96F74C58-C4AA-794B-C34A-4F643337659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2364993" y="24176"/>
            <a:ext cx="2089195" cy="1594332"/>
          </a:xfrm>
          <a:prstGeom prst="rect">
            <a:avLst/>
          </a:prstGeom>
        </p:spPr>
      </p:pic>
    </p:spTree>
    <p:custDataLst>
      <p:tags r:id="rId1"/>
    </p:custDataLst>
    <p:extLst>
      <p:ext uri="{BB962C8B-B14F-4D97-AF65-F5344CB8AC3E}">
        <p14:creationId xmlns:p14="http://schemas.microsoft.com/office/powerpoint/2010/main" val="2561900750"/>
      </p:ext>
    </p:extLst>
  </p:cSld>
  <p:clrMapOvr>
    <a:masterClrMapping/>
  </p:clrMapOvr>
  <p:extLst>
    <p:ext uri="{DCECCB84-F9BA-43D5-87BE-67443E8EF086}">
      <p15:sldGuideLst xmlns:p15="http://schemas.microsoft.com/office/powerpoint/2012/main">
        <p15:guide id="1" pos="7751">
          <p15:clr>
            <a:srgbClr val="FBAE40"/>
          </p15:clr>
        </p15:guide>
        <p15:guide id="2" orient="horz"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uided_Practice">
    <p:spTree>
      <p:nvGrpSpPr>
        <p:cNvPr id="1" name=""/>
        <p:cNvGrpSpPr/>
        <p:nvPr/>
      </p:nvGrpSpPr>
      <p:grpSpPr>
        <a:xfrm>
          <a:off x="0" y="0"/>
          <a:ext cx="0" cy="0"/>
          <a:chOff x="0" y="0"/>
          <a:chExt cx="0" cy="0"/>
        </a:xfrm>
      </p:grpSpPr>
      <p:pic>
        <p:nvPicPr>
          <p:cNvPr id="7" name="Picture 6" descr="A blue and white rectangle&#10;&#10;Description automatically generated">
            <a:extLst>
              <a:ext uri="{FF2B5EF4-FFF2-40B4-BE49-F238E27FC236}">
                <a16:creationId xmlns:a16="http://schemas.microsoft.com/office/drawing/2014/main" id="{D4D6A449-91F7-4805-2501-BF4A19AB2DE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9" name="Google Shape;149;p35">
            <a:extLst>
              <a:ext uri="{FF2B5EF4-FFF2-40B4-BE49-F238E27FC236}">
                <a16:creationId xmlns:a16="http://schemas.microsoft.com/office/drawing/2014/main" id="{CEBFE6AA-C67E-8E72-AFC3-1F75E7ECD757}"/>
              </a:ext>
            </a:extLst>
          </p:cNvPr>
          <p:cNvSpPr txBox="1">
            <a:spLocks noGrp="1"/>
          </p:cNvSpPr>
          <p:nvPr>
            <p:ph type="title" hasCustomPrompt="1"/>
          </p:nvPr>
        </p:nvSpPr>
        <p:spPr>
          <a:xfrm>
            <a:off x="4105230" y="349071"/>
            <a:ext cx="7907699"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12" name="Google Shape;60;p31">
            <a:extLst>
              <a:ext uri="{FF2B5EF4-FFF2-40B4-BE49-F238E27FC236}">
                <a16:creationId xmlns:a16="http://schemas.microsoft.com/office/drawing/2014/main" id="{AF990F94-FBCF-E8C6-9A07-7C6FF173A399}"/>
              </a:ext>
            </a:extLst>
          </p:cNvPr>
          <p:cNvSpPr>
            <a:spLocks/>
          </p:cNvSpPr>
          <p:nvPr userDrawn="1"/>
        </p:nvSpPr>
        <p:spPr>
          <a:xfrm>
            <a:off x="1113034" y="420003"/>
            <a:ext cx="3096110" cy="52318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3F3F3F"/>
              </a:buClr>
              <a:buSzPts val="2200"/>
              <a:buFont typeface="Arial"/>
              <a:buNone/>
              <a:tabLst/>
              <a:defRPr/>
            </a:pPr>
            <a:r>
              <a:rPr lang="en-US" sz="2800" b="1" i="0" u="none" strike="noStrike" cap="none">
                <a:solidFill>
                  <a:schemeClr val="bg1"/>
                </a:solidFill>
                <a:latin typeface="Open Sans"/>
                <a:ea typeface="Open Sans"/>
                <a:cs typeface="Open Sans"/>
                <a:sym typeface="Open Sans"/>
              </a:rPr>
              <a:t>Guided Practice: </a:t>
            </a:r>
            <a:endParaRPr lang="en-US" sz="1400" b="0" i="0" u="none" strike="noStrike" cap="none">
              <a:solidFill>
                <a:schemeClr val="bg1"/>
              </a:solidFill>
              <a:latin typeface="Arial"/>
              <a:ea typeface="Arial"/>
              <a:cs typeface="Arial"/>
              <a:sym typeface="Arial"/>
            </a:endParaRPr>
          </a:p>
        </p:txBody>
      </p:sp>
      <p:sp>
        <p:nvSpPr>
          <p:cNvPr id="13" name="Text Placeholder 7">
            <a:extLst>
              <a:ext uri="{FF2B5EF4-FFF2-40B4-BE49-F238E27FC236}">
                <a16:creationId xmlns:a16="http://schemas.microsoft.com/office/drawing/2014/main" id="{CF9015BC-4487-CF55-9804-59F17D8E530F}"/>
              </a:ext>
            </a:extLst>
          </p:cNvPr>
          <p:cNvSpPr txBox="1"/>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14" name="Text Placeholder 7">
            <a:extLst>
              <a:ext uri="{FF2B5EF4-FFF2-40B4-BE49-F238E27FC236}">
                <a16:creationId xmlns:a16="http://schemas.microsoft.com/office/drawing/2014/main" id="{80108B44-D6CC-88CB-CBF7-400A9DE03CFC}"/>
              </a:ext>
            </a:extLst>
          </p:cNvPr>
          <p:cNvSpPr txBox="1"/>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18" name="Text Placeholder 6">
            <a:extLst>
              <a:ext uri="{FF2B5EF4-FFF2-40B4-BE49-F238E27FC236}">
                <a16:creationId xmlns:a16="http://schemas.microsoft.com/office/drawing/2014/main" id="{A74BD678-4DE5-0372-CE4C-DF32DC68192F}"/>
              </a:ext>
            </a:extLst>
          </p:cNvPr>
          <p:cNvSpPr>
            <a:spLocks noGrp="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pic>
        <p:nvPicPr>
          <p:cNvPr id="19" name="Graphic 18">
            <a:extLst>
              <a:ext uri="{FF2B5EF4-FFF2-40B4-BE49-F238E27FC236}">
                <a16:creationId xmlns:a16="http://schemas.microsoft.com/office/drawing/2014/main" id="{30BE07E9-CE52-D80F-4506-56FE4344CCE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143668" y="361348"/>
            <a:ext cx="2799674" cy="1218952"/>
          </a:xfrm>
          <a:prstGeom prst="rect">
            <a:avLst/>
          </a:prstGeom>
        </p:spPr>
      </p:pic>
      <p:sp>
        <p:nvSpPr>
          <p:cNvPr id="2" name="Text Placeholder 6">
            <a:extLst>
              <a:ext uri="{FF2B5EF4-FFF2-40B4-BE49-F238E27FC236}">
                <a16:creationId xmlns:a16="http://schemas.microsoft.com/office/drawing/2014/main" id="{091F6E49-9960-B98D-D410-39374F0298E3}"/>
              </a:ext>
            </a:extLst>
          </p:cNvPr>
          <p:cNvSpPr>
            <a:spLocks noGrp="1"/>
          </p:cNvSpPr>
          <p:nvPr>
            <p:ph type="body" sz="quarter" idx="12"/>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3" name="Text Placeholder 7">
            <a:extLst>
              <a:ext uri="{FF2B5EF4-FFF2-40B4-BE49-F238E27FC236}">
                <a16:creationId xmlns:a16="http://schemas.microsoft.com/office/drawing/2014/main" id="{2924CEBE-1A18-3585-125E-F1C896FE97C8}"/>
              </a:ext>
            </a:extLst>
          </p:cNvPr>
          <p:cNvSpPr txBox="1"/>
          <p:nvPr userDrawn="1"/>
        </p:nvSpPr>
        <p:spPr>
          <a:xfrm>
            <a:off x="1291857" y="1790702"/>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Overview</a:t>
            </a:r>
          </a:p>
        </p:txBody>
      </p:sp>
    </p:spTree>
    <p:custDataLst>
      <p:tags r:id="rId1"/>
    </p:custDataLst>
    <p:extLst>
      <p:ext uri="{BB962C8B-B14F-4D97-AF65-F5344CB8AC3E}">
        <p14:creationId xmlns:p14="http://schemas.microsoft.com/office/powerpoint/2010/main" val="3084795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Key Takeaways" preserve="1" userDrawn="1">
  <p:cSld name="Key_Takeaways">
    <p:spTree>
      <p:nvGrpSpPr>
        <p:cNvPr id="1" name="Shape 129"/>
        <p:cNvGrpSpPr/>
        <p:nvPr/>
      </p:nvGrpSpPr>
      <p:grpSpPr>
        <a:xfrm>
          <a:off x="0" y="0"/>
          <a:ext cx="0" cy="0"/>
          <a:chOff x="0" y="0"/>
          <a:chExt cx="0" cy="0"/>
        </a:xfrm>
      </p:grpSpPr>
      <p:pic>
        <p:nvPicPr>
          <p:cNvPr id="5" name="Picture 4" descr="A white background with black text&#10;&#10;Description automatically generated">
            <a:extLst>
              <a:ext uri="{FF2B5EF4-FFF2-40B4-BE49-F238E27FC236}">
                <a16:creationId xmlns:a16="http://schemas.microsoft.com/office/drawing/2014/main" id="{1A51566E-E1A4-0B9E-B8F1-83AFFD4969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8" name="Rectangle 7">
            <a:extLst>
              <a:ext uri="{FF2B5EF4-FFF2-40B4-BE49-F238E27FC236}">
                <a16:creationId xmlns:a16="http://schemas.microsoft.com/office/drawing/2014/main" id="{327A4928-B707-C0C3-5320-D5D1404D00D7}"/>
              </a:ext>
            </a:extLst>
          </p:cNvPr>
          <p:cNvSpPr>
            <a:spLocks/>
          </p:cNvSpPr>
          <p:nvPr userDrawn="1"/>
        </p:nvSpPr>
        <p:spPr>
          <a:xfrm>
            <a:off x="10172776" y="1028700"/>
            <a:ext cx="6083224" cy="7200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6F9E26E1-CC49-BA68-3521-E47AD98B8EF6}"/>
              </a:ext>
            </a:extLst>
          </p:cNvPr>
          <p:cNvGrpSpPr>
            <a:grpSpLocks noGrp="1" noUngrp="1" noRot="1" noMove="1" noResize="1"/>
          </p:cNvGrpSpPr>
          <p:nvPr userDrawn="1"/>
        </p:nvGrpSpPr>
        <p:grpSpPr>
          <a:xfrm>
            <a:off x="11106126" y="1927654"/>
            <a:ext cx="4337074" cy="5288692"/>
            <a:chOff x="11106126" y="1927654"/>
            <a:chExt cx="4337074" cy="5288692"/>
          </a:xfrm>
        </p:grpSpPr>
        <p:sp>
          <p:nvSpPr>
            <p:cNvPr id="12" name="Base">
              <a:extLst>
                <a:ext uri="{FF2B5EF4-FFF2-40B4-BE49-F238E27FC236}">
                  <a16:creationId xmlns:a16="http://schemas.microsoft.com/office/drawing/2014/main" id="{416715E7-C2F0-E87C-9339-E30875BB8310}"/>
                </a:ext>
              </a:extLst>
            </p:cNvPr>
            <p:cNvSpPr>
              <a:spLocks noGrp="1" noRot="1" noMove="1" noResize="1" noEditPoints="1" noAdjustHandles="1" noChangeArrowheads="1" noChangeShapeType="1"/>
            </p:cNvSpPr>
            <p:nvPr userDrawn="1"/>
          </p:nvSpPr>
          <p:spPr>
            <a:xfrm>
              <a:off x="11754260" y="7011983"/>
              <a:ext cx="3377485" cy="143222"/>
            </a:xfrm>
            <a:prstGeom prst="ellipse">
              <a:avLst/>
            </a:prstGeom>
            <a:solidFill>
              <a:schemeClr val="tx1">
                <a:lumMod val="85000"/>
                <a:lumOff val="1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pic>
          <p:nvPicPr>
            <p:cNvPr id="11" name="Picture 10" descr="A person holding a pencil and a paper&#10;&#10;Description automatically generated">
              <a:extLst>
                <a:ext uri="{FF2B5EF4-FFF2-40B4-BE49-F238E27FC236}">
                  <a16:creationId xmlns:a16="http://schemas.microsoft.com/office/drawing/2014/main" id="{3EBBF239-D145-6DA4-8D4A-5A62C1540A4D}"/>
                </a:ext>
              </a:extLst>
            </p:cNvPr>
            <p:cNvPicPr>
              <a:picLocks noGrp="1" noRot="1" noChangeAspect="1" noMove="1" noResize="1" noEditPoints="1" noAdjustHandles="1" noChangeArrowheads="1" noChangeShapeType="1" noCrop="1"/>
            </p:cNvPicPr>
            <p:nvPr userDrawn="1"/>
          </p:nvPicPr>
          <p:blipFill rotWithShape="1">
            <a:blip r:embed="rId4">
              <a:extLst>
                <a:ext uri="{28A0092B-C50C-407E-A947-70E740481C1C}">
                  <a14:useLocalDpi xmlns:a14="http://schemas.microsoft.com/office/drawing/2010/main" val="0"/>
                </a:ext>
              </a:extLst>
            </a:blip>
            <a:srcRect l="27234"/>
            <a:stretch/>
          </p:blipFill>
          <p:spPr>
            <a:xfrm flipH="1">
              <a:off x="11106126" y="1927654"/>
              <a:ext cx="4337074" cy="5288692"/>
            </a:xfrm>
            <a:prstGeom prst="rect">
              <a:avLst/>
            </a:prstGeom>
          </p:spPr>
        </p:pic>
      </p:grpSp>
      <p:sp>
        <p:nvSpPr>
          <p:cNvPr id="4" name="Brandline_LVC">
            <a:extLst>
              <a:ext uri="{FF2B5EF4-FFF2-40B4-BE49-F238E27FC236}">
                <a16:creationId xmlns:a16="http://schemas.microsoft.com/office/drawing/2014/main" id="{F274DB65-9471-8FF1-5F67-3A8B02FBF3BD}"/>
              </a:ext>
            </a:extLst>
          </p:cNvPr>
          <p:cNvSpPr>
            <a:spLocks noGrp="1" noRot="1" noMove="1" noResize="1" noEditPoints="1" noAdjustHandles="1" noChangeArrowheads="1" noChangeShapeType="1"/>
          </p:cNvSpPr>
          <p:nvPr userDrawn="1"/>
        </p:nvSpPr>
        <p:spPr>
          <a:xfrm>
            <a:off x="6439258" y="812260"/>
            <a:ext cx="3377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2" name="Google Shape;47;p27">
            <a:extLst>
              <a:ext uri="{FF2B5EF4-FFF2-40B4-BE49-F238E27FC236}">
                <a16:creationId xmlns:a16="http://schemas.microsoft.com/office/drawing/2014/main" id="{DFADBA2E-0E91-C8B8-3A16-37E16A8024BC}"/>
              </a:ext>
            </a:extLst>
          </p:cNvPr>
          <p:cNvSpPr>
            <a:spLocks noGrp="1" noRot="1" noMove="1" noResize="1" noEditPoints="1" noAdjustHandles="1" noChangeArrowheads="1" noChangeShapeType="1"/>
          </p:cNvSpPr>
          <p:nvPr userDrawn="1"/>
        </p:nvSpPr>
        <p:spPr>
          <a:xfrm>
            <a:off x="5718100" y="269818"/>
            <a:ext cx="4819800" cy="523200"/>
          </a:xfrm>
          <a:prstGeom prst="rect">
            <a:avLst/>
          </a:prstGeom>
          <a:noFill/>
          <a:ln>
            <a:noFill/>
          </a:ln>
        </p:spPr>
        <p:txBody>
          <a:bodyPr spcFirstLastPara="1" wrap="square" lIns="91425" tIns="45700" rIns="91425" bIns="45700" anchor="t" anchorCtr="0">
            <a:spAutoFit/>
          </a:bodyPr>
          <a:lstStyle/>
          <a:p>
            <a:pPr marL="22860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Key Takeaways</a:t>
            </a:r>
            <a:endParaRPr lang="en-US" sz="1400" b="0" i="0" u="none" strike="noStrike" cap="none">
              <a:solidFill>
                <a:schemeClr val="tx1">
                  <a:lumMod val="75000"/>
                  <a:lumOff val="25000"/>
                </a:schemeClr>
              </a:solidFill>
              <a:latin typeface="Arial"/>
              <a:ea typeface="Arial"/>
              <a:cs typeface="Arial"/>
              <a:sym typeface="Arial"/>
            </a:endParaRPr>
          </a:p>
        </p:txBody>
      </p:sp>
      <p:sp>
        <p:nvSpPr>
          <p:cNvPr id="13" name="Text Placeholder 16">
            <a:extLst>
              <a:ext uri="{FF2B5EF4-FFF2-40B4-BE49-F238E27FC236}">
                <a16:creationId xmlns:a16="http://schemas.microsoft.com/office/drawing/2014/main" id="{9ED52AEB-BE71-91E8-C623-2AA0E3B84E4C}"/>
              </a:ext>
            </a:extLst>
          </p:cNvPr>
          <p:cNvSpPr>
            <a:spLocks noGrp="1"/>
          </p:cNvSpPr>
          <p:nvPr>
            <p:ph type="body" sz="quarter" idx="19" hasCustomPrompt="1"/>
          </p:nvPr>
        </p:nvSpPr>
        <p:spPr>
          <a:xfrm>
            <a:off x="734790" y="1980938"/>
            <a:ext cx="9632528" cy="968855"/>
          </a:xfrm>
        </p:spPr>
        <p:txBody>
          <a:bodyPr wrap="square">
            <a:spAutoFit/>
          </a:bodyPr>
          <a:lstStyle>
            <a:lvl1pPr marL="342000" indent="-342000">
              <a:lnSpc>
                <a:spcPct val="114000"/>
              </a:lnSpc>
              <a:spcBef>
                <a:spcPts val="1000"/>
              </a:spcBef>
              <a:buFontTx/>
              <a:buBlip>
                <a:blip r:embed="rId5"/>
              </a:buBlip>
              <a:defRPr/>
            </a:lvl1pPr>
            <a:lvl2pPr marL="342000" indent="-342000">
              <a:lnSpc>
                <a:spcPct val="114000"/>
              </a:lnSpc>
              <a:spcBef>
                <a:spcPts val="1000"/>
              </a:spcBef>
              <a:defRPr/>
            </a:lvl2pPr>
            <a:lvl3pPr marL="342000" indent="-342000">
              <a:lnSpc>
                <a:spcPct val="114000"/>
              </a:lnSpc>
              <a:spcBef>
                <a:spcPts val="1000"/>
              </a:spcBef>
              <a:defRPr/>
            </a:lvl3pPr>
            <a:lvl4pPr marL="342000" indent="-342000">
              <a:lnSpc>
                <a:spcPct val="114000"/>
              </a:lnSpc>
              <a:spcBef>
                <a:spcPts val="1000"/>
              </a:spcBef>
              <a:defRPr/>
            </a:lvl4pPr>
            <a:lvl5pPr marL="342000" indent="-342000">
              <a:lnSpc>
                <a:spcPct val="114000"/>
              </a:lnSpc>
              <a:spcBef>
                <a:spcPts val="1000"/>
              </a:spcBef>
              <a:defRPr/>
            </a:lvl5pPr>
          </a:lstStyle>
          <a:p>
            <a:pPr lvl="0"/>
            <a:r>
              <a:rPr lang="en-US"/>
              <a:t>Click to add text</a:t>
            </a:r>
          </a:p>
          <a:p>
            <a:pPr lvl="0"/>
            <a:endParaRPr lang="en-US"/>
          </a:p>
        </p:txBody>
      </p:sp>
    </p:spTree>
    <p:custDataLst>
      <p:tags r:id="rId1"/>
    </p:custDataLst>
    <p:extLst>
      <p:ext uri="{BB962C8B-B14F-4D97-AF65-F5344CB8AC3E}">
        <p14:creationId xmlns:p14="http://schemas.microsoft.com/office/powerpoint/2010/main" val="1585036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se_Study">
    <p:spTree>
      <p:nvGrpSpPr>
        <p:cNvPr id="1" name=""/>
        <p:cNvGrpSpPr/>
        <p:nvPr/>
      </p:nvGrpSpPr>
      <p:grpSpPr>
        <a:xfrm>
          <a:off x="0" y="0"/>
          <a:ext cx="0" cy="0"/>
          <a:chOff x="0" y="0"/>
          <a:chExt cx="0" cy="0"/>
        </a:xfrm>
      </p:grpSpPr>
      <p:pic>
        <p:nvPicPr>
          <p:cNvPr id="8" name="Picture 7" descr="A blue and white rectangle&#10;&#10;Description automatically generated">
            <a:extLst>
              <a:ext uri="{FF2B5EF4-FFF2-40B4-BE49-F238E27FC236}">
                <a16:creationId xmlns:a16="http://schemas.microsoft.com/office/drawing/2014/main" id="{3B0DC7B1-C2BE-1B9F-DFB4-458A1EC9515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pic>
        <p:nvPicPr>
          <p:cNvPr id="10" name="Picture 9" descr="A black background with a black square&#10;&#10;Description automatically generated with medium confidence" hidden="1">
            <a:extLst>
              <a:ext uri="{FF2B5EF4-FFF2-40B4-BE49-F238E27FC236}">
                <a16:creationId xmlns:a16="http://schemas.microsoft.com/office/drawing/2014/main" id="{60F45679-3144-D86F-4394-569360CC162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 y="0"/>
            <a:ext cx="16256000" cy="9144000"/>
          </a:xfrm>
          <a:prstGeom prst="rect">
            <a:avLst/>
          </a:prstGeom>
        </p:spPr>
      </p:pic>
      <p:sp>
        <p:nvSpPr>
          <p:cNvPr id="5" name="Google Shape;149;p35">
            <a:extLst>
              <a:ext uri="{FF2B5EF4-FFF2-40B4-BE49-F238E27FC236}">
                <a16:creationId xmlns:a16="http://schemas.microsoft.com/office/drawing/2014/main" id="{7948A9B8-596D-80F3-DBBD-D7EDD89ABE09}"/>
              </a:ext>
            </a:extLst>
          </p:cNvPr>
          <p:cNvSpPr txBox="1">
            <a:spLocks noGrp="1"/>
          </p:cNvSpPr>
          <p:nvPr>
            <p:ph type="title" hasCustomPrompt="1"/>
          </p:nvPr>
        </p:nvSpPr>
        <p:spPr>
          <a:xfrm>
            <a:off x="3215641" y="349071"/>
            <a:ext cx="9637098"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6" name="Text Placeholder 6">
            <a:extLst>
              <a:ext uri="{FF2B5EF4-FFF2-40B4-BE49-F238E27FC236}">
                <a16:creationId xmlns:a16="http://schemas.microsoft.com/office/drawing/2014/main" id="{D6E140C6-C70A-C947-7711-0BA4214D3E0D}"/>
              </a:ext>
            </a:extLst>
          </p:cNvPr>
          <p:cNvSpPr>
            <a:spLocks noGrp="1" noRot="1" noMove="1" noResize="1" noEditPoints="1" noAdjustHandles="1" noChangeArrowheads="1" noChangeShapeType="1"/>
          </p:cNvSpPr>
          <p:nvPr>
            <p:ph type="body" sz="quarter" idx="11"/>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1" name="Google Shape;60;p31">
            <a:extLst>
              <a:ext uri="{FF2B5EF4-FFF2-40B4-BE49-F238E27FC236}">
                <a16:creationId xmlns:a16="http://schemas.microsoft.com/office/drawing/2014/main" id="{67F3721E-1652-C181-A345-92F37F4B71D2}"/>
              </a:ext>
            </a:extLst>
          </p:cNvPr>
          <p:cNvSpPr>
            <a:spLocks/>
          </p:cNvSpPr>
          <p:nvPr userDrawn="1"/>
        </p:nvSpPr>
        <p:spPr>
          <a:xfrm>
            <a:off x="1113034" y="420003"/>
            <a:ext cx="2225252" cy="52318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3F3F3F"/>
              </a:buClr>
              <a:buSzPts val="2200"/>
              <a:buFont typeface="Arial"/>
              <a:buNone/>
              <a:tabLst/>
              <a:defRPr/>
            </a:pPr>
            <a:r>
              <a:rPr lang="en-US" sz="2800" b="1" i="0" u="none" strike="noStrike" cap="none">
                <a:solidFill>
                  <a:schemeClr val="bg1"/>
                </a:solidFill>
                <a:latin typeface="Open Sans"/>
                <a:ea typeface="Open Sans"/>
                <a:cs typeface="Open Sans"/>
                <a:sym typeface="Open Sans"/>
              </a:rPr>
              <a:t>Case Study:</a:t>
            </a:r>
            <a:endParaRPr lang="en-US" sz="1400" b="0" i="0" u="none" strike="noStrike" cap="none">
              <a:solidFill>
                <a:schemeClr val="bg1"/>
              </a:solidFill>
              <a:latin typeface="Arial"/>
              <a:ea typeface="Arial"/>
              <a:cs typeface="Arial"/>
              <a:sym typeface="Arial"/>
            </a:endParaRPr>
          </a:p>
        </p:txBody>
      </p:sp>
      <p:pic>
        <p:nvPicPr>
          <p:cNvPr id="13" name="Graphic 12">
            <a:extLst>
              <a:ext uri="{FF2B5EF4-FFF2-40B4-BE49-F238E27FC236}">
                <a16:creationId xmlns:a16="http://schemas.microsoft.com/office/drawing/2014/main" id="{D2185F55-67F8-C5E8-27B9-B36F749483C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852739" y="0"/>
            <a:ext cx="1751423" cy="1624775"/>
          </a:xfrm>
          <a:prstGeom prst="rect">
            <a:avLst/>
          </a:prstGeom>
        </p:spPr>
      </p:pic>
    </p:spTree>
    <p:custDataLst>
      <p:tags r:id="rId1"/>
    </p:custDataLst>
    <p:extLst>
      <p:ext uri="{BB962C8B-B14F-4D97-AF65-F5344CB8AC3E}">
        <p14:creationId xmlns:p14="http://schemas.microsoft.com/office/powerpoint/2010/main" val="156147564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se_Study_Continue ">
    <p:spTree>
      <p:nvGrpSpPr>
        <p:cNvPr id="1" name=""/>
        <p:cNvGrpSpPr/>
        <p:nvPr/>
      </p:nvGrpSpPr>
      <p:grpSpPr>
        <a:xfrm>
          <a:off x="0" y="0"/>
          <a:ext cx="0" cy="0"/>
          <a:chOff x="0" y="0"/>
          <a:chExt cx="0" cy="0"/>
        </a:xfrm>
      </p:grpSpPr>
      <p:pic>
        <p:nvPicPr>
          <p:cNvPr id="2" name="Google Shape;60;p29">
            <a:extLst>
              <a:ext uri="{FF2B5EF4-FFF2-40B4-BE49-F238E27FC236}">
                <a16:creationId xmlns:a16="http://schemas.microsoft.com/office/drawing/2014/main" id="{6D765C59-BB93-B782-CDCF-20F2E9994942}"/>
              </a:ext>
            </a:extLst>
          </p:cNvPr>
          <p:cNvPicPr preferRelativeResize="0"/>
          <p:nvPr userDrawn="1"/>
        </p:nvPicPr>
        <p:blipFill rotWithShape="1">
          <a:blip r:embed="rId3"/>
          <a:srcRect r="9922"/>
          <a:stretch/>
        </p:blipFill>
        <p:spPr>
          <a:xfrm>
            <a:off x="1" y="0"/>
            <a:ext cx="14643100" cy="9143999"/>
          </a:xfrm>
          <a:prstGeom prst="rect">
            <a:avLst/>
          </a:prstGeom>
          <a:noFill/>
          <a:ln>
            <a:noFill/>
          </a:ln>
        </p:spPr>
      </p:pic>
      <p:sp>
        <p:nvSpPr>
          <p:cNvPr id="6" name="Text Placeholder 6">
            <a:extLst>
              <a:ext uri="{FF2B5EF4-FFF2-40B4-BE49-F238E27FC236}">
                <a16:creationId xmlns:a16="http://schemas.microsoft.com/office/drawing/2014/main" id="{D6E140C6-C70A-C947-7711-0BA4214D3E0D}"/>
              </a:ext>
            </a:extLst>
          </p:cNvPr>
          <p:cNvSpPr>
            <a:spLocks noGrp="1"/>
          </p:cNvSpPr>
          <p:nvPr>
            <p:ph type="body" sz="quarter" idx="11"/>
          </p:nvPr>
        </p:nvSpPr>
        <p:spPr>
          <a:xfrm>
            <a:off x="1291857" y="827088"/>
            <a:ext cx="13696999" cy="7489825"/>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pic>
        <p:nvPicPr>
          <p:cNvPr id="4" name="Picture 3" descr="A blue and white rectangle&#10;&#10;Description automatically generated">
            <a:extLst>
              <a:ext uri="{FF2B5EF4-FFF2-40B4-BE49-F238E27FC236}">
                <a16:creationId xmlns:a16="http://schemas.microsoft.com/office/drawing/2014/main" id="{2B27D02F-0165-BABD-5F19-F0BAC38F06A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94336"/>
          <a:stretch/>
        </p:blipFill>
        <p:spPr>
          <a:xfrm>
            <a:off x="15335250" y="0"/>
            <a:ext cx="920750" cy="9144000"/>
          </a:xfrm>
          <a:prstGeom prst="rect">
            <a:avLst/>
          </a:prstGeom>
        </p:spPr>
      </p:pic>
    </p:spTree>
    <p:custDataLst>
      <p:tags r:id="rId1"/>
    </p:custDataLst>
    <p:extLst>
      <p:ext uri="{BB962C8B-B14F-4D97-AF65-F5344CB8AC3E}">
        <p14:creationId xmlns:p14="http://schemas.microsoft.com/office/powerpoint/2010/main" val="44281045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ussion">
    <p:spTree>
      <p:nvGrpSpPr>
        <p:cNvPr id="1" name=""/>
        <p:cNvGrpSpPr/>
        <p:nvPr/>
      </p:nvGrpSpPr>
      <p:grpSpPr>
        <a:xfrm>
          <a:off x="0" y="0"/>
          <a:ext cx="0" cy="0"/>
          <a:chOff x="0" y="0"/>
          <a:chExt cx="0" cy="0"/>
        </a:xfrm>
      </p:grpSpPr>
      <p:pic>
        <p:nvPicPr>
          <p:cNvPr id="8" name="Picture 7" descr="A blue and white rectangle&#10;&#10;Description automatically generated">
            <a:extLst>
              <a:ext uri="{FF2B5EF4-FFF2-40B4-BE49-F238E27FC236}">
                <a16:creationId xmlns:a16="http://schemas.microsoft.com/office/drawing/2014/main" id="{3B0DC7B1-C2BE-1B9F-DFB4-458A1EC9515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pic>
        <p:nvPicPr>
          <p:cNvPr id="10" name="Picture 9" descr="A black background with a black square&#10;&#10;Description automatically generated with medium confidence" hidden="1">
            <a:extLst>
              <a:ext uri="{FF2B5EF4-FFF2-40B4-BE49-F238E27FC236}">
                <a16:creationId xmlns:a16="http://schemas.microsoft.com/office/drawing/2014/main" id="{60F45679-3144-D86F-4394-569360CC162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 y="0"/>
            <a:ext cx="16256000" cy="9144000"/>
          </a:xfrm>
          <a:prstGeom prst="rect">
            <a:avLst/>
          </a:prstGeom>
        </p:spPr>
      </p:pic>
      <p:sp>
        <p:nvSpPr>
          <p:cNvPr id="5" name="Google Shape;149;p35">
            <a:extLst>
              <a:ext uri="{FF2B5EF4-FFF2-40B4-BE49-F238E27FC236}">
                <a16:creationId xmlns:a16="http://schemas.microsoft.com/office/drawing/2014/main" id="{7948A9B8-596D-80F3-DBBD-D7EDD89ABE09}"/>
              </a:ext>
            </a:extLst>
          </p:cNvPr>
          <p:cNvSpPr txBox="1">
            <a:spLocks noGrp="1"/>
          </p:cNvSpPr>
          <p:nvPr>
            <p:ph type="title" hasCustomPrompt="1"/>
          </p:nvPr>
        </p:nvSpPr>
        <p:spPr>
          <a:xfrm>
            <a:off x="3215641" y="349071"/>
            <a:ext cx="9789160"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6" name="Text Placeholder 6">
            <a:extLst>
              <a:ext uri="{FF2B5EF4-FFF2-40B4-BE49-F238E27FC236}">
                <a16:creationId xmlns:a16="http://schemas.microsoft.com/office/drawing/2014/main" id="{D6E140C6-C70A-C947-7711-0BA4214D3E0D}"/>
              </a:ext>
            </a:extLst>
          </p:cNvPr>
          <p:cNvSpPr>
            <a:spLocks noGrp="1" noRot="1" noMove="1" noResize="1" noEditPoints="1" noAdjustHandles="1" noChangeArrowheads="1" noChangeShapeType="1"/>
          </p:cNvSpPr>
          <p:nvPr>
            <p:ph type="body" sz="quarter" idx="11"/>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1" name="Google Shape;60;p31">
            <a:extLst>
              <a:ext uri="{FF2B5EF4-FFF2-40B4-BE49-F238E27FC236}">
                <a16:creationId xmlns:a16="http://schemas.microsoft.com/office/drawing/2014/main" id="{67F3721E-1652-C181-A345-92F37F4B71D2}"/>
              </a:ext>
            </a:extLst>
          </p:cNvPr>
          <p:cNvSpPr>
            <a:spLocks/>
          </p:cNvSpPr>
          <p:nvPr userDrawn="1"/>
        </p:nvSpPr>
        <p:spPr>
          <a:xfrm>
            <a:off x="1113034" y="420003"/>
            <a:ext cx="2225252" cy="52318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3F3F3F"/>
              </a:buClr>
              <a:buSzPts val="2200"/>
              <a:buFont typeface="Arial"/>
              <a:buNone/>
              <a:tabLst/>
              <a:defRPr/>
            </a:pPr>
            <a:r>
              <a:rPr lang="en-US" sz="2800" b="1" i="0" u="none" strike="noStrike" cap="none">
                <a:solidFill>
                  <a:schemeClr val="bg1"/>
                </a:solidFill>
                <a:latin typeface="Open Sans"/>
                <a:ea typeface="Open Sans"/>
                <a:cs typeface="Open Sans"/>
                <a:sym typeface="Open Sans"/>
              </a:rPr>
              <a:t>Discussion:</a:t>
            </a:r>
          </a:p>
        </p:txBody>
      </p:sp>
      <p:sp>
        <p:nvSpPr>
          <p:cNvPr id="4" name="Text Placeholder 7">
            <a:extLst>
              <a:ext uri="{FF2B5EF4-FFF2-40B4-BE49-F238E27FC236}">
                <a16:creationId xmlns:a16="http://schemas.microsoft.com/office/drawing/2014/main" id="{17EAF551-3311-91DD-E512-F39155DD8EA7}"/>
              </a:ext>
            </a:extLst>
          </p:cNvPr>
          <p:cNvSpPr txBox="1">
            <a:spLocks noGrp="1" noRot="1" noMove="1" noResize="1" noEditPoints="1" noAdjustHandles="1" noChangeArrowheads="1" noChangeShapeType="1"/>
          </p:cNvSpPr>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7" name="Text Placeholder 7">
            <a:extLst>
              <a:ext uri="{FF2B5EF4-FFF2-40B4-BE49-F238E27FC236}">
                <a16:creationId xmlns:a16="http://schemas.microsoft.com/office/drawing/2014/main" id="{5F5D4B66-24E3-85AD-9EFE-7B08C35BFABE}"/>
              </a:ext>
            </a:extLst>
          </p:cNvPr>
          <p:cNvSpPr txBox="1">
            <a:spLocks noGrp="1" noRot="1" noMove="1" noResize="1" noEditPoints="1" noAdjustHandles="1" noChangeArrowheads="1" noChangeShapeType="1"/>
          </p:cNvSpPr>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9" name="Text Placeholder 6">
            <a:extLst>
              <a:ext uri="{FF2B5EF4-FFF2-40B4-BE49-F238E27FC236}">
                <a16:creationId xmlns:a16="http://schemas.microsoft.com/office/drawing/2014/main" id="{CA63BAA6-A5F5-E6B2-B7E5-2632162CE538}"/>
              </a:ext>
            </a:extLst>
          </p:cNvPr>
          <p:cNvSpPr>
            <a:spLocks noGrp="1" noRot="1" noMove="1" noResize="1" noEditPoints="1" noAdjustHandles="1" noChangeArrowheads="1" noChangeShapeType="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pic>
        <p:nvPicPr>
          <p:cNvPr id="13" name="Picture 12" descr="A group of people sitting around a round table&#10;&#10;Description automatically generated">
            <a:extLst>
              <a:ext uri="{FF2B5EF4-FFF2-40B4-BE49-F238E27FC236}">
                <a16:creationId xmlns:a16="http://schemas.microsoft.com/office/drawing/2014/main" id="{78271B79-0765-2757-4D11-7F559F7DC9A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3003749" y="63409"/>
            <a:ext cx="1510862" cy="1553953"/>
          </a:xfrm>
          <a:prstGeom prst="rect">
            <a:avLst/>
          </a:prstGeom>
        </p:spPr>
      </p:pic>
    </p:spTree>
    <p:custDataLst>
      <p:tags r:id="rId1"/>
    </p:custDataLst>
    <p:extLst>
      <p:ext uri="{BB962C8B-B14F-4D97-AF65-F5344CB8AC3E}">
        <p14:creationId xmlns:p14="http://schemas.microsoft.com/office/powerpoint/2010/main" val="129245636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actice_Project">
    <p:spTree>
      <p:nvGrpSpPr>
        <p:cNvPr id="1" name=""/>
        <p:cNvGrpSpPr/>
        <p:nvPr/>
      </p:nvGrpSpPr>
      <p:grpSpPr>
        <a:xfrm>
          <a:off x="0" y="0"/>
          <a:ext cx="0" cy="0"/>
          <a:chOff x="0" y="0"/>
          <a:chExt cx="0" cy="0"/>
        </a:xfrm>
      </p:grpSpPr>
      <p:pic>
        <p:nvPicPr>
          <p:cNvPr id="2" name="Picture 1" descr="A blue and white rectangle&#10;&#10;Description automatically generated">
            <a:extLst>
              <a:ext uri="{FF2B5EF4-FFF2-40B4-BE49-F238E27FC236}">
                <a16:creationId xmlns:a16="http://schemas.microsoft.com/office/drawing/2014/main" id="{FD8200DB-A933-2B7E-C1CF-FB9ABA489F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10" name="Google Shape;149;p35">
            <a:extLst>
              <a:ext uri="{FF2B5EF4-FFF2-40B4-BE49-F238E27FC236}">
                <a16:creationId xmlns:a16="http://schemas.microsoft.com/office/drawing/2014/main" id="{EE48EC43-1F62-EF43-B319-DC2A3DD573EA}"/>
              </a:ext>
            </a:extLst>
          </p:cNvPr>
          <p:cNvSpPr txBox="1">
            <a:spLocks noGrp="1"/>
          </p:cNvSpPr>
          <p:nvPr>
            <p:ph type="title" hasCustomPrompt="1"/>
          </p:nvPr>
        </p:nvSpPr>
        <p:spPr>
          <a:xfrm>
            <a:off x="4118313" y="349071"/>
            <a:ext cx="8886487"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11" name="Google Shape;60;p31">
            <a:extLst>
              <a:ext uri="{FF2B5EF4-FFF2-40B4-BE49-F238E27FC236}">
                <a16:creationId xmlns:a16="http://schemas.microsoft.com/office/drawing/2014/main" id="{D602BFE5-BE6C-3FC3-DA05-36E629FE3774}"/>
              </a:ext>
            </a:extLst>
          </p:cNvPr>
          <p:cNvSpPr>
            <a:spLocks/>
          </p:cNvSpPr>
          <p:nvPr userDrawn="1"/>
        </p:nvSpPr>
        <p:spPr>
          <a:xfrm>
            <a:off x="1113034" y="420003"/>
            <a:ext cx="3130720" cy="52318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3F3F3F"/>
              </a:buClr>
              <a:buSzPts val="2200"/>
              <a:buFont typeface="Arial"/>
              <a:buNone/>
              <a:tabLst/>
              <a:defRPr/>
            </a:pPr>
            <a:r>
              <a:rPr lang="en-US" sz="2800" b="1" i="0" u="none" strike="noStrike" cap="none">
                <a:solidFill>
                  <a:schemeClr val="bg1"/>
                </a:solidFill>
                <a:latin typeface="Open Sans"/>
                <a:ea typeface="Open Sans"/>
                <a:cs typeface="Open Sans"/>
                <a:sym typeface="Open Sans"/>
              </a:rPr>
              <a:t>Practice Project:</a:t>
            </a:r>
          </a:p>
        </p:txBody>
      </p:sp>
      <p:sp>
        <p:nvSpPr>
          <p:cNvPr id="12" name="Text Placeholder 7">
            <a:extLst>
              <a:ext uri="{FF2B5EF4-FFF2-40B4-BE49-F238E27FC236}">
                <a16:creationId xmlns:a16="http://schemas.microsoft.com/office/drawing/2014/main" id="{B32DDE48-D422-EF64-9EF0-24C0D0F85C97}"/>
              </a:ext>
            </a:extLst>
          </p:cNvPr>
          <p:cNvSpPr txBox="1"/>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13" name="Text Placeholder 7">
            <a:extLst>
              <a:ext uri="{FF2B5EF4-FFF2-40B4-BE49-F238E27FC236}">
                <a16:creationId xmlns:a16="http://schemas.microsoft.com/office/drawing/2014/main" id="{A87B02F8-2AE7-3E9D-87E5-E6BF6DE1FF82}"/>
              </a:ext>
            </a:extLst>
          </p:cNvPr>
          <p:cNvSpPr txBox="1"/>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14" name="Text Placeholder 6">
            <a:extLst>
              <a:ext uri="{FF2B5EF4-FFF2-40B4-BE49-F238E27FC236}">
                <a16:creationId xmlns:a16="http://schemas.microsoft.com/office/drawing/2014/main" id="{BE2638C3-CCEA-154B-F8A9-39465F93B5FB}"/>
              </a:ext>
            </a:extLst>
          </p:cNvPr>
          <p:cNvSpPr>
            <a:spLocks noGrp="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pic>
        <p:nvPicPr>
          <p:cNvPr id="15" name="Picture 14" descr="A person sitting at a desk writing on a paper&#10;&#10;Description automatically generated">
            <a:extLst>
              <a:ext uri="{FF2B5EF4-FFF2-40B4-BE49-F238E27FC236}">
                <a16:creationId xmlns:a16="http://schemas.microsoft.com/office/drawing/2014/main" id="{22DB66D1-F719-317A-80EA-E379836C10CC}"/>
              </a:ext>
            </a:extLst>
          </p:cNvPr>
          <p:cNvPicPr/>
          <p:nvPr userDrawn="1"/>
        </p:nvPicPr>
        <p:blipFill rotWithShape="1">
          <a:blip r:embed="rId4">
            <a:extLst>
              <a:ext uri="{28A0092B-C50C-407E-A947-70E740481C1C}">
                <a14:useLocalDpi xmlns:a14="http://schemas.microsoft.com/office/drawing/2010/main" val="0"/>
              </a:ext>
            </a:extLst>
          </a:blip>
          <a:srcRect b="11969"/>
          <a:stretch/>
        </p:blipFill>
        <p:spPr>
          <a:xfrm>
            <a:off x="13224123" y="17060"/>
            <a:ext cx="1542801" cy="1605365"/>
          </a:xfrm>
          <a:prstGeom prst="rect">
            <a:avLst/>
          </a:prstGeom>
        </p:spPr>
      </p:pic>
      <p:sp>
        <p:nvSpPr>
          <p:cNvPr id="16" name="Text Placeholder 6">
            <a:extLst>
              <a:ext uri="{FF2B5EF4-FFF2-40B4-BE49-F238E27FC236}">
                <a16:creationId xmlns:a16="http://schemas.microsoft.com/office/drawing/2014/main" id="{8E9C727D-33D8-79D3-16AE-1F52C2D5C509}"/>
              </a:ext>
            </a:extLst>
          </p:cNvPr>
          <p:cNvSpPr>
            <a:spLocks noGrp="1"/>
          </p:cNvSpPr>
          <p:nvPr>
            <p:ph type="body" sz="quarter" idx="12"/>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7" name="Text Placeholder 7">
            <a:extLst>
              <a:ext uri="{FF2B5EF4-FFF2-40B4-BE49-F238E27FC236}">
                <a16:creationId xmlns:a16="http://schemas.microsoft.com/office/drawing/2014/main" id="{7E0576B0-7A03-C5B0-E049-3C1A91082FD0}"/>
              </a:ext>
            </a:extLst>
          </p:cNvPr>
          <p:cNvSpPr txBox="1"/>
          <p:nvPr userDrawn="1"/>
        </p:nvSpPr>
        <p:spPr>
          <a:xfrm>
            <a:off x="1291857" y="1790702"/>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Overview</a:t>
            </a:r>
          </a:p>
        </p:txBody>
      </p:sp>
    </p:spTree>
    <p:custDataLst>
      <p:tags r:id="rId1"/>
    </p:custDataLst>
    <p:extLst>
      <p:ext uri="{BB962C8B-B14F-4D97-AF65-F5344CB8AC3E}">
        <p14:creationId xmlns:p14="http://schemas.microsoft.com/office/powerpoint/2010/main" val="3150942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End Project" preserve="1" userDrawn="1">
  <p:cSld name="Additional_Resources">
    <p:spTree>
      <p:nvGrpSpPr>
        <p:cNvPr id="1" name="Shape 150"/>
        <p:cNvGrpSpPr/>
        <p:nvPr/>
      </p:nvGrpSpPr>
      <p:grpSpPr>
        <a:xfrm>
          <a:off x="0" y="0"/>
          <a:ext cx="0" cy="0"/>
          <a:chOff x="0" y="0"/>
          <a:chExt cx="0" cy="0"/>
        </a:xfrm>
      </p:grpSpPr>
      <p:pic>
        <p:nvPicPr>
          <p:cNvPr id="11" name="Picture 10" descr="A white rectangular object with black border&#10;&#10;Description automatically generated">
            <a:extLst>
              <a:ext uri="{FF2B5EF4-FFF2-40B4-BE49-F238E27FC236}">
                <a16:creationId xmlns:a16="http://schemas.microsoft.com/office/drawing/2014/main" id="{A1C0FA6B-1F84-3039-AE49-396336D832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65942" y="319314"/>
            <a:ext cx="14643100" cy="8236744"/>
          </a:xfrm>
          <a:prstGeom prst="rect">
            <a:avLst/>
          </a:prstGeom>
        </p:spPr>
      </p:pic>
      <p:sp>
        <p:nvSpPr>
          <p:cNvPr id="2" name="Text Placeholder 6">
            <a:extLst>
              <a:ext uri="{FF2B5EF4-FFF2-40B4-BE49-F238E27FC236}">
                <a16:creationId xmlns:a16="http://schemas.microsoft.com/office/drawing/2014/main" id="{EA35605C-2EDD-0BD1-F3BC-5BCA7F763AE8}"/>
              </a:ext>
            </a:extLst>
          </p:cNvPr>
          <p:cNvSpPr>
            <a:spLocks noGrp="1"/>
          </p:cNvSpPr>
          <p:nvPr>
            <p:ph type="body" sz="quarter" idx="10" hasCustomPrompt="1"/>
          </p:nvPr>
        </p:nvSpPr>
        <p:spPr>
          <a:xfrm>
            <a:off x="5321516" y="1524433"/>
            <a:ext cx="9815068" cy="5827343"/>
          </a:xfrm>
          <a:prstGeom prst="rect">
            <a:avLst/>
          </a:prstGeom>
        </p:spPr>
        <p:txBody>
          <a:bodyPr/>
          <a:lstStyle>
            <a:lvl1pPr marL="342000" indent="-342900">
              <a:lnSpc>
                <a:spcPct val="114000"/>
              </a:lnSpc>
              <a:spcBef>
                <a:spcPts val="1000"/>
              </a:spcBef>
              <a:buFont typeface="Arial" panose="020B0604020202020204" pitchFamily="34" charset="0"/>
              <a:buChar char="•"/>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Bullet point 1</a:t>
            </a:r>
          </a:p>
          <a:p>
            <a:pPr lvl="0"/>
            <a:r>
              <a:rPr lang="en-US"/>
              <a:t>Bullet point 2 </a:t>
            </a:r>
          </a:p>
          <a:p>
            <a:pPr lvl="0"/>
            <a:endParaRPr lang="en-US"/>
          </a:p>
        </p:txBody>
      </p:sp>
      <p:sp>
        <p:nvSpPr>
          <p:cNvPr id="8" name="Google Shape;60;p31">
            <a:extLst>
              <a:ext uri="{FF2B5EF4-FFF2-40B4-BE49-F238E27FC236}">
                <a16:creationId xmlns:a16="http://schemas.microsoft.com/office/drawing/2014/main" id="{1BB282A6-5AC6-C5B9-DCE6-C1C9E190BB26}"/>
              </a:ext>
            </a:extLst>
          </p:cNvPr>
          <p:cNvSpPr>
            <a:spLocks noGrp="1" noRot="1" noMove="1" noResize="1" noEditPoints="1" noAdjustHandles="1" noChangeArrowheads="1" noChangeShapeType="1"/>
          </p:cNvSpPr>
          <p:nvPr userDrawn="1"/>
        </p:nvSpPr>
        <p:spPr>
          <a:xfrm>
            <a:off x="5929497" y="267970"/>
            <a:ext cx="4397007" cy="52318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Additional Resources</a:t>
            </a:r>
            <a:endParaRPr lang="en-US" sz="1400" b="0" i="0" u="none" strike="noStrike" cap="none">
              <a:solidFill>
                <a:schemeClr val="tx1">
                  <a:lumMod val="75000"/>
                  <a:lumOff val="25000"/>
                </a:schemeClr>
              </a:solidFill>
              <a:latin typeface="Arial"/>
              <a:ea typeface="Arial"/>
              <a:cs typeface="Arial"/>
              <a:sym typeface="Arial"/>
            </a:endParaRPr>
          </a:p>
        </p:txBody>
      </p:sp>
      <p:pic>
        <p:nvPicPr>
          <p:cNvPr id="12" name="Picture 11">
            <a:extLst>
              <a:ext uri="{FF2B5EF4-FFF2-40B4-BE49-F238E27FC236}">
                <a16:creationId xmlns:a16="http://schemas.microsoft.com/office/drawing/2014/main" id="{CB5A2BAD-9827-25F2-4D00-60124A7CD6D6}"/>
              </a:ext>
            </a:extLst>
          </p:cNvPr>
          <p:cNvPicPr>
            <a:picLocks noGrp="1" noRot="1" noChangeAspect="1" noMove="1" noResize="1" noEditPoints="1" noAdjustHandles="1" noChangeArrowheads="1" noChangeShapeType="1" noCrop="1"/>
          </p:cNvPicPr>
          <p:nvPr userDrawn="1"/>
        </p:nvPicPr>
        <p:blipFill rotWithShape="1">
          <a:blip r:embed="rId4">
            <a:extLst>
              <a:ext uri="{28A0092B-C50C-407E-A947-70E740481C1C}">
                <a14:useLocalDpi xmlns:a14="http://schemas.microsoft.com/office/drawing/2010/main" val="0"/>
              </a:ext>
            </a:extLst>
          </a:blip>
          <a:srcRect l="11008"/>
          <a:stretch/>
        </p:blipFill>
        <p:spPr>
          <a:xfrm>
            <a:off x="0" y="3210260"/>
            <a:ext cx="4741223" cy="2418192"/>
          </a:xfrm>
          <a:prstGeom prst="rect">
            <a:avLst/>
          </a:prstGeom>
        </p:spPr>
      </p:pic>
      <p:sp>
        <p:nvSpPr>
          <p:cNvPr id="3" name="Brandline">
            <a:extLst>
              <a:ext uri="{FF2B5EF4-FFF2-40B4-BE49-F238E27FC236}">
                <a16:creationId xmlns:a16="http://schemas.microsoft.com/office/drawing/2014/main" id="{FD181469-5F16-209F-6CF1-CD77793C651A}"/>
              </a:ext>
            </a:extLst>
          </p:cNvPr>
          <p:cNvSpPr>
            <a:spLocks noGrp="1" noRot="1" noMove="1" noResize="1" noEditPoints="1" noAdjustHandles="1" noChangeArrowheads="1" noChangeShapeType="1"/>
          </p:cNvSpPr>
          <p:nvPr userDrawn="1"/>
        </p:nvSpPr>
        <p:spPr>
          <a:xfrm>
            <a:off x="5803900" y="816324"/>
            <a:ext cx="466637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4373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What Next?" preserve="1" userDrawn="1">
  <p:cSld name="What_Next?">
    <p:spTree>
      <p:nvGrpSpPr>
        <p:cNvPr id="1" name="Shape 202"/>
        <p:cNvGrpSpPr/>
        <p:nvPr/>
      </p:nvGrpSpPr>
      <p:grpSpPr>
        <a:xfrm>
          <a:off x="0" y="0"/>
          <a:ext cx="0" cy="0"/>
          <a:chOff x="0" y="0"/>
          <a:chExt cx="0" cy="0"/>
        </a:xfrm>
      </p:grpSpPr>
      <p:pic>
        <p:nvPicPr>
          <p:cNvPr id="203" name="Google Shape;203;p41"/>
          <p:cNvPicPr preferRelativeResize="0">
            <a:picLocks noGrp="1" noRot="1" noMove="1" noResize="1" noEditPoints="1" noAdjustHandles="1" noChangeArrowheads="1" noChangeShapeType="1" noCrop="1"/>
          </p:cNvPicPr>
          <p:nvPr/>
        </p:nvPicPr>
        <p:blipFill>
          <a:blip r:embed="rId3"/>
          <a:srcRect/>
          <a:stretch/>
        </p:blipFill>
        <p:spPr>
          <a:xfrm>
            <a:off x="0" y="0"/>
            <a:ext cx="16255999" cy="9143999"/>
          </a:xfrm>
          <a:prstGeom prst="rect">
            <a:avLst/>
          </a:prstGeom>
          <a:noFill/>
          <a:ln>
            <a:noFill/>
          </a:ln>
        </p:spPr>
      </p:pic>
      <p:sp>
        <p:nvSpPr>
          <p:cNvPr id="207" name="Google Shape;207;p41"/>
          <p:cNvSpPr>
            <a:spLocks noGrp="1" noRot="1" noMove="1" noResize="1" noEditPoints="1" noAdjustHandles="1" noChangeArrowheads="1" noChangeShapeType="1"/>
          </p:cNvSpPr>
          <p:nvPr/>
        </p:nvSpPr>
        <p:spPr>
          <a:xfrm>
            <a:off x="5718038" y="3182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chemeClr val="tx1">
                    <a:lumMod val="75000"/>
                    <a:lumOff val="25000"/>
                  </a:schemeClr>
                </a:solidFill>
                <a:latin typeface="Open Sans"/>
                <a:ea typeface="Open Sans"/>
                <a:cs typeface="Open Sans"/>
                <a:sym typeface="Open Sans"/>
              </a:rPr>
              <a:t>What’s Next?</a:t>
            </a:r>
            <a:endParaRPr sz="2800" b="1">
              <a:solidFill>
                <a:schemeClr val="tx1">
                  <a:lumMod val="75000"/>
                  <a:lumOff val="25000"/>
                </a:schemeClr>
              </a:solidFill>
              <a:latin typeface="Open Sans"/>
              <a:ea typeface="Open Sans"/>
              <a:cs typeface="Open Sans"/>
              <a:sym typeface="Arial"/>
            </a:endParaRPr>
          </a:p>
        </p:txBody>
      </p:sp>
      <p:sp>
        <p:nvSpPr>
          <p:cNvPr id="2" name="Text Placeholder 6">
            <a:extLst>
              <a:ext uri="{FF2B5EF4-FFF2-40B4-BE49-F238E27FC236}">
                <a16:creationId xmlns:a16="http://schemas.microsoft.com/office/drawing/2014/main" id="{D2FC2C7E-8A49-2CEC-03BB-CC867547C5FA}"/>
              </a:ext>
            </a:extLst>
          </p:cNvPr>
          <p:cNvSpPr>
            <a:spLocks noGrp="1" noRot="1" noMove="1" noResize="1" noEditPoints="1" noAdjustHandles="1" noChangeArrowheads="1" noChangeShapeType="1"/>
          </p:cNvSpPr>
          <p:nvPr>
            <p:ph type="body" sz="quarter" idx="10"/>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3" name="Brandline">
            <a:extLst>
              <a:ext uri="{FF2B5EF4-FFF2-40B4-BE49-F238E27FC236}">
                <a16:creationId xmlns:a16="http://schemas.microsoft.com/office/drawing/2014/main" id="{F12BE2B2-BC3C-F401-94E2-8BDFB2182353}"/>
              </a:ext>
            </a:extLst>
          </p:cNvPr>
          <p:cNvSpPr>
            <a:spLocks noGrp="1" noRot="1" noMove="1" noResize="1" noEditPoints="1" noAdjustHandles="1" noChangeArrowheads="1" noChangeShapeType="1"/>
          </p:cNvSpPr>
          <p:nvPr userDrawn="1"/>
        </p:nvSpPr>
        <p:spPr>
          <a:xfrm>
            <a:off x="6692900" y="816324"/>
            <a:ext cx="288798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99609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scussion-Content" preserve="1" userDrawn="1">
  <p:cSld name="QandA">
    <p:spTree>
      <p:nvGrpSpPr>
        <p:cNvPr id="1" name="Shape 161"/>
        <p:cNvGrpSpPr/>
        <p:nvPr/>
      </p:nvGrpSpPr>
      <p:grpSpPr>
        <a:xfrm>
          <a:off x="0" y="0"/>
          <a:ext cx="0" cy="0"/>
          <a:chOff x="0" y="0"/>
          <a:chExt cx="0" cy="0"/>
        </a:xfrm>
      </p:grpSpPr>
      <p:pic>
        <p:nvPicPr>
          <p:cNvPr id="2" name="Google Shape;55;p28">
            <a:extLst>
              <a:ext uri="{FF2B5EF4-FFF2-40B4-BE49-F238E27FC236}">
                <a16:creationId xmlns:a16="http://schemas.microsoft.com/office/drawing/2014/main" id="{A550541B-DFAF-618F-498E-A0C8F067CD7D}"/>
              </a:ext>
            </a:extLst>
          </p:cNvPr>
          <p:cNvPicPr preferRelativeResize="0">
            <a:picLocks noGrp="1" noRot="1" noMove="1" noResize="1" noEditPoints="1" noAdjustHandles="1" noChangeArrowheads="1" noChangeShapeType="1" noCrop="1"/>
          </p:cNvPicPr>
          <p:nvPr userDrawn="1"/>
        </p:nvPicPr>
        <p:blipFill>
          <a:blip r:embed="rId3"/>
          <a:srcRect/>
          <a:stretch/>
        </p:blipFill>
        <p:spPr>
          <a:xfrm>
            <a:off x="0" y="-1814"/>
            <a:ext cx="16255998" cy="9143999"/>
          </a:xfrm>
          <a:prstGeom prst="rect">
            <a:avLst/>
          </a:prstGeom>
          <a:noFill/>
          <a:ln>
            <a:noFill/>
          </a:ln>
        </p:spPr>
      </p:pic>
      <p:pic>
        <p:nvPicPr>
          <p:cNvPr id="5" name="Graphic 4">
            <a:extLst>
              <a:ext uri="{FF2B5EF4-FFF2-40B4-BE49-F238E27FC236}">
                <a16:creationId xmlns:a16="http://schemas.microsoft.com/office/drawing/2014/main" id="{82E131DA-8692-40F5-8051-6490DEBC3CDA}"/>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5706602" y="2108200"/>
            <a:ext cx="4842796" cy="5321300"/>
          </a:xfrm>
          <a:prstGeom prst="rect">
            <a:avLst/>
          </a:prstGeom>
        </p:spPr>
      </p:pic>
      <p:sp>
        <p:nvSpPr>
          <p:cNvPr id="6" name="Google Shape;60;p31">
            <a:extLst>
              <a:ext uri="{FF2B5EF4-FFF2-40B4-BE49-F238E27FC236}">
                <a16:creationId xmlns:a16="http://schemas.microsoft.com/office/drawing/2014/main" id="{E1DEFEB1-92EC-424A-7D59-ED327701D859}"/>
              </a:ext>
            </a:extLst>
          </p:cNvPr>
          <p:cNvSpPr>
            <a:spLocks noGrp="1" noRot="1" noMove="1" noResize="1" noEditPoints="1" noAdjustHandles="1" noChangeArrowheads="1" noChangeShapeType="1"/>
          </p:cNvSpPr>
          <p:nvPr userDrawn="1"/>
        </p:nvSpPr>
        <p:spPr>
          <a:xfrm>
            <a:off x="7421960" y="282000"/>
            <a:ext cx="1412081" cy="523180"/>
          </a:xfrm>
          <a:prstGeom prst="rect">
            <a:avLst/>
          </a:prstGeom>
          <a:noFill/>
          <a:ln>
            <a:noFill/>
          </a:ln>
        </p:spPr>
        <p:txBody>
          <a:bodyPr spcFirstLastPara="1" wrap="square" lIns="91425" tIns="45700" rIns="91425" bIns="45700" anchor="t" anchorCtr="0">
            <a:spAutoFit/>
          </a:bodyPr>
          <a:lstStyle/>
          <a:p>
            <a:pPr marL="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Q&amp;A</a:t>
            </a:r>
          </a:p>
        </p:txBody>
      </p:sp>
      <p:sp>
        <p:nvSpPr>
          <p:cNvPr id="3" name="Brandline">
            <a:extLst>
              <a:ext uri="{FF2B5EF4-FFF2-40B4-BE49-F238E27FC236}">
                <a16:creationId xmlns:a16="http://schemas.microsoft.com/office/drawing/2014/main" id="{7F606CF9-6434-5C47-4B93-17E62FD13B97}"/>
              </a:ext>
            </a:extLst>
          </p:cNvPr>
          <p:cNvSpPr>
            <a:spLocks noGrp="1" noRot="1" noMove="1" noResize="1" noEditPoints="1" noAdjustHandles="1" noChangeArrowheads="1" noChangeShapeType="1"/>
          </p:cNvSpPr>
          <p:nvPr userDrawn="1"/>
        </p:nvSpPr>
        <p:spPr>
          <a:xfrm>
            <a:off x="7632701" y="816324"/>
            <a:ext cx="9942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97160004"/>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tags" Target="../tags/tag2.xml"/><Relationship Id="rId22" Type="http://schemas.openxmlformats.org/officeDocument/2006/relationships/image" Target="../media/image1.png"/><Relationship Id="rId2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B8547DCB-0B93-88B9-E345-AFD101D616BF}"/>
              </a:ext>
            </a:extLst>
          </p:cNvPr>
          <p:cNvSpPr>
            <a:spLocks noGrp="1"/>
          </p:cNvSpPr>
          <p:nvPr>
            <p:ph type="title"/>
          </p:nvPr>
        </p:nvSpPr>
        <p:spPr>
          <a:xfrm>
            <a:off x="1117600" y="487363"/>
            <a:ext cx="14020800" cy="1766887"/>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r>
              <a:rPr lang="en-US"/>
              <a:t>Click to add lead-in line</a:t>
            </a:r>
          </a:p>
        </p:txBody>
      </p:sp>
      <p:sp>
        <p:nvSpPr>
          <p:cNvPr id="9" name="Text Placeholder 2">
            <a:extLst>
              <a:ext uri="{FF2B5EF4-FFF2-40B4-BE49-F238E27FC236}">
                <a16:creationId xmlns:a16="http://schemas.microsoft.com/office/drawing/2014/main" id="{4140D4C3-76A5-7AB4-F1FA-F4CE290D17B5}"/>
              </a:ext>
            </a:extLst>
          </p:cNvPr>
          <p:cNvSpPr>
            <a:spLocks noGrp="1"/>
          </p:cNvSpPr>
          <p:nvPr>
            <p:ph type="body" idx="1"/>
          </p:nvPr>
        </p:nvSpPr>
        <p:spPr>
          <a:xfrm>
            <a:off x="1117600" y="2540000"/>
            <a:ext cx="14020800" cy="5695950"/>
          </a:xfrm>
          <a:prstGeom prst="rect">
            <a:avLst/>
          </a:prstGeom>
        </p:spPr>
        <p:txBody>
          <a:bodyPr vert="horz" lIns="91440" tIns="45720" rIns="91440" bIns="45720" rtlCol="0">
            <a:normAutofit/>
          </a:bodyPr>
          <a:lstStyle/>
          <a:p>
            <a:pPr marL="0" lvl="0" indent="0">
              <a:lnSpc>
                <a:spcPct val="114000"/>
              </a:lnSpc>
              <a:buNone/>
            </a:pPr>
            <a:r>
              <a:rPr lang="en-GB"/>
              <a:t>Click to add text</a:t>
            </a:r>
          </a:p>
          <a:p>
            <a:pPr lvl="1">
              <a:lnSpc>
                <a:spcPct val="114000"/>
              </a:lnSpc>
              <a:spcBef>
                <a:spcPts val="1000"/>
              </a:spcBef>
            </a:pPr>
            <a:r>
              <a:rPr lang="en-GB"/>
              <a:t>Bullet point 1</a:t>
            </a:r>
          </a:p>
          <a:p>
            <a:pPr lvl="2">
              <a:lnSpc>
                <a:spcPct val="114000"/>
              </a:lnSpc>
              <a:spcBef>
                <a:spcPts val="1000"/>
              </a:spcBef>
              <a:buSzPct val="100000"/>
              <a:buFont typeface="Courier New" panose="02070309020205020404" pitchFamily="49" charset="0"/>
              <a:buChar char="o"/>
            </a:pPr>
            <a:r>
              <a:rPr lang="en-GB"/>
              <a:t>Sub-bullet point 1</a:t>
            </a:r>
          </a:p>
        </p:txBody>
      </p:sp>
      <p:pic>
        <p:nvPicPr>
          <p:cNvPr id="3" name="Picture 2" descr="A picture containing black, darkness&#10;&#10;Description automatically generated" hidden="1">
            <a:extLst>
              <a:ext uri="{FF2B5EF4-FFF2-40B4-BE49-F238E27FC236}">
                <a16:creationId xmlns:a16="http://schemas.microsoft.com/office/drawing/2014/main" id="{D0996812-ACEF-2708-D65E-97AE86E32B51}"/>
              </a:ext>
            </a:extLst>
          </p:cNvPr>
          <p:cNvPicPr>
            <a:picLocks noGrp="1" noRot="1" noChangeAspect="1" noMove="1" noResize="1" noEditPoints="1" noAdjustHandles="1" noChangeArrowheads="1" noChangeShapeType="1" noCrop="1"/>
          </p:cNvPicPr>
          <p:nvPr userDrawn="1"/>
        </p:nvPicPr>
        <p:blipFill>
          <a:blip r:embed="rId22">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pic>
        <p:nvPicPr>
          <p:cNvPr id="6" name="Picture 5" descr="A picture containing screenshot, black, darkness" hidden="1">
            <a:extLst>
              <a:ext uri="{FF2B5EF4-FFF2-40B4-BE49-F238E27FC236}">
                <a16:creationId xmlns:a16="http://schemas.microsoft.com/office/drawing/2014/main" id="{985A74AA-1EDE-C159-3D26-B856937B9D55}"/>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Tree>
    <p:custDataLst>
      <p:tags r:id="rId21"/>
    </p:custDataLst>
    <p:extLst>
      <p:ext uri="{BB962C8B-B14F-4D97-AF65-F5344CB8AC3E}">
        <p14:creationId xmlns:p14="http://schemas.microsoft.com/office/powerpoint/2010/main" val="3368593342"/>
      </p:ext>
    </p:extLst>
  </p:cSld>
  <p:clrMap bg1="lt1" tx1="dk1" bg2="lt2" tx2="dk2" accent1="accent1" accent2="accent2" accent3="accent3" accent4="accent4" accent5="accent5" accent6="accent6" hlink="hlink" folHlink="folHlink"/>
  <p:sldLayoutIdLst>
    <p:sldLayoutId id="2147483729" r:id="rId1"/>
    <p:sldLayoutId id="2147483726" r:id="rId2"/>
    <p:sldLayoutId id="2147483733" r:id="rId3"/>
    <p:sldLayoutId id="2147483734" r:id="rId4"/>
    <p:sldLayoutId id="2147483730" r:id="rId5"/>
    <p:sldLayoutId id="2147483683" r:id="rId6"/>
    <p:sldLayoutId id="2147483736" r:id="rId7"/>
    <p:sldLayoutId id="2147483691" r:id="rId8"/>
    <p:sldLayoutId id="2147483735" r:id="rId9"/>
    <p:sldLayoutId id="2147483739" r:id="rId10"/>
    <p:sldLayoutId id="2147483716" r:id="rId11"/>
    <p:sldLayoutId id="2147483690" r:id="rId12"/>
    <p:sldLayoutId id="2147483740" r:id="rId13"/>
    <p:sldLayoutId id="2147483741" r:id="rId14"/>
    <p:sldLayoutId id="2147483742" r:id="rId15"/>
    <p:sldLayoutId id="2147483737" r:id="rId16"/>
    <p:sldLayoutId id="2147483694" r:id="rId17"/>
    <p:sldLayoutId id="2147483724" r:id="rId18"/>
    <p:sldLayoutId id="2147483720" r:id="rId19"/>
  </p:sldLayoutIdLst>
  <p:txStyles>
    <p:titleStyle>
      <a:lvl1pPr algn="l" defTabSz="914400" rtl="0" eaLnBrk="1" latinLnBrk="0" hangingPunct="1">
        <a:lnSpc>
          <a:spcPct val="114000"/>
        </a:lnSpc>
        <a:spcBef>
          <a:spcPct val="0"/>
        </a:spcBef>
        <a:buNone/>
        <a:defRPr lang="en-US" sz="2200"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1" userDrawn="1">
          <p15:clr>
            <a:srgbClr val="5ACBF0"/>
          </p15:clr>
        </p15:guide>
        <p15:guide id="2" pos="5120" userDrawn="1">
          <p15:clr>
            <a:srgbClr val="000000"/>
          </p15:clr>
        </p15:guide>
        <p15:guide id="3" orient="horz" pos="2880" userDrawn="1">
          <p15:clr>
            <a:srgbClr val="000000"/>
          </p15:clr>
        </p15:guide>
        <p15:guide id="4" orient="horz" pos="5239" userDrawn="1">
          <p15:clr>
            <a:srgbClr val="5ACBF0"/>
          </p15:clr>
        </p15:guide>
        <p15:guide id="5" pos="1015" userDrawn="1">
          <p15:clr>
            <a:srgbClr val="5ACBF0"/>
          </p15:clr>
        </p15:guide>
        <p15:guide id="6" pos="516" userDrawn="1">
          <p15:clr>
            <a:srgbClr val="F26B43"/>
          </p15:clr>
        </p15:guide>
        <p15:guide id="7" pos="9224" userDrawn="1">
          <p15:clr>
            <a:srgbClr val="5ACBF0"/>
          </p15:clr>
        </p15:guide>
        <p15:guide id="8" pos="9728" userDrawn="1">
          <p15:clr>
            <a:srgbClr val="F26B43"/>
          </p15:clr>
        </p15:guide>
        <p15:guide id="9" orient="horz" pos="249" userDrawn="1">
          <p15:clr>
            <a:srgbClr val="F26B43"/>
          </p15:clr>
        </p15:guide>
        <p15:guide id="10" orient="horz" pos="5511" userDrawn="1">
          <p15:clr>
            <a:srgbClr val="F26B43"/>
          </p15:clr>
        </p15:guide>
        <p15:guide id="11" pos="8576" userDrawn="1">
          <p15:clr>
            <a:srgbClr val="5ACBF0"/>
          </p15:clr>
        </p15:guide>
        <p15:guide id="12" pos="8192" userDrawn="1">
          <p15:clr>
            <a:srgbClr val="5ACBF0"/>
          </p15:clr>
        </p15:guide>
        <p15:guide id="13" pos="1664" userDrawn="1">
          <p15:clr>
            <a:srgbClr val="5ACBF0"/>
          </p15:clr>
        </p15:guide>
        <p15:guide id="14" pos="2048"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7.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Layout" Target="../slideLayouts/slideLayout9.xml"/><Relationship Id="rId3"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6.xml"/><Relationship Id="rId3"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Layout" Target="../slideLayouts/slideLayout7.xml"/><Relationship Id="rId3" Type="http://schemas.openxmlformats.org/officeDocument/2006/relationships/notesSlide" Target="../notesSlides/notesSlide21.xml"/><Relationship Id="rId4" Type="http://schemas.openxmlformats.org/officeDocument/2006/relationships/image" Target="../media/image41.png"/><Relationship Id="rId5"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6.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Layout" Target="../slideLayouts/slideLayout9.xml"/><Relationship Id="rId3" Type="http://schemas.openxmlformats.org/officeDocument/2006/relationships/notesSlide" Target="../notesSlides/notesSlide30.xml"/></Relationships>
</file>

<file path=ppt/slides/_rels/slide17.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Layout" Target="../slideLayouts/slideLayout6.xml"/><Relationship Id="rId3" Type="http://schemas.openxmlformats.org/officeDocument/2006/relationships/notesSlide" Target="../notesSlides/notesSlide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9.xml"/><Relationship Id="rId3" Type="http://schemas.openxmlformats.org/officeDocument/2006/relationships/notesSlide" Target="../notesSlides/notesSlide4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Layout" Target="../slideLayouts/slideLayout15.xml"/><Relationship Id="rId3" Type="http://schemas.openxmlformats.org/officeDocument/2006/relationships/notesSlide" Target="../notesSlides/notesSlide5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Layout" Target="../slideLayouts/slideLayout12.xml"/><Relationship Id="rId3" Type="http://schemas.openxmlformats.org/officeDocument/2006/relationships/notesSlide" Target="../notesSlides/notesSlide51.xml"/></Relationships>
</file>

<file path=ppt/slides/_rels/slide26.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Layout" Target="../slideLayouts/slideLayout19.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D1AF223-9F5C-3F93-0D63-6A11E12C5EBA}"/>
              </a:ext>
            </a:extLst>
          </p:cNvPr>
          <p:cNvSpPr>
            <a:spLocks noGrp="1"/>
          </p:cNvSpPr>
          <p:nvPr>
            <p:ph type="body" idx="10"/>
          </p:nvPr>
        </p:nvSpPr>
        <p:spPr>
          <a:xfrm>
            <a:off x="653386" y="4114800"/>
            <a:ext cx="7835706" cy="914400"/>
          </a:xfrm>
        </p:spPr>
        <p:txBody>
          <a:bodyPr/>
          <a:lstStyle/>
          <a:p>
            <a:pPr>
              <a:lnSpc>
                <a:spcPct val="113999"/>
              </a:lnSpc>
            </a:pPr>
            <a:r>
              <a:rPr lang="en-US" dirty="0"/>
              <a:t>Model Context and Tooling Protocols</a:t>
            </a:r>
          </a:p>
        </p:txBody>
      </p:sp>
    </p:spTree>
    <p:custDataLst>
      <p:tags r:id="rId1"/>
    </p:custDataLst>
    <p:extLst>
      <p:ext uri="{BB962C8B-B14F-4D97-AF65-F5344CB8AC3E}">
        <p14:creationId xmlns:p14="http://schemas.microsoft.com/office/powerpoint/2010/main" val="581828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592BC7-26FA-78AB-7950-8085B6D3F25A}"/>
              </a:ext>
            </a:extLst>
          </p:cNvPr>
          <p:cNvSpPr>
            <a:spLocks noGrp="1"/>
          </p:cNvSpPr>
          <p:nvPr>
            <p:ph type="body" idx="10"/>
          </p:nvPr>
        </p:nvSpPr>
        <p:spPr>
          <a:xfrm>
            <a:off x="888652" y="4067747"/>
            <a:ext cx="7216581" cy="914400"/>
          </a:xfrm>
        </p:spPr>
        <p:txBody>
          <a:bodyPr/>
          <a:lstStyle/>
          <a:p>
            <a:pPr>
              <a:lnSpc>
                <a:spcPct val="113999"/>
              </a:lnSpc>
            </a:pPr>
            <a:r>
              <a:rPr lang="en-US" dirty="0"/>
              <a:t>Model Context Protocol (MCP): One Plug for Every AI Tool</a:t>
            </a:r>
            <a:endParaRPr lang="en-US" dirty="0"/>
          </a:p>
        </p:txBody>
      </p:sp>
    </p:spTree>
    <p:custDataLst>
      <p:tags r:id="rId1"/>
    </p:custDataLst>
    <p:extLst>
      <p:ext uri="{BB962C8B-B14F-4D97-AF65-F5344CB8AC3E}">
        <p14:creationId xmlns:p14="http://schemas.microsoft.com/office/powerpoint/2010/main" val="710290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F7CC02DF-D7E2-73CF-2C97-5D5AB8B1AF3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3C54706-FEAA-9ABD-2EBE-44A51ADD9437}"/>
              </a:ext>
            </a:extLst>
          </p:cNvPr>
          <p:cNvSpPr>
            <a:spLocks noGrp="1"/>
          </p:cNvSpPr>
          <p:nvPr>
            <p:ph type="body" sz="quarter" idx="12"/>
          </p:nvPr>
        </p:nvSpPr>
        <p:spPr>
          <a:xfrm>
            <a:off x="8503478" y="2993875"/>
            <a:ext cx="6655242" cy="3156249"/>
          </a:xfrm>
        </p:spPr>
        <p:txBody>
          <a:bodyPr/>
          <a:lstStyle/>
          <a:p>
            <a:r>
              <a:rPr lang="en-US" dirty="0" b="1">
                <a:latin typeface="Open Sans"/>
                <a:ea typeface="Open Sans"/>
                <a:cs typeface="Open Sans"/>
              </a:rPr>
              <a:t>Priya</a:t>
            </a:r>
            <a:r>
              <a:rPr lang="en-US" dirty="0" b="0">
                <a:latin typeface="Open Sans"/>
                <a:ea typeface="Open Sans"/>
                <a:cs typeface="Open Sans"/>
              </a:rPr>
              <a:t>, a product manager, spends two days every month on one report: competitors’ news, prices and launches, copied from 20 browser tabs into slides.</a:t>
            </a:r>
            <a:endParaRPr lang="en-US" dirty="0">
              <a:latin typeface="Open Sans"/>
              <a:ea typeface="Open Sans"/>
              <a:cs typeface="Open Sans"/>
            </a:endParaRPr>
          </a:p>
          <a:p>
            <a:endParaRPr lang="en-US" dirty="0">
              <a:latin typeface="Open Sans"/>
              <a:ea typeface="Open Sans"/>
              <a:cs typeface="Open Sans"/>
            </a:endParaRPr>
          </a:p>
          <a:p>
            <a:r>
              <a:rPr lang="en-US" dirty="0">
                <a:latin typeface="Open Sans"/>
                <a:ea typeface="Open Sans"/>
                <a:cs typeface="Open Sans"/>
              </a:rPr>
              <a:t>Her company wants ChatGPT, Claude and Copilot to do it for her, each connected to the same five data sources. That’s 15 separate connectors to build and maintain.</a:t>
            </a:r>
            <a:endParaRPr lang="en-US" dirty="0">
              <a:latin typeface="Open Sans"/>
              <a:ea typeface="Open Sans"/>
              <a:cs typeface="Open Sans"/>
            </a:endParaRPr>
          </a:p>
          <a:p>
            <a:endParaRPr lang="en-US" dirty="0">
              <a:latin typeface="Open Sans"/>
              <a:ea typeface="Open Sans"/>
              <a:cs typeface="Open Sans"/>
            </a:endParaRPr>
          </a:p>
          <a:p>
            <a:r>
              <a:rPr lang="en-US" dirty="0"/>
              <a:t>Is there a way to build each connection once, and let every AI app use it?</a:t>
            </a:r>
            <a:endParaRPr lang="en-US" dirty="0"/>
          </a:p>
        </p:txBody>
      </p:sp>
    </p:spTree>
    <p:custDataLst>
      <p:tags r:id="rId1"/>
    </p:custDataLst>
    <p:extLst>
      <p:ext uri="{BB962C8B-B14F-4D97-AF65-F5344CB8AC3E}">
        <p14:creationId xmlns:p14="http://schemas.microsoft.com/office/powerpoint/2010/main" val="1654860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91CAA-2BA8-5E23-FB2B-2FB680046E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2B75FDD-07DF-2685-B15A-0C287FF85714}"/>
              </a:ext>
            </a:extLst>
          </p:cNvPr>
          <p:cNvSpPr>
            <a:spLocks noGrp="1"/>
          </p:cNvSpPr>
          <p:nvPr>
            <p:ph type="body" sz="quarter" idx="16"/>
          </p:nvPr>
        </p:nvSpPr>
        <p:spPr>
          <a:xfrm>
            <a:off x="734790" y="2695575"/>
            <a:ext cx="9454239" cy="3540969"/>
          </a:xfrm>
        </p:spPr>
        <p:txBody>
          <a:bodyPr vert="horz" wrap="square" lIns="91440" tIns="45720" rIns="91440" bIns="45720" rtlCol="0" anchor="t">
            <a:spAutoFit/>
          </a:bodyPr>
          <a:lstStyle/>
          <a:p>
            <a:pPr marL="341630" indent="-341630"/>
            <a:r>
              <a:rPr lang="en-US" dirty="0"/>
              <a:t>Explain why connecting AI apps to tools gets messy as you grow (the M × N problem)</a:t>
            </a:r>
            <a:endParaRPr lang="en-US" dirty="0"/>
          </a:p>
          <a:p>
            <a:pPr marL="341630" indent="-341630"/>
            <a:r>
              <a:rPr lang="en-US" dirty="0"/>
              <a:t>Describe how MCP works with everyday examples: host, client, server, and how they talk</a:t>
            </a:r>
            <a:endParaRPr lang="en-US" dirty="0"/>
          </a:p>
          <a:p>
            <a:pPr marL="341630" indent="-341630"/>
            <a:r>
              <a:rPr lang="en-US" dirty="0"/>
              <a:t>Name what an MCP server offers: tools, resources and prompts</a:t>
            </a:r>
            <a:endParaRPr lang="en-US" dirty="0"/>
          </a:p>
          <a:p>
            <a:pPr marL="341630" indent="-341630"/>
            <a:r>
              <a:rPr lang="en-US" dirty="0"/>
              <a:t>Read a small FastMCP server, and watch ChatGPT use one live</a:t>
            </a:r>
            <a:endParaRPr lang="en-US" dirty="0"/>
          </a:p>
        </p:txBody>
      </p:sp>
    </p:spTree>
    <p:custDataLst>
      <p:tags r:id="rId1"/>
    </p:custDataLst>
    <p:extLst>
      <p:ext uri="{BB962C8B-B14F-4D97-AF65-F5344CB8AC3E}">
        <p14:creationId xmlns:p14="http://schemas.microsoft.com/office/powerpoint/2010/main" val="1502917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849BB2-9813-A97A-C80F-275C24EA2885}"/>
              </a:ext>
            </a:extLst>
          </p:cNvPr>
          <p:cNvSpPr>
            <a:spLocks noGrp="1"/>
          </p:cNvSpPr>
          <p:nvPr>
            <p:ph type="body" idx="10"/>
          </p:nvPr>
        </p:nvSpPr>
        <p:spPr>
          <a:xfrm>
            <a:off x="0" y="4114800"/>
            <a:ext cx="16256001" cy="914400"/>
          </a:xfrm>
        </p:spPr>
        <p:txBody>
          <a:bodyPr/>
          <a:lstStyle/>
          <a:p>
            <a:pPr>
              <a:lnSpc>
                <a:spcPct val="113999"/>
              </a:lnSpc>
            </a:pPr>
            <a:r>
              <a:rPr lang="en-US" dirty="0"/>
              <a:t>Part 1: Why AI Needs a Standard Plug</a:t>
            </a:r>
            <a:endParaRPr lang="en-US" dirty="0"/>
          </a:p>
        </p:txBody>
      </p:sp>
    </p:spTree>
    <p:custDataLst>
      <p:tags r:id="rId1"/>
    </p:custDataLst>
    <p:extLst>
      <p:ext uri="{BB962C8B-B14F-4D97-AF65-F5344CB8AC3E}">
        <p14:creationId xmlns:p14="http://schemas.microsoft.com/office/powerpoint/2010/main" val="107034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2838F-3778-3C96-7CC2-06B879DF177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F62BB72-24D6-C12C-4C7C-A5C598BAF051}"/>
              </a:ext>
            </a:extLst>
          </p:cNvPr>
          <p:cNvSpPr>
            <a:spLocks noGrp="1"/>
          </p:cNvSpPr>
          <p:nvPr>
            <p:ph type="body" idx="10"/>
          </p:nvPr>
        </p:nvSpPr>
        <p:spPr>
          <a:xfrm>
            <a:off x="1987500" y="1360006"/>
            <a:ext cx="12271548" cy="796875"/>
          </a:xfrm>
        </p:spPr>
        <p:txBody>
          <a:bodyPr>
            <a:noAutofit/>
          </a:bodyPr>
          <a:lstStyle/>
          <a:p>
            <a:r>
              <a:rPr lang="en-US" dirty="0"/>
              <a:t>An AI agent is the brain; tools are its hands: search the web, check prices, read the news.</a:t>
            </a:r>
            <a:endParaRPr lang="en-US" dirty="0"/>
          </a:p>
        </p:txBody>
      </p:sp>
      <p:sp>
        <p:nvSpPr>
          <p:cNvPr id="3" name="Title 2">
            <a:extLst>
              <a:ext uri="{FF2B5EF4-FFF2-40B4-BE49-F238E27FC236}">
                <a16:creationId xmlns:a16="http://schemas.microsoft.com/office/drawing/2014/main" id="{B044BDE2-392A-CB85-B9D5-D49BC22B618C}"/>
              </a:ext>
            </a:extLst>
          </p:cNvPr>
          <p:cNvSpPr>
            <a:spLocks noGrp="1"/>
          </p:cNvSpPr>
          <p:nvPr>
            <p:ph type="title"/>
          </p:nvPr>
        </p:nvSpPr>
        <p:spPr/>
        <p:txBody>
          <a:bodyPr/>
          <a:lstStyle/>
          <a:p>
            <a:r>
              <a:rPr lang="en-US" dirty="0"/>
              <a:t>Agents Get Things Done Through Tools</a:t>
            </a:r>
            <a:endParaRPr lang="en-US" dirty="0"/>
          </a:p>
        </p:txBody>
      </p:sp>
      <p:sp>
        <p:nvSpPr>
          <p:cNvPr id="4" name="Brandline_LVC">
            <a:extLst>
              <a:ext uri="{FF2B5EF4-FFF2-40B4-BE49-F238E27FC236}">
                <a16:creationId xmlns:a16="http://schemas.microsoft.com/office/drawing/2014/main" id="{19E938D6-B8E6-382B-FDBE-5A9B97284AA1}"/>
              </a:ext>
            </a:extLst>
          </p:cNvPr>
          <p:cNvSpPr/>
          <p:nvPr/>
        </p:nvSpPr>
        <p:spPr>
          <a:xfrm>
            <a:off x="5816600" y="816324"/>
            <a:ext cx="462867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6" name="Text Placeholder 4">
            <a:extLst>
              <a:ext uri="{FF2B5EF4-FFF2-40B4-BE49-F238E27FC236}">
                <a16:creationId xmlns:a16="http://schemas.microsoft.com/office/drawing/2014/main" id="{22D56364-F304-49A6-7288-5D2DBEF74252}"/>
              </a:ext>
            </a:extLst>
          </p:cNvPr>
          <p:cNvSpPr txBox="1">
            <a:spLocks/>
          </p:cNvSpPr>
          <p:nvPr/>
        </p:nvSpPr>
        <p:spPr>
          <a:xfrm>
            <a:off x="1698777" y="7243294"/>
            <a:ext cx="12848994" cy="812599"/>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dirty="0"/>
              <a:t>The agent picks the right tool for each request and fills in the details, like a receptionist sending you to the right department.</a:t>
            </a:r>
            <a:endParaRPr lang="en-US" dirty="0"/>
          </a:p>
        </p:txBody>
      </p:sp>
      <p:grpSp>
        <p:nvGrpSpPr>
          <p:cNvPr id="54" name="Group 53">
            <a:extLst>
              <a:ext uri="{FF2B5EF4-FFF2-40B4-BE49-F238E27FC236}">
                <a16:creationId xmlns:a16="http://schemas.microsoft.com/office/drawing/2014/main" id="{1495BA33-68E6-67C2-937F-AA945DF7484C}"/>
              </a:ext>
            </a:extLst>
          </p:cNvPr>
          <p:cNvGrpSpPr/>
          <p:nvPr/>
        </p:nvGrpSpPr>
        <p:grpSpPr>
          <a:xfrm>
            <a:off x="3729436" y="2230621"/>
            <a:ext cx="9066826" cy="4500133"/>
            <a:chOff x="3729436" y="2416858"/>
            <a:chExt cx="9066826" cy="4500133"/>
          </a:xfrm>
        </p:grpSpPr>
        <p:grpSp>
          <p:nvGrpSpPr>
            <p:cNvPr id="14" name="Group 13">
              <a:extLst>
                <a:ext uri="{FF2B5EF4-FFF2-40B4-BE49-F238E27FC236}">
                  <a16:creationId xmlns:a16="http://schemas.microsoft.com/office/drawing/2014/main" id="{5EAD36A4-9523-A445-F1EA-EEFE63051FB0}"/>
                </a:ext>
              </a:extLst>
            </p:cNvPr>
            <p:cNvGrpSpPr/>
            <p:nvPr/>
          </p:nvGrpSpPr>
          <p:grpSpPr>
            <a:xfrm>
              <a:off x="3729436" y="2416858"/>
              <a:ext cx="9066826" cy="4500133"/>
              <a:chOff x="3729436" y="2640548"/>
              <a:chExt cx="9066826" cy="4500133"/>
            </a:xfrm>
          </p:grpSpPr>
          <p:cxnSp>
            <p:nvCxnSpPr>
              <p:cNvPr id="15" name="Straight Connector 14">
                <a:extLst>
                  <a:ext uri="{FF2B5EF4-FFF2-40B4-BE49-F238E27FC236}">
                    <a16:creationId xmlns:a16="http://schemas.microsoft.com/office/drawing/2014/main" id="{82643BE9-141E-6FC9-83CA-FD4BA6EB6403}"/>
                  </a:ext>
                </a:extLst>
              </p:cNvPr>
              <p:cNvCxnSpPr>
                <a:cxnSpLocks/>
              </p:cNvCxnSpPr>
              <p:nvPr/>
            </p:nvCxnSpPr>
            <p:spPr>
              <a:xfrm>
                <a:off x="3729436" y="3226828"/>
                <a:ext cx="9066825"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1B7145CC-91AF-AA21-02C5-14B6C561C4FD}"/>
                  </a:ext>
                </a:extLst>
              </p:cNvPr>
              <p:cNvSpPr txBox="1">
                <a:spLocks/>
              </p:cNvSpPr>
              <p:nvPr/>
            </p:nvSpPr>
            <p:spPr>
              <a:xfrm>
                <a:off x="6087647" y="2713357"/>
                <a:ext cx="4086579" cy="45340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AI assistant</a:t>
                </a:r>
              </a:p>
            </p:txBody>
          </p:sp>
          <p:grpSp>
            <p:nvGrpSpPr>
              <p:cNvPr id="28" name="Group 27">
                <a:extLst>
                  <a:ext uri="{FF2B5EF4-FFF2-40B4-BE49-F238E27FC236}">
                    <a16:creationId xmlns:a16="http://schemas.microsoft.com/office/drawing/2014/main" id="{A4C99F90-EB70-DD14-88C4-0A4EA1B6DF2C}"/>
                  </a:ext>
                </a:extLst>
              </p:cNvPr>
              <p:cNvGrpSpPr/>
              <p:nvPr/>
            </p:nvGrpSpPr>
            <p:grpSpPr>
              <a:xfrm>
                <a:off x="3729437" y="2640548"/>
                <a:ext cx="9066825" cy="4500133"/>
                <a:chOff x="3729437" y="2640548"/>
                <a:chExt cx="9066825" cy="4500133"/>
              </a:xfrm>
            </p:grpSpPr>
            <p:sp>
              <p:nvSpPr>
                <p:cNvPr id="29" name="Rectangle: Rounded Corners 28">
                  <a:extLst>
                    <a:ext uri="{FF2B5EF4-FFF2-40B4-BE49-F238E27FC236}">
                      <a16:creationId xmlns:a16="http://schemas.microsoft.com/office/drawing/2014/main" id="{FEFB43C7-5297-2F4C-37ED-B0EB6701A4C2}"/>
                    </a:ext>
                  </a:extLst>
                </p:cNvPr>
                <p:cNvSpPr/>
                <p:nvPr/>
              </p:nvSpPr>
              <p:spPr>
                <a:xfrm>
                  <a:off x="3729437" y="2640548"/>
                  <a:ext cx="9066825" cy="4500133"/>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30" name="Group 29">
                  <a:extLst>
                    <a:ext uri="{FF2B5EF4-FFF2-40B4-BE49-F238E27FC236}">
                      <a16:creationId xmlns:a16="http://schemas.microsoft.com/office/drawing/2014/main" id="{011B6E99-41D0-C65C-8651-B7A478E3819B}"/>
                    </a:ext>
                  </a:extLst>
                </p:cNvPr>
                <p:cNvGrpSpPr/>
                <p:nvPr/>
              </p:nvGrpSpPr>
              <p:grpSpPr>
                <a:xfrm>
                  <a:off x="4017835" y="4068757"/>
                  <a:ext cx="8490030" cy="2813837"/>
                  <a:chOff x="4017835" y="4068757"/>
                  <a:chExt cx="8490030" cy="2813837"/>
                </a:xfrm>
              </p:grpSpPr>
              <p:grpSp>
                <p:nvGrpSpPr>
                  <p:cNvPr id="38" name="Group 37">
                    <a:extLst>
                      <a:ext uri="{FF2B5EF4-FFF2-40B4-BE49-F238E27FC236}">
                        <a16:creationId xmlns:a16="http://schemas.microsoft.com/office/drawing/2014/main" id="{8F5CADC5-7BD1-E163-7D9D-706CCEEAFED9}"/>
                      </a:ext>
                    </a:extLst>
                  </p:cNvPr>
                  <p:cNvGrpSpPr/>
                  <p:nvPr/>
                </p:nvGrpSpPr>
                <p:grpSpPr>
                  <a:xfrm>
                    <a:off x="4017835" y="5486636"/>
                    <a:ext cx="8490030" cy="1395958"/>
                    <a:chOff x="4029069" y="5450788"/>
                    <a:chExt cx="8490030" cy="1395958"/>
                  </a:xfrm>
                </p:grpSpPr>
                <p:grpSp>
                  <p:nvGrpSpPr>
                    <p:cNvPr id="39" name="Group 38">
                      <a:extLst>
                        <a:ext uri="{FF2B5EF4-FFF2-40B4-BE49-F238E27FC236}">
                          <a16:creationId xmlns:a16="http://schemas.microsoft.com/office/drawing/2014/main" id="{A898D513-9660-F016-30D6-82C720EC0A18}"/>
                        </a:ext>
                      </a:extLst>
                    </p:cNvPr>
                    <p:cNvGrpSpPr/>
                    <p:nvPr/>
                  </p:nvGrpSpPr>
                  <p:grpSpPr>
                    <a:xfrm>
                      <a:off x="4029069" y="5451103"/>
                      <a:ext cx="1753986" cy="1395643"/>
                      <a:chOff x="5004554" y="5450788"/>
                      <a:chExt cx="1753986" cy="1395643"/>
                    </a:xfrm>
                  </p:grpSpPr>
                  <p:sp>
                    <p:nvSpPr>
                      <p:cNvPr id="47" name="Rectangle: Rounded Corners 46">
                        <a:extLst>
                          <a:ext uri="{FF2B5EF4-FFF2-40B4-BE49-F238E27FC236}">
                            <a16:creationId xmlns:a16="http://schemas.microsoft.com/office/drawing/2014/main" id="{52FB2074-59C6-3406-13B2-1322908B6797}"/>
                          </a:ext>
                        </a:extLst>
                      </p:cNvPr>
                      <p:cNvSpPr/>
                      <p:nvPr/>
                    </p:nvSpPr>
                    <p:spPr>
                      <a:xfrm>
                        <a:off x="5207000" y="5450788"/>
                        <a:ext cx="1349094" cy="541564"/>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Search</a:t>
                        </a:r>
                        <a:endParaRPr lang="en-US" sz="2000" dirty="0"/>
                      </a:p>
                    </p:txBody>
                  </p:sp>
                  <p:sp>
                    <p:nvSpPr>
                      <p:cNvPr id="48" name="Text_1">
                        <a:extLst>
                          <a:ext uri="{FF2B5EF4-FFF2-40B4-BE49-F238E27FC236}">
                            <a16:creationId xmlns:a16="http://schemas.microsoft.com/office/drawing/2014/main" id="{121B7996-2E8E-DA9C-D161-FEB603955D9B}"/>
                          </a:ext>
                        </a:extLst>
                      </p:cNvPr>
                      <p:cNvSpPr txBox="1"/>
                      <p:nvPr/>
                    </p:nvSpPr>
                    <p:spPr>
                      <a:xfrm>
                        <a:off x="5004554" y="6052408"/>
                        <a:ext cx="1753986" cy="794023"/>
                      </a:xfrm>
                      <a:prstGeom prst="rect">
                        <a:avLst/>
                      </a:prstGeom>
                      <a:noFill/>
                      <a:ln>
                        <a:noFill/>
                      </a:ln>
                    </p:spPr>
                    <p:txBody>
                      <a:bodyPr spcFirstLastPara="1" wrap="square" lIns="91425" tIns="45700" rIns="91425" bIns="45700" anchor="t" anchorCtr="1">
                        <a:spAutoFit/>
                      </a:bodyPr>
                      <a:lstStyle/>
                      <a:p>
                        <a:pPr lvl="0" algn="ctr">
                          <a:lnSpc>
                            <a:spcPct val="114000"/>
                          </a:lnSpc>
                          <a:buClr>
                            <a:srgbClr val="000000"/>
                          </a:buClr>
                          <a:buSzPts val="2200"/>
                        </a:pPr>
                        <a:r>
                          <a:rPr lang="en-US" sz="2000" dirty="0">
                            <a:solidFill>
                              <a:srgbClr val="3F3F3F"/>
                            </a:solidFill>
                            <a:latin typeface="Open Sans"/>
                            <a:ea typeface="Open Sans"/>
                            <a:cs typeface="Open Sans"/>
                            <a:sym typeface="Open Sans"/>
                          </a:rPr>
                          <a:t>Finds company info</a:t>
                        </a:r>
                        <a:endParaRPr lang="en-US" sz="2000" dirty="0">
                          <a:solidFill>
                            <a:srgbClr val="3F3F3F"/>
                          </a:solidFill>
                          <a:latin typeface="Open Sans"/>
                          <a:ea typeface="Open Sans"/>
                          <a:cs typeface="Open Sans"/>
                          <a:sym typeface="Open Sans"/>
                        </a:endParaRPr>
                      </a:p>
                    </p:txBody>
                  </p:sp>
                </p:grpSp>
                <p:grpSp>
                  <p:nvGrpSpPr>
                    <p:cNvPr id="40" name="Group 39">
                      <a:extLst>
                        <a:ext uri="{FF2B5EF4-FFF2-40B4-BE49-F238E27FC236}">
                          <a16:creationId xmlns:a16="http://schemas.microsoft.com/office/drawing/2014/main" id="{A5B0A49B-4EFD-3F2F-CAF7-BA14799E9DBD}"/>
                        </a:ext>
                      </a:extLst>
                    </p:cNvPr>
                    <p:cNvGrpSpPr/>
                    <p:nvPr/>
                  </p:nvGrpSpPr>
                  <p:grpSpPr>
                    <a:xfrm>
                      <a:off x="7111982" y="5450788"/>
                      <a:ext cx="2045053" cy="1395642"/>
                      <a:chOff x="7111982" y="5450788"/>
                      <a:chExt cx="2045053" cy="1395642"/>
                    </a:xfrm>
                  </p:grpSpPr>
                  <p:sp>
                    <p:nvSpPr>
                      <p:cNvPr id="45" name="Rectangle: Rounded Corners 44">
                        <a:extLst>
                          <a:ext uri="{FF2B5EF4-FFF2-40B4-BE49-F238E27FC236}">
                            <a16:creationId xmlns:a16="http://schemas.microsoft.com/office/drawing/2014/main" id="{FBB750FB-29F1-7F1D-1E23-466373C1EBAB}"/>
                          </a:ext>
                        </a:extLst>
                      </p:cNvPr>
                      <p:cNvSpPr/>
                      <p:nvPr/>
                    </p:nvSpPr>
                    <p:spPr>
                      <a:xfrm>
                        <a:off x="7459962" y="5450788"/>
                        <a:ext cx="1349094" cy="541564"/>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Pricing</a:t>
                        </a:r>
                        <a:endParaRPr lang="en-US" sz="2000" dirty="0"/>
                      </a:p>
                    </p:txBody>
                  </p:sp>
                  <p:sp>
                    <p:nvSpPr>
                      <p:cNvPr id="46" name="Text_1">
                        <a:extLst>
                          <a:ext uri="{FF2B5EF4-FFF2-40B4-BE49-F238E27FC236}">
                            <a16:creationId xmlns:a16="http://schemas.microsoft.com/office/drawing/2014/main" id="{F92C2A38-2C44-0DB0-F23F-1582A410972B}"/>
                          </a:ext>
                        </a:extLst>
                      </p:cNvPr>
                      <p:cNvSpPr txBox="1"/>
                      <p:nvPr/>
                    </p:nvSpPr>
                    <p:spPr>
                      <a:xfrm>
                        <a:off x="7111982" y="6052407"/>
                        <a:ext cx="2045053" cy="794023"/>
                      </a:xfrm>
                      <a:prstGeom prst="rect">
                        <a:avLst/>
                      </a:prstGeom>
                      <a:noFill/>
                      <a:ln>
                        <a:noFill/>
                      </a:ln>
                    </p:spPr>
                    <p:txBody>
                      <a:bodyPr spcFirstLastPara="1" wrap="square" lIns="91425" tIns="45700" rIns="91425" bIns="45700" anchor="t" anchorCtr="1">
                        <a:spAutoFit/>
                      </a:bodyPr>
                      <a:lstStyle/>
                      <a:p>
                        <a:pPr lvl="0" algn="ctr">
                          <a:lnSpc>
                            <a:spcPct val="114000"/>
                          </a:lnSpc>
                          <a:buClr>
                            <a:srgbClr val="000000"/>
                          </a:buClr>
                          <a:buSzPts val="2200"/>
                        </a:pPr>
                        <a:r>
                          <a:rPr lang="en-US" sz="2000" dirty="0">
                            <a:solidFill>
                              <a:srgbClr val="3F3F3F"/>
                            </a:solidFill>
                            <a:latin typeface="Open Sans"/>
                            <a:ea typeface="Open Sans"/>
                            <a:cs typeface="Open Sans"/>
                            <a:sym typeface="Open Sans"/>
                          </a:rPr>
                          <a:t>Checks prices</a:t>
                        </a:r>
                        <a:endParaRPr lang="en-US" sz="2000" dirty="0">
                          <a:solidFill>
                            <a:srgbClr val="3F3F3F"/>
                          </a:solidFill>
                          <a:latin typeface="Open Sans"/>
                          <a:ea typeface="Open Sans"/>
                          <a:cs typeface="Open Sans"/>
                          <a:sym typeface="Open Sans"/>
                        </a:endParaRPr>
                      </a:p>
                    </p:txBody>
                  </p:sp>
                </p:grpSp>
                <p:grpSp>
                  <p:nvGrpSpPr>
                    <p:cNvPr id="42" name="Group 41">
                      <a:extLst>
                        <a:ext uri="{FF2B5EF4-FFF2-40B4-BE49-F238E27FC236}">
                          <a16:creationId xmlns:a16="http://schemas.microsoft.com/office/drawing/2014/main" id="{DC146FC8-1E3A-013F-DBA8-FB2C85A83DFC}"/>
                        </a:ext>
                      </a:extLst>
                    </p:cNvPr>
                    <p:cNvGrpSpPr/>
                    <p:nvPr/>
                  </p:nvGrpSpPr>
                  <p:grpSpPr>
                    <a:xfrm>
                      <a:off x="10474046" y="5450788"/>
                      <a:ext cx="2045053" cy="1395641"/>
                      <a:chOff x="9364944" y="5450788"/>
                      <a:chExt cx="2045053" cy="1395641"/>
                    </a:xfrm>
                  </p:grpSpPr>
                  <p:sp>
                    <p:nvSpPr>
                      <p:cNvPr id="43" name="Rectangle: Rounded Corners 42">
                        <a:extLst>
                          <a:ext uri="{FF2B5EF4-FFF2-40B4-BE49-F238E27FC236}">
                            <a16:creationId xmlns:a16="http://schemas.microsoft.com/office/drawing/2014/main" id="{28317060-7EFA-B96B-26A2-C043BBFF7327}"/>
                          </a:ext>
                        </a:extLst>
                      </p:cNvPr>
                      <p:cNvSpPr/>
                      <p:nvPr/>
                    </p:nvSpPr>
                    <p:spPr>
                      <a:xfrm>
                        <a:off x="9712924" y="5450788"/>
                        <a:ext cx="1349094" cy="541564"/>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News</a:t>
                        </a:r>
                        <a:endParaRPr lang="en-US" sz="2000" dirty="0"/>
                      </a:p>
                    </p:txBody>
                  </p:sp>
                  <p:sp>
                    <p:nvSpPr>
                      <p:cNvPr id="44" name="Text_1">
                        <a:extLst>
                          <a:ext uri="{FF2B5EF4-FFF2-40B4-BE49-F238E27FC236}">
                            <a16:creationId xmlns:a16="http://schemas.microsoft.com/office/drawing/2014/main" id="{EEF758F1-B504-D513-7268-DF2E864648BE}"/>
                          </a:ext>
                        </a:extLst>
                      </p:cNvPr>
                      <p:cNvSpPr txBox="1"/>
                      <p:nvPr/>
                    </p:nvSpPr>
                    <p:spPr>
                      <a:xfrm>
                        <a:off x="9364944" y="6052406"/>
                        <a:ext cx="2045053" cy="794023"/>
                      </a:xfrm>
                      <a:prstGeom prst="rect">
                        <a:avLst/>
                      </a:prstGeom>
                      <a:noFill/>
                      <a:ln>
                        <a:noFill/>
                      </a:ln>
                    </p:spPr>
                    <p:txBody>
                      <a:bodyPr spcFirstLastPara="1" wrap="square" lIns="91425" tIns="45700" rIns="91425" bIns="45700" anchor="t" anchorCtr="1">
                        <a:spAutoFit/>
                      </a:bodyPr>
                      <a:lstStyle/>
                      <a:p>
                        <a:pPr lvl="0" algn="ctr">
                          <a:lnSpc>
                            <a:spcPct val="114000"/>
                          </a:lnSpc>
                          <a:buClr>
                            <a:srgbClr val="000000"/>
                          </a:buClr>
                          <a:buSzPts val="2200"/>
                        </a:pPr>
                        <a:r>
                          <a:rPr lang="en-US" sz="2000" dirty="0">
                            <a:solidFill>
                              <a:srgbClr val="3F3F3F"/>
                            </a:solidFill>
                            <a:latin typeface="Open Sans"/>
                            <a:ea typeface="Open Sans"/>
                            <a:cs typeface="Open Sans"/>
                            <a:sym typeface="Open Sans"/>
                          </a:rPr>
                          <a:t>Reads latest news</a:t>
                        </a:r>
                        <a:endParaRPr lang="en-US" sz="2000" dirty="0">
                          <a:solidFill>
                            <a:srgbClr val="3F3F3F"/>
                          </a:solidFill>
                          <a:latin typeface="Open Sans"/>
                          <a:ea typeface="Open Sans"/>
                          <a:cs typeface="Open Sans"/>
                          <a:sym typeface="Open Sans"/>
                        </a:endParaRPr>
                      </a:p>
                    </p:txBody>
                  </p:sp>
                </p:grpSp>
              </p:grpSp>
              <p:cxnSp>
                <p:nvCxnSpPr>
                  <p:cNvPr id="33" name="Straight Connector 32">
                    <a:extLst>
                      <a:ext uri="{FF2B5EF4-FFF2-40B4-BE49-F238E27FC236}">
                        <a16:creationId xmlns:a16="http://schemas.microsoft.com/office/drawing/2014/main" id="{DBBCC5F8-8270-17AA-AD34-B770F9A1BDF1}"/>
                      </a:ext>
                    </a:extLst>
                  </p:cNvPr>
                  <p:cNvCxnSpPr>
                    <a:cxnSpLocks/>
                    <a:stCxn id="45" idx="0"/>
                    <a:endCxn id="9" idx="2"/>
                  </p:cNvCxnSpPr>
                  <p:nvPr/>
                </p:nvCxnSpPr>
                <p:spPr>
                  <a:xfrm flipH="1" flipV="1">
                    <a:off x="8123274" y="4608142"/>
                    <a:ext cx="1" cy="878494"/>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F9410975-5E38-7CC3-35F0-F9BAD7877D69}"/>
                      </a:ext>
                    </a:extLst>
                  </p:cNvPr>
                  <p:cNvCxnSpPr>
                    <a:cxnSpLocks/>
                    <a:stCxn id="9" idx="1"/>
                    <a:endCxn id="47" idx="0"/>
                  </p:cNvCxnSpPr>
                  <p:nvPr/>
                </p:nvCxnSpPr>
                <p:spPr>
                  <a:xfrm rot="10800000" flipV="1">
                    <a:off x="4894829" y="4068757"/>
                    <a:ext cx="2633843" cy="1418194"/>
                  </a:xfrm>
                  <a:prstGeom prst="bentConnector2">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A6385DB9-6F61-1CBE-CB4B-763079E320D6}"/>
                      </a:ext>
                    </a:extLst>
                  </p:cNvPr>
                  <p:cNvCxnSpPr>
                    <a:cxnSpLocks/>
                    <a:stCxn id="9" idx="3"/>
                    <a:endCxn id="43" idx="0"/>
                  </p:cNvCxnSpPr>
                  <p:nvPr/>
                </p:nvCxnSpPr>
                <p:spPr>
                  <a:xfrm>
                    <a:off x="8717877" y="4068757"/>
                    <a:ext cx="2767462" cy="1417879"/>
                  </a:xfrm>
                  <a:prstGeom prst="bentConnector2">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grpSp>
        </p:grpSp>
        <p:grpSp>
          <p:nvGrpSpPr>
            <p:cNvPr id="49" name="Group 48">
              <a:extLst>
                <a:ext uri="{FF2B5EF4-FFF2-40B4-BE49-F238E27FC236}">
                  <a16:creationId xmlns:a16="http://schemas.microsoft.com/office/drawing/2014/main" id="{DC1AE140-C33B-5841-93C4-3D4E1AD7CCDB}"/>
                </a:ext>
              </a:extLst>
            </p:cNvPr>
            <p:cNvGrpSpPr/>
            <p:nvPr/>
          </p:nvGrpSpPr>
          <p:grpSpPr>
            <a:xfrm>
              <a:off x="7528671" y="3304942"/>
              <a:ext cx="1189206" cy="1079510"/>
              <a:chOff x="1524883" y="2945219"/>
              <a:chExt cx="1189206" cy="1361311"/>
            </a:xfrm>
          </p:grpSpPr>
          <p:grpSp>
            <p:nvGrpSpPr>
              <p:cNvPr id="2" name="Group 1">
                <a:extLst>
                  <a:ext uri="{FF2B5EF4-FFF2-40B4-BE49-F238E27FC236}">
                    <a16:creationId xmlns:a16="http://schemas.microsoft.com/office/drawing/2014/main" id="{28A25736-0361-C046-0616-DEAD3B37E1B0}"/>
                  </a:ext>
                </a:extLst>
              </p:cNvPr>
              <p:cNvGrpSpPr/>
              <p:nvPr/>
            </p:nvGrpSpPr>
            <p:grpSpPr>
              <a:xfrm>
                <a:off x="1524883" y="2945219"/>
                <a:ext cx="1189206" cy="1361311"/>
                <a:chOff x="5638783" y="2638643"/>
                <a:chExt cx="5248127" cy="2784902"/>
              </a:xfrm>
            </p:grpSpPr>
            <p:cxnSp>
              <p:nvCxnSpPr>
                <p:cNvPr id="6" name="Straight Connector 5">
                  <a:extLst>
                    <a:ext uri="{FF2B5EF4-FFF2-40B4-BE49-F238E27FC236}">
                      <a16:creationId xmlns:a16="http://schemas.microsoft.com/office/drawing/2014/main" id="{7210EF31-A476-5EE3-C268-38CA518315E1}"/>
                    </a:ext>
                  </a:extLst>
                </p:cNvPr>
                <p:cNvCxnSpPr>
                  <a:cxnSpLocks/>
                </p:cNvCxnSpPr>
                <p:nvPr/>
              </p:nvCxnSpPr>
              <p:spPr>
                <a:xfrm>
                  <a:off x="5638783" y="3588883"/>
                  <a:ext cx="5248123"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E9400B8A-092E-418F-4027-CE6050D46899}"/>
                    </a:ext>
                  </a:extLst>
                </p:cNvPr>
                <p:cNvSpPr txBox="1">
                  <a:spLocks/>
                </p:cNvSpPr>
                <p:nvPr/>
              </p:nvSpPr>
              <p:spPr>
                <a:xfrm>
                  <a:off x="5638783" y="2638643"/>
                  <a:ext cx="5248123" cy="799963"/>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b="1" dirty="0"/>
                    <a:t>Agent</a:t>
                  </a:r>
                </a:p>
              </p:txBody>
            </p:sp>
            <p:sp>
              <p:nvSpPr>
                <p:cNvPr id="9" name="Rectangle: Rounded Corners 8">
                  <a:extLst>
                    <a:ext uri="{FF2B5EF4-FFF2-40B4-BE49-F238E27FC236}">
                      <a16:creationId xmlns:a16="http://schemas.microsoft.com/office/drawing/2014/main" id="{517E5E17-A8AF-D7F9-0F41-6EFE9B8BE725}"/>
                    </a:ext>
                  </a:extLst>
                </p:cNvPr>
                <p:cNvSpPr/>
                <p:nvPr/>
              </p:nvSpPr>
              <p:spPr>
                <a:xfrm>
                  <a:off x="5638783" y="2640549"/>
                  <a:ext cx="5248127" cy="2782996"/>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7" name="Rectangle: Rounded Corners 26">
                <a:extLst>
                  <a:ext uri="{FF2B5EF4-FFF2-40B4-BE49-F238E27FC236}">
                    <a16:creationId xmlns:a16="http://schemas.microsoft.com/office/drawing/2014/main" id="{6F9A18FD-EFE3-740A-DF13-8C52C33EED87}"/>
                  </a:ext>
                </a:extLst>
              </p:cNvPr>
              <p:cNvSpPr/>
              <p:nvPr/>
            </p:nvSpPr>
            <p:spPr>
              <a:xfrm>
                <a:off x="1656245" y="3621155"/>
                <a:ext cx="926480" cy="541564"/>
              </a:xfrm>
              <a:prstGeom prst="roundRect">
                <a:avLst>
                  <a:gd name="adj" fmla="val 6102"/>
                </a:avLst>
              </a:prstGeom>
              <a:solidFill>
                <a:srgbClr val="4EB099"/>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LLM</a:t>
                </a:r>
                <a:endParaRPr lang="en-IN" sz="2000" b="1" dirty="0"/>
              </a:p>
            </p:txBody>
          </p:sp>
        </p:grpSp>
      </p:grpSp>
    </p:spTree>
    <p:custDataLst>
      <p:tags r:id="rId1"/>
    </p:custDataLst>
    <p:extLst>
      <p:ext uri="{BB962C8B-B14F-4D97-AF65-F5344CB8AC3E}">
        <p14:creationId xmlns:p14="http://schemas.microsoft.com/office/powerpoint/2010/main" val="1500600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51FE-CC95-F6D9-B8EA-D60B1EC86F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4AEE38-2A42-2677-016B-6D8DA1338DAA}"/>
              </a:ext>
            </a:extLst>
          </p:cNvPr>
          <p:cNvSpPr>
            <a:spLocks noGrp="1"/>
          </p:cNvSpPr>
          <p:nvPr>
            <p:ph type="title"/>
          </p:nvPr>
        </p:nvSpPr>
        <p:spPr>
          <a:xfrm>
            <a:off x="-10160" y="229878"/>
            <a:ext cx="16276320" cy="687244"/>
          </a:xfrm>
        </p:spPr>
        <p:txBody>
          <a:bodyPr/>
          <a:lstStyle/>
          <a:p>
            <a:r>
              <a:rPr lang="en-US" dirty="0"/>
              <a:t>The Wiring Mess: The M × N Problem</a:t>
            </a:r>
            <a:endParaRPr lang="en-US" dirty="0"/>
          </a:p>
        </p:txBody>
      </p:sp>
      <p:sp>
        <p:nvSpPr>
          <p:cNvPr id="27" name="Brandline">
            <a:extLst>
              <a:ext uri="{FF2B5EF4-FFF2-40B4-BE49-F238E27FC236}">
                <a16:creationId xmlns:a16="http://schemas.microsoft.com/office/drawing/2014/main" id="{EA8F6C18-15F6-EF4B-0D01-6E2FF0020887}"/>
              </a:ext>
            </a:extLst>
          </p:cNvPr>
          <p:cNvSpPr/>
          <p:nvPr/>
        </p:nvSpPr>
        <p:spPr>
          <a:xfrm>
            <a:off x="6159500" y="816324"/>
            <a:ext cx="394604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3704B23-4B00-688D-B0E6-307E0C4EF000}"/>
              </a:ext>
            </a:extLst>
          </p:cNvPr>
          <p:cNvSpPr txBox="1"/>
          <p:nvPr/>
        </p:nvSpPr>
        <p:spPr>
          <a:xfrm>
            <a:off x="2071030" y="1153743"/>
            <a:ext cx="12113939"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dirty="0">
                <a:solidFill>
                  <a:srgbClr val="3F3F3F"/>
                </a:solidFill>
                <a:ea typeface="Open Sans"/>
                <a:cs typeface="Open Sans"/>
              </a:rPr>
              <a:t>Without a standard, every AI app needs its own custom connection to every tool. Each one is built, tested and fixed separately.</a:t>
            </a:r>
            <a:endParaRPr lang="en-US" sz="2200" dirty="0">
              <a:solidFill>
                <a:srgbClr val="3F3F3F"/>
              </a:solidFill>
              <a:ea typeface="Open Sans"/>
              <a:cs typeface="Open Sans"/>
            </a:endParaRPr>
          </a:p>
        </p:txBody>
      </p:sp>
      <p:grpSp>
        <p:nvGrpSpPr>
          <p:cNvPr id="50" name="Group 49">
            <a:extLst>
              <a:ext uri="{FF2B5EF4-FFF2-40B4-BE49-F238E27FC236}">
                <a16:creationId xmlns:a16="http://schemas.microsoft.com/office/drawing/2014/main" id="{F5B9BDAA-1905-0631-4C9B-195B2BCC03C4}"/>
              </a:ext>
            </a:extLst>
          </p:cNvPr>
          <p:cNvGrpSpPr/>
          <p:nvPr/>
        </p:nvGrpSpPr>
        <p:grpSpPr>
          <a:xfrm>
            <a:off x="4805703" y="2145092"/>
            <a:ext cx="6714699" cy="5224699"/>
            <a:chOff x="6476143" y="2145092"/>
            <a:chExt cx="6714699" cy="5224699"/>
          </a:xfrm>
        </p:grpSpPr>
        <p:cxnSp>
          <p:nvCxnSpPr>
            <p:cNvPr id="32" name="Straight Connector 31">
              <a:extLst>
                <a:ext uri="{FF2B5EF4-FFF2-40B4-BE49-F238E27FC236}">
                  <a16:creationId xmlns:a16="http://schemas.microsoft.com/office/drawing/2014/main" id="{D40C4ACC-F3FB-2585-0C2E-962CA7E91106}"/>
                </a:ext>
              </a:extLst>
            </p:cNvPr>
            <p:cNvCxnSpPr>
              <a:cxnSpLocks/>
              <a:endCxn id="18" idx="1"/>
            </p:cNvCxnSpPr>
            <p:nvPr/>
          </p:nvCxnSpPr>
          <p:spPr>
            <a:xfrm>
              <a:off x="8493895" y="3541930"/>
              <a:ext cx="2333605" cy="3237739"/>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3D365C1-CE7B-FB0E-8539-082B7B842B17}"/>
                </a:ext>
              </a:extLst>
            </p:cNvPr>
            <p:cNvCxnSpPr>
              <a:cxnSpLocks/>
              <a:endCxn id="17" idx="1"/>
            </p:cNvCxnSpPr>
            <p:nvPr/>
          </p:nvCxnSpPr>
          <p:spPr>
            <a:xfrm>
              <a:off x="8444227" y="3503722"/>
              <a:ext cx="2383274" cy="1662229"/>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11829B7B-C70E-427D-F381-F80A2D7BF492}"/>
                </a:ext>
              </a:extLst>
            </p:cNvPr>
            <p:cNvGrpSpPr/>
            <p:nvPr/>
          </p:nvGrpSpPr>
          <p:grpSpPr>
            <a:xfrm>
              <a:off x="6476143" y="2145092"/>
              <a:ext cx="6714699" cy="5224699"/>
              <a:chOff x="7369791" y="2614025"/>
              <a:chExt cx="6714699" cy="5224699"/>
            </a:xfrm>
          </p:grpSpPr>
          <p:sp>
            <p:nvSpPr>
              <p:cNvPr id="10" name="Rectangle: Rounded Corners 9">
                <a:extLst>
                  <a:ext uri="{FF2B5EF4-FFF2-40B4-BE49-F238E27FC236}">
                    <a16:creationId xmlns:a16="http://schemas.microsoft.com/office/drawing/2014/main" id="{7CB76033-1123-E558-4FD3-4A66CC13B73A}"/>
                  </a:ext>
                </a:extLst>
              </p:cNvPr>
              <p:cNvSpPr/>
              <p:nvPr/>
            </p:nvSpPr>
            <p:spPr>
              <a:xfrm>
                <a:off x="7369791" y="2614025"/>
                <a:ext cx="6714699" cy="5224699"/>
              </a:xfrm>
              <a:prstGeom prst="roundRect">
                <a:avLst>
                  <a:gd name="adj" fmla="val 2197"/>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1" name="Straight Connector 10">
                <a:extLst>
                  <a:ext uri="{FF2B5EF4-FFF2-40B4-BE49-F238E27FC236}">
                    <a16:creationId xmlns:a16="http://schemas.microsoft.com/office/drawing/2014/main" id="{9D2304EB-09B9-AB38-87C6-652D94FECCDC}"/>
                  </a:ext>
                </a:extLst>
              </p:cNvPr>
              <p:cNvCxnSpPr>
                <a:cxnSpLocks/>
              </p:cNvCxnSpPr>
              <p:nvPr/>
            </p:nvCxnSpPr>
            <p:spPr>
              <a:xfrm>
                <a:off x="7369791" y="3217622"/>
                <a:ext cx="6714699"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54C2C1E-A85A-D076-737C-77F8B9DA3E11}"/>
                  </a:ext>
                </a:extLst>
              </p:cNvPr>
              <p:cNvSpPr txBox="1">
                <a:spLocks/>
              </p:cNvSpPr>
              <p:nvPr/>
            </p:nvSpPr>
            <p:spPr>
              <a:xfrm>
                <a:off x="8275232" y="2731169"/>
                <a:ext cx="4890056" cy="38275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M </a:t>
                </a:r>
                <a:r>
                  <a:rPr lang="en-US" dirty="0"/>
                  <a:t>×</a:t>
                </a:r>
                <a:r>
                  <a:rPr lang="en-US" b="1" dirty="0"/>
                  <a:t> N connections</a:t>
                </a:r>
              </a:p>
            </p:txBody>
          </p:sp>
          <p:cxnSp>
            <p:nvCxnSpPr>
              <p:cNvPr id="21" name="Straight Connector 20">
                <a:extLst>
                  <a:ext uri="{FF2B5EF4-FFF2-40B4-BE49-F238E27FC236}">
                    <a16:creationId xmlns:a16="http://schemas.microsoft.com/office/drawing/2014/main" id="{F6406D49-1CA4-914A-61CB-5843B6913766}"/>
                  </a:ext>
                </a:extLst>
              </p:cNvPr>
              <p:cNvCxnSpPr>
                <a:cxnSpLocks/>
              </p:cNvCxnSpPr>
              <p:nvPr/>
            </p:nvCxnSpPr>
            <p:spPr>
              <a:xfrm>
                <a:off x="9337875" y="4021162"/>
                <a:ext cx="2383273" cy="0"/>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6B382590-B19D-1673-D0BF-BF26D78D303F}"/>
                  </a:ext>
                </a:extLst>
              </p:cNvPr>
              <p:cNvSpPr/>
              <p:nvPr/>
            </p:nvSpPr>
            <p:spPr>
              <a:xfrm>
                <a:off x="7880937" y="5242489"/>
                <a:ext cx="1556275" cy="784789"/>
              </a:xfrm>
              <a:prstGeom prst="roundRect">
                <a:avLst>
                  <a:gd name="adj" fmla="val 6102"/>
                </a:avLst>
              </a:prstGeom>
              <a:solidFill>
                <a:srgbClr val="3EADB0"/>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Claude</a:t>
                </a:r>
                <a:endParaRPr lang="en-US" sz="2000" dirty="0">
                  <a:latin typeface="+mj-lt"/>
                </a:endParaRPr>
              </a:p>
            </p:txBody>
          </p:sp>
          <p:sp>
            <p:nvSpPr>
              <p:cNvPr id="15" name="Rectangle: Rounded Corners 14">
                <a:extLst>
                  <a:ext uri="{FF2B5EF4-FFF2-40B4-BE49-F238E27FC236}">
                    <a16:creationId xmlns:a16="http://schemas.microsoft.com/office/drawing/2014/main" id="{2E2DFDA8-9EA3-3EFE-D92B-DCC025BC4464}"/>
                  </a:ext>
                </a:extLst>
              </p:cNvPr>
              <p:cNvSpPr/>
              <p:nvPr/>
            </p:nvSpPr>
            <p:spPr>
              <a:xfrm>
                <a:off x="7880936" y="6856210"/>
                <a:ext cx="1556275" cy="784783"/>
              </a:xfrm>
              <a:prstGeom prst="roundRect">
                <a:avLst>
                  <a:gd name="adj" fmla="val 6102"/>
                </a:avLst>
              </a:prstGeom>
              <a:solidFill>
                <a:srgbClr val="3EADB0"/>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Copilot</a:t>
                </a:r>
                <a:endParaRPr lang="en-US" sz="2000" dirty="0">
                  <a:latin typeface="+mj-lt"/>
                </a:endParaRPr>
              </a:p>
            </p:txBody>
          </p:sp>
          <p:sp>
            <p:nvSpPr>
              <p:cNvPr id="16" name="Rectangle: Rounded Corners 15">
                <a:extLst>
                  <a:ext uri="{FF2B5EF4-FFF2-40B4-BE49-F238E27FC236}">
                    <a16:creationId xmlns:a16="http://schemas.microsoft.com/office/drawing/2014/main" id="{3E190B86-89F1-6180-B463-B91219B062DE}"/>
                  </a:ext>
                </a:extLst>
              </p:cNvPr>
              <p:cNvSpPr/>
              <p:nvPr/>
            </p:nvSpPr>
            <p:spPr>
              <a:xfrm>
                <a:off x="11721149" y="3628768"/>
                <a:ext cx="1556275" cy="784789"/>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GitHub</a:t>
                </a:r>
                <a:endParaRPr lang="en-IN" sz="2000" b="1" dirty="0">
                  <a:latin typeface="+mj-lt"/>
                </a:endParaRPr>
              </a:p>
            </p:txBody>
          </p:sp>
          <p:sp>
            <p:nvSpPr>
              <p:cNvPr id="17" name="Rectangle: Rounded Corners 16">
                <a:extLst>
                  <a:ext uri="{FF2B5EF4-FFF2-40B4-BE49-F238E27FC236}">
                    <a16:creationId xmlns:a16="http://schemas.microsoft.com/office/drawing/2014/main" id="{A4F47330-5C85-49FE-58E2-B13F339F6131}"/>
                  </a:ext>
                </a:extLst>
              </p:cNvPr>
              <p:cNvSpPr/>
              <p:nvPr/>
            </p:nvSpPr>
            <p:spPr>
              <a:xfrm>
                <a:off x="11721149" y="5242489"/>
                <a:ext cx="1556275" cy="784789"/>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Slack</a:t>
                </a:r>
                <a:endParaRPr lang="en-IN" sz="2000" b="1" dirty="0">
                  <a:latin typeface="+mj-lt"/>
                </a:endParaRPr>
              </a:p>
            </p:txBody>
          </p:sp>
          <p:sp>
            <p:nvSpPr>
              <p:cNvPr id="18" name="Rectangle: Rounded Corners 17">
                <a:extLst>
                  <a:ext uri="{FF2B5EF4-FFF2-40B4-BE49-F238E27FC236}">
                    <a16:creationId xmlns:a16="http://schemas.microsoft.com/office/drawing/2014/main" id="{5FC43F3E-191B-7D12-014C-A28765341247}"/>
                  </a:ext>
                </a:extLst>
              </p:cNvPr>
              <p:cNvSpPr/>
              <p:nvPr/>
            </p:nvSpPr>
            <p:spPr>
              <a:xfrm>
                <a:off x="11721148" y="6856210"/>
                <a:ext cx="1556275" cy="784783"/>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Salesforce</a:t>
                </a:r>
                <a:endParaRPr lang="en-IN" sz="2000" b="1" dirty="0">
                  <a:latin typeface="+mj-lt"/>
                </a:endParaRPr>
              </a:p>
            </p:txBody>
          </p:sp>
          <p:sp>
            <p:nvSpPr>
              <p:cNvPr id="13" name="Rectangle: Rounded Corners 12">
                <a:extLst>
                  <a:ext uri="{FF2B5EF4-FFF2-40B4-BE49-F238E27FC236}">
                    <a16:creationId xmlns:a16="http://schemas.microsoft.com/office/drawing/2014/main" id="{D3E2C63C-401C-4418-2F36-D3041D39A7C5}"/>
                  </a:ext>
                </a:extLst>
              </p:cNvPr>
              <p:cNvSpPr/>
              <p:nvPr/>
            </p:nvSpPr>
            <p:spPr>
              <a:xfrm>
                <a:off x="7880937" y="3628768"/>
                <a:ext cx="1556275" cy="784789"/>
              </a:xfrm>
              <a:prstGeom prst="roundRect">
                <a:avLst>
                  <a:gd name="adj" fmla="val 6102"/>
                </a:avLst>
              </a:prstGeom>
              <a:solidFill>
                <a:srgbClr val="3EADB0"/>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ChatGPT</a:t>
                </a:r>
                <a:endParaRPr lang="en-US" sz="2000" dirty="0">
                  <a:latin typeface="+mj-lt"/>
                </a:endParaRPr>
              </a:p>
            </p:txBody>
          </p:sp>
        </p:grpSp>
        <p:cxnSp>
          <p:nvCxnSpPr>
            <p:cNvPr id="35" name="Straight Connector 34">
              <a:extLst>
                <a:ext uri="{FF2B5EF4-FFF2-40B4-BE49-F238E27FC236}">
                  <a16:creationId xmlns:a16="http://schemas.microsoft.com/office/drawing/2014/main" id="{4877EA15-7DC7-8B17-C38F-1E79B4D0EE3F}"/>
                </a:ext>
              </a:extLst>
            </p:cNvPr>
            <p:cNvCxnSpPr>
              <a:cxnSpLocks/>
              <a:stCxn id="14" idx="3"/>
              <a:endCxn id="17" idx="1"/>
            </p:cNvCxnSpPr>
            <p:nvPr/>
          </p:nvCxnSpPr>
          <p:spPr>
            <a:xfrm>
              <a:off x="8543564" y="5165951"/>
              <a:ext cx="2283937" cy="0"/>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125FE29-EE5B-1CE2-4F69-0F988024C6A9}"/>
                </a:ext>
              </a:extLst>
            </p:cNvPr>
            <p:cNvCxnSpPr>
              <a:cxnSpLocks/>
              <a:stCxn id="14" idx="3"/>
              <a:endCxn id="16" idx="1"/>
            </p:cNvCxnSpPr>
            <p:nvPr/>
          </p:nvCxnSpPr>
          <p:spPr>
            <a:xfrm flipV="1">
              <a:off x="8543564" y="3552230"/>
              <a:ext cx="2283937" cy="1613721"/>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3BEAE76-897F-2F2D-ED67-8E6B40F0FC7B}"/>
                </a:ext>
              </a:extLst>
            </p:cNvPr>
            <p:cNvCxnSpPr>
              <a:cxnSpLocks/>
              <a:stCxn id="14" idx="3"/>
              <a:endCxn id="18" idx="1"/>
            </p:cNvCxnSpPr>
            <p:nvPr/>
          </p:nvCxnSpPr>
          <p:spPr>
            <a:xfrm>
              <a:off x="8543564" y="5165951"/>
              <a:ext cx="2283936" cy="1613718"/>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7B5131D-3B95-27C0-10FD-B464687029CC}"/>
                </a:ext>
              </a:extLst>
            </p:cNvPr>
            <p:cNvCxnSpPr>
              <a:cxnSpLocks/>
            </p:cNvCxnSpPr>
            <p:nvPr/>
          </p:nvCxnSpPr>
          <p:spPr>
            <a:xfrm>
              <a:off x="8543563" y="6779668"/>
              <a:ext cx="2283937" cy="0"/>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3E178A6-7C81-4E8C-2FB6-6D49CAFFBC2F}"/>
                </a:ext>
              </a:extLst>
            </p:cNvPr>
            <p:cNvCxnSpPr>
              <a:cxnSpLocks/>
              <a:endCxn id="17" idx="1"/>
            </p:cNvCxnSpPr>
            <p:nvPr/>
          </p:nvCxnSpPr>
          <p:spPr>
            <a:xfrm flipV="1">
              <a:off x="8543563" y="5165951"/>
              <a:ext cx="2283938" cy="1624017"/>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6D4F12B-A27A-25EE-455D-CE1E89652E30}"/>
                </a:ext>
              </a:extLst>
            </p:cNvPr>
            <p:cNvCxnSpPr>
              <a:cxnSpLocks/>
              <a:stCxn id="15" idx="3"/>
              <a:endCxn id="16" idx="1"/>
            </p:cNvCxnSpPr>
            <p:nvPr/>
          </p:nvCxnSpPr>
          <p:spPr>
            <a:xfrm flipV="1">
              <a:off x="8543563" y="3552230"/>
              <a:ext cx="2283938" cy="3227439"/>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6" name="Note_Section">
            <a:extLst>
              <a:ext uri="{FF2B5EF4-FFF2-40B4-BE49-F238E27FC236}">
                <a16:creationId xmlns:a16="http://schemas.microsoft.com/office/drawing/2014/main" id="{22A5A381-A977-F662-FD47-D093DBBA5182}"/>
              </a:ext>
            </a:extLst>
          </p:cNvPr>
          <p:cNvGrpSpPr/>
          <p:nvPr/>
        </p:nvGrpSpPr>
        <p:grpSpPr>
          <a:xfrm>
            <a:off x="2436368" y="7641184"/>
            <a:ext cx="11453367" cy="1054667"/>
            <a:chOff x="2626300" y="6361970"/>
            <a:chExt cx="11073507" cy="1054667"/>
          </a:xfrm>
        </p:grpSpPr>
        <p:sp>
          <p:nvSpPr>
            <p:cNvPr id="28" name="Note_Text">
              <a:extLst>
                <a:ext uri="{FF2B5EF4-FFF2-40B4-BE49-F238E27FC236}">
                  <a16:creationId xmlns:a16="http://schemas.microsoft.com/office/drawing/2014/main" id="{57EA6D80-7EFF-0C70-AEDE-C3761DC77C9E}"/>
                </a:ext>
              </a:extLst>
            </p:cNvPr>
            <p:cNvSpPr/>
            <p:nvPr/>
          </p:nvSpPr>
          <p:spPr>
            <a:xfrm>
              <a:off x="2696407" y="6669241"/>
              <a:ext cx="11003400" cy="66538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lnSpc>
                  <a:spcPct val="115000"/>
                </a:lnSpc>
                <a:buClr>
                  <a:srgbClr val="000000"/>
                </a:buClr>
              </a:pPr>
              <a:r>
                <a:rPr lang="en-US" sz="2200" kern="0" dirty="0">
                  <a:solidFill>
                    <a:schemeClr val="tx1">
                      <a:lumMod val="75000"/>
                      <a:lumOff val="25000"/>
                    </a:schemeClr>
                  </a:solidFill>
                  <a:latin typeface="Open Sans" pitchFamily="2" charset="0"/>
                  <a:ea typeface="Open Sans" pitchFamily="2" charset="0"/>
                  <a:cs typeface="Open Sans" pitchFamily="2" charset="0"/>
                  <a:sym typeface="Arial" panose="020B0604020202090204"/>
                </a:rPr>
                <a:t>3 AI apps × 3 tools = 9 connections. Add one more tool, and you build 3 more.</a:t>
              </a:r>
              <a:endParaRPr lang="en-US" sz="2200" kern="0" dirty="0">
                <a:solidFill>
                  <a:schemeClr val="tx1">
                    <a:lumMod val="75000"/>
                    <a:lumOff val="25000"/>
                  </a:schemeClr>
                </a:solidFill>
                <a:latin typeface="Open Sans" pitchFamily="2" charset="0"/>
                <a:ea typeface="Open Sans" pitchFamily="2" charset="0"/>
                <a:cs typeface="Open Sans" pitchFamily="2" charset="0"/>
                <a:sym typeface="Arial" panose="020B0604020202090204"/>
              </a:endParaRPr>
            </a:p>
          </p:txBody>
        </p:sp>
        <p:sp>
          <p:nvSpPr>
            <p:cNvPr id="31" name="Rectangle_Shape">
              <a:extLst>
                <a:ext uri="{FF2B5EF4-FFF2-40B4-BE49-F238E27FC236}">
                  <a16:creationId xmlns:a16="http://schemas.microsoft.com/office/drawing/2014/main" id="{4970A02E-1E8C-E6F4-7BFA-7FEB92A2DF9B}"/>
                </a:ext>
              </a:extLst>
            </p:cNvPr>
            <p:cNvSpPr/>
            <p:nvPr/>
          </p:nvSpPr>
          <p:spPr>
            <a:xfrm>
              <a:off x="2626300" y="6553384"/>
              <a:ext cx="11003400" cy="863253"/>
            </a:xfrm>
            <a:prstGeom prst="roundRect">
              <a:avLst>
                <a:gd name="adj" fmla="val 16667"/>
              </a:avLst>
            </a:prstGeom>
            <a:noFill/>
            <a:ln w="19050" cap="flat" cmpd="sng">
              <a:solidFill>
                <a:srgbClr val="58AFF7"/>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3" name="Note_Shape">
              <a:extLst>
                <a:ext uri="{FF2B5EF4-FFF2-40B4-BE49-F238E27FC236}">
                  <a16:creationId xmlns:a16="http://schemas.microsoft.com/office/drawing/2014/main" id="{FC2F5228-6ACC-9DAD-8465-DABB96B7107A}"/>
                </a:ext>
              </a:extLst>
            </p:cNvPr>
            <p:cNvSpPr/>
            <p:nvPr/>
          </p:nvSpPr>
          <p:spPr>
            <a:xfrm>
              <a:off x="3013050" y="6361970"/>
              <a:ext cx="1532100" cy="449100"/>
            </a:xfrm>
            <a:prstGeom prst="roundRect">
              <a:avLst>
                <a:gd name="adj" fmla="val 16667"/>
              </a:avLst>
            </a:prstGeom>
            <a:solidFill>
              <a:srgbClr val="44AAF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4" name="Note">
              <a:extLst>
                <a:ext uri="{FF2B5EF4-FFF2-40B4-BE49-F238E27FC236}">
                  <a16:creationId xmlns:a16="http://schemas.microsoft.com/office/drawing/2014/main" id="{084CD372-5003-1F4D-FC4E-3F10C6DAF018}"/>
                </a:ext>
              </a:extLst>
            </p:cNvPr>
            <p:cNvSpPr txBox="1"/>
            <p:nvPr/>
          </p:nvSpPr>
          <p:spPr>
            <a:xfrm>
              <a:off x="3368254" y="6373070"/>
              <a:ext cx="1100700" cy="2745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2000"/>
                <a:buFont typeface="Arial"/>
                <a:buNone/>
              </a:pPr>
              <a:r>
                <a:rPr lang="en-US" sz="2000" b="1" i="1" u="none" strike="noStrike" cap="none" dirty="0">
                  <a:solidFill>
                    <a:srgbClr val="FFFFFF"/>
                  </a:solidFill>
                  <a:latin typeface="Open Sans"/>
                  <a:ea typeface="Open Sans"/>
                  <a:cs typeface="Open Sans"/>
                  <a:sym typeface="Open Sans"/>
                </a:rPr>
                <a:t>Note:</a:t>
              </a:r>
              <a:endParaRPr sz="2000" b="1" i="1" u="none" strike="noStrike" cap="none" dirty="0">
                <a:solidFill>
                  <a:srgbClr val="FFFFFF"/>
                </a:solidFill>
                <a:latin typeface="Open Sans"/>
                <a:ea typeface="Open Sans"/>
                <a:cs typeface="Open Sans"/>
                <a:sym typeface="Open Sans"/>
              </a:endParaRPr>
            </a:p>
          </p:txBody>
        </p:sp>
      </p:grpSp>
    </p:spTree>
    <p:extLst>
      <p:ext uri="{BB962C8B-B14F-4D97-AF65-F5344CB8AC3E}">
        <p14:creationId xmlns:p14="http://schemas.microsoft.com/office/powerpoint/2010/main" val="145957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DB1E6-9BE7-4FEB-8958-815C703BDC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7960E7-6001-E05B-52CA-0DA6D7C44765}"/>
              </a:ext>
            </a:extLst>
          </p:cNvPr>
          <p:cNvSpPr>
            <a:spLocks noGrp="1"/>
          </p:cNvSpPr>
          <p:nvPr>
            <p:ph type="title"/>
          </p:nvPr>
        </p:nvSpPr>
        <p:spPr>
          <a:xfrm>
            <a:off x="-10160" y="229878"/>
            <a:ext cx="16276320" cy="687244"/>
          </a:xfrm>
        </p:spPr>
        <p:txBody>
          <a:bodyPr/>
          <a:lstStyle/>
          <a:p>
            <a:r>
              <a:rPr lang="en-US"/>
              <a:t>How MCP Fixes It: Connect Once</a:t>
            </a:r>
            <a:endParaRPr lang="en-US"/>
          </a:p>
        </p:txBody>
      </p:sp>
      <p:sp>
        <p:nvSpPr>
          <p:cNvPr id="6" name="Text Placeholder 5">
            <a:extLst>
              <a:ext uri="{FF2B5EF4-FFF2-40B4-BE49-F238E27FC236}">
                <a16:creationId xmlns:a16="http://schemas.microsoft.com/office/drawing/2014/main" id="{219C42C9-928D-4452-E0D2-D81B666C24C5}"/>
              </a:ext>
            </a:extLst>
          </p:cNvPr>
          <p:cNvSpPr>
            <a:spLocks noGrp="1"/>
          </p:cNvSpPr>
          <p:nvPr>
            <p:ph type="body" idx="10"/>
          </p:nvPr>
        </p:nvSpPr>
        <p:spPr>
          <a:xfrm>
            <a:off x="1291857" y="1253524"/>
            <a:ext cx="13696999" cy="903776"/>
          </a:xfrm>
        </p:spPr>
        <p:txBody>
          <a:bodyPr>
            <a:normAutofit/>
          </a:bodyPr>
          <a:lstStyle/>
          <a:p>
            <a:r>
              <a:rPr lang="en-US"/>
              <a:t>With one shared standard, each AI app and each tool connects once to MCP. Just like UPI: every bank joined one network, so any app can pay any bank.</a:t>
            </a:r>
            <a:endParaRPr lang="en-US"/>
          </a:p>
        </p:txBody>
      </p:sp>
      <p:sp>
        <p:nvSpPr>
          <p:cNvPr id="19" name="Brandline">
            <a:extLst>
              <a:ext uri="{FF2B5EF4-FFF2-40B4-BE49-F238E27FC236}">
                <a16:creationId xmlns:a16="http://schemas.microsoft.com/office/drawing/2014/main" id="{01183DD7-018C-36CB-4BD5-AC8867A44D85}"/>
              </a:ext>
            </a:extLst>
          </p:cNvPr>
          <p:cNvSpPr/>
          <p:nvPr/>
        </p:nvSpPr>
        <p:spPr>
          <a:xfrm>
            <a:off x="5702300" y="816324"/>
            <a:ext cx="485687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randline_LVC">
            <a:extLst>
              <a:ext uri="{FF2B5EF4-FFF2-40B4-BE49-F238E27FC236}">
                <a16:creationId xmlns:a16="http://schemas.microsoft.com/office/drawing/2014/main" id="{AFBD3233-09FD-F128-0353-DE79AB603B7A}"/>
              </a:ext>
            </a:extLst>
          </p:cNvPr>
          <p:cNvSpPr/>
          <p:nvPr/>
        </p:nvSpPr>
        <p:spPr>
          <a:xfrm>
            <a:off x="4597400" y="816324"/>
            <a:ext cx="706254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8" name="Group 27">
            <a:extLst>
              <a:ext uri="{FF2B5EF4-FFF2-40B4-BE49-F238E27FC236}">
                <a16:creationId xmlns:a16="http://schemas.microsoft.com/office/drawing/2014/main" id="{4DAB0D10-C81E-DF85-0F58-7C905EA1678C}"/>
              </a:ext>
            </a:extLst>
          </p:cNvPr>
          <p:cNvGrpSpPr/>
          <p:nvPr/>
        </p:nvGrpSpPr>
        <p:grpSpPr>
          <a:xfrm>
            <a:off x="4770650" y="2190936"/>
            <a:ext cx="6714699" cy="5192494"/>
            <a:chOff x="7369791" y="2614025"/>
            <a:chExt cx="6714699" cy="5192494"/>
          </a:xfrm>
        </p:grpSpPr>
        <p:cxnSp>
          <p:nvCxnSpPr>
            <p:cNvPr id="18" name="Straight Connector 17">
              <a:extLst>
                <a:ext uri="{FF2B5EF4-FFF2-40B4-BE49-F238E27FC236}">
                  <a16:creationId xmlns:a16="http://schemas.microsoft.com/office/drawing/2014/main" id="{C8D4615B-E59A-FF45-E682-FC68B40C4A5B}"/>
                </a:ext>
              </a:extLst>
            </p:cNvPr>
            <p:cNvCxnSpPr>
              <a:cxnSpLocks/>
            </p:cNvCxnSpPr>
            <p:nvPr/>
          </p:nvCxnSpPr>
          <p:spPr>
            <a:xfrm>
              <a:off x="9460705" y="3898352"/>
              <a:ext cx="701409" cy="0"/>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ED653FF-1D63-83E8-447C-7F7F5E8825B0}"/>
                </a:ext>
              </a:extLst>
            </p:cNvPr>
            <p:cNvCxnSpPr>
              <a:cxnSpLocks/>
            </p:cNvCxnSpPr>
            <p:nvPr/>
          </p:nvCxnSpPr>
          <p:spPr>
            <a:xfrm>
              <a:off x="9460704" y="5507156"/>
              <a:ext cx="701409" cy="0"/>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00E242D-B2D9-CC93-AD63-4335940A3054}"/>
                </a:ext>
              </a:extLst>
            </p:cNvPr>
            <p:cNvCxnSpPr>
              <a:cxnSpLocks/>
            </p:cNvCxnSpPr>
            <p:nvPr/>
          </p:nvCxnSpPr>
          <p:spPr>
            <a:xfrm>
              <a:off x="9460703" y="7109490"/>
              <a:ext cx="701409" cy="0"/>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8759D395-4E32-28F8-DDE6-A6DC32FC798F}"/>
                </a:ext>
              </a:extLst>
            </p:cNvPr>
            <p:cNvSpPr/>
            <p:nvPr/>
          </p:nvSpPr>
          <p:spPr>
            <a:xfrm>
              <a:off x="7369791" y="2614025"/>
              <a:ext cx="6714699" cy="5192494"/>
            </a:xfrm>
            <a:prstGeom prst="roundRect">
              <a:avLst>
                <a:gd name="adj" fmla="val 2197"/>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96A0B62F-0071-5F06-D910-7EE9F4F3E50A}"/>
                </a:ext>
              </a:extLst>
            </p:cNvPr>
            <p:cNvCxnSpPr>
              <a:cxnSpLocks/>
            </p:cNvCxnSpPr>
            <p:nvPr/>
          </p:nvCxnSpPr>
          <p:spPr>
            <a:xfrm>
              <a:off x="7369791" y="3217622"/>
              <a:ext cx="6714699"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DBE3075A-AD96-C386-DCA1-878F4D59C295}"/>
                </a:ext>
              </a:extLst>
            </p:cNvPr>
            <p:cNvSpPr txBox="1">
              <a:spLocks/>
            </p:cNvSpPr>
            <p:nvPr/>
          </p:nvSpPr>
          <p:spPr>
            <a:xfrm>
              <a:off x="8275232" y="2731169"/>
              <a:ext cx="4890056" cy="38275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a:t>M + N connections</a:t>
              </a:r>
            </a:p>
          </p:txBody>
        </p:sp>
        <p:sp>
          <p:nvSpPr>
            <p:cNvPr id="9" name="Rectangle: Rounded Corners 8">
              <a:extLst>
                <a:ext uri="{FF2B5EF4-FFF2-40B4-BE49-F238E27FC236}">
                  <a16:creationId xmlns:a16="http://schemas.microsoft.com/office/drawing/2014/main" id="{4556992E-4613-3DFB-ADB7-4D00F742FBFB}"/>
                </a:ext>
              </a:extLst>
            </p:cNvPr>
            <p:cNvSpPr/>
            <p:nvPr/>
          </p:nvSpPr>
          <p:spPr>
            <a:xfrm>
              <a:off x="8003767" y="3505958"/>
              <a:ext cx="1556275" cy="784789"/>
            </a:xfrm>
            <a:prstGeom prst="roundRect">
              <a:avLst>
                <a:gd name="adj" fmla="val 6102"/>
              </a:avLst>
            </a:prstGeom>
            <a:solidFill>
              <a:srgbClr val="3EADB0"/>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ChatGPT</a:t>
              </a:r>
              <a:endParaRPr lang="en-US" sz="2000">
                <a:latin typeface="+mj-lt"/>
              </a:endParaRPr>
            </a:p>
          </p:txBody>
        </p:sp>
        <p:sp>
          <p:nvSpPr>
            <p:cNvPr id="10" name="Rectangle: Rounded Corners 9">
              <a:extLst>
                <a:ext uri="{FF2B5EF4-FFF2-40B4-BE49-F238E27FC236}">
                  <a16:creationId xmlns:a16="http://schemas.microsoft.com/office/drawing/2014/main" id="{70D382E9-AFC0-7146-2F97-9098978388A6}"/>
                </a:ext>
              </a:extLst>
            </p:cNvPr>
            <p:cNvSpPr/>
            <p:nvPr/>
          </p:nvSpPr>
          <p:spPr>
            <a:xfrm>
              <a:off x="8003767" y="5119679"/>
              <a:ext cx="1556275" cy="784789"/>
            </a:xfrm>
            <a:prstGeom prst="roundRect">
              <a:avLst>
                <a:gd name="adj" fmla="val 6102"/>
              </a:avLst>
            </a:prstGeom>
            <a:solidFill>
              <a:srgbClr val="3EADB0"/>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Claude</a:t>
              </a:r>
              <a:endParaRPr lang="en-US" sz="2000">
                <a:latin typeface="+mj-lt"/>
              </a:endParaRPr>
            </a:p>
          </p:txBody>
        </p:sp>
        <p:sp>
          <p:nvSpPr>
            <p:cNvPr id="11" name="Rectangle: Rounded Corners 10">
              <a:extLst>
                <a:ext uri="{FF2B5EF4-FFF2-40B4-BE49-F238E27FC236}">
                  <a16:creationId xmlns:a16="http://schemas.microsoft.com/office/drawing/2014/main" id="{1C54E5FD-1361-DC85-D43F-E4F629615862}"/>
                </a:ext>
              </a:extLst>
            </p:cNvPr>
            <p:cNvSpPr/>
            <p:nvPr/>
          </p:nvSpPr>
          <p:spPr>
            <a:xfrm>
              <a:off x="8003766" y="6733400"/>
              <a:ext cx="1556275" cy="784783"/>
            </a:xfrm>
            <a:prstGeom prst="roundRect">
              <a:avLst>
                <a:gd name="adj" fmla="val 6102"/>
              </a:avLst>
            </a:prstGeom>
            <a:solidFill>
              <a:srgbClr val="3EADB0"/>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Copilot</a:t>
              </a:r>
              <a:endParaRPr lang="en-US" sz="2000">
                <a:latin typeface="+mj-lt"/>
              </a:endParaRPr>
            </a:p>
          </p:txBody>
        </p:sp>
        <p:sp>
          <p:nvSpPr>
            <p:cNvPr id="12" name="Rectangle: Rounded Corners 11">
              <a:extLst>
                <a:ext uri="{FF2B5EF4-FFF2-40B4-BE49-F238E27FC236}">
                  <a16:creationId xmlns:a16="http://schemas.microsoft.com/office/drawing/2014/main" id="{DF6E7B8E-2719-3B4B-4451-F729E7742852}"/>
                </a:ext>
              </a:extLst>
            </p:cNvPr>
            <p:cNvSpPr/>
            <p:nvPr/>
          </p:nvSpPr>
          <p:spPr>
            <a:xfrm>
              <a:off x="11843979" y="3505958"/>
              <a:ext cx="1556275" cy="784789"/>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GitHub</a:t>
              </a:r>
              <a:endParaRPr lang="en-IN" sz="2000" b="1">
                <a:latin typeface="+mj-lt"/>
              </a:endParaRPr>
            </a:p>
          </p:txBody>
        </p:sp>
        <p:sp>
          <p:nvSpPr>
            <p:cNvPr id="13" name="Rectangle: Rounded Corners 12">
              <a:extLst>
                <a:ext uri="{FF2B5EF4-FFF2-40B4-BE49-F238E27FC236}">
                  <a16:creationId xmlns:a16="http://schemas.microsoft.com/office/drawing/2014/main" id="{1915D6D9-ABFB-E5D6-E715-524539BBDEB3}"/>
                </a:ext>
              </a:extLst>
            </p:cNvPr>
            <p:cNvSpPr/>
            <p:nvPr/>
          </p:nvSpPr>
          <p:spPr>
            <a:xfrm>
              <a:off x="11843979" y="5119679"/>
              <a:ext cx="1556275" cy="784789"/>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Slack</a:t>
              </a:r>
              <a:endParaRPr lang="en-IN" sz="2000" b="1">
                <a:latin typeface="+mj-lt"/>
              </a:endParaRPr>
            </a:p>
          </p:txBody>
        </p:sp>
        <p:sp>
          <p:nvSpPr>
            <p:cNvPr id="14" name="Rectangle: Rounded Corners 13">
              <a:extLst>
                <a:ext uri="{FF2B5EF4-FFF2-40B4-BE49-F238E27FC236}">
                  <a16:creationId xmlns:a16="http://schemas.microsoft.com/office/drawing/2014/main" id="{A849EFB5-D33E-C617-D83C-CC32692154D4}"/>
                </a:ext>
              </a:extLst>
            </p:cNvPr>
            <p:cNvSpPr/>
            <p:nvPr/>
          </p:nvSpPr>
          <p:spPr>
            <a:xfrm>
              <a:off x="11843978" y="6733400"/>
              <a:ext cx="1556275" cy="784783"/>
            </a:xfrm>
            <a:prstGeom prst="roundRect">
              <a:avLst>
                <a:gd name="adj" fmla="val 6102"/>
              </a:avLst>
            </a:prstGeom>
            <a:solidFill>
              <a:srgbClr val="848CD8"/>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Salesforce</a:t>
              </a:r>
              <a:endParaRPr lang="en-IN" sz="2000" b="1">
                <a:latin typeface="+mj-lt"/>
              </a:endParaRPr>
            </a:p>
          </p:txBody>
        </p:sp>
        <p:sp>
          <p:nvSpPr>
            <p:cNvPr id="15" name="Rectangle: Rounded Corners 14">
              <a:extLst>
                <a:ext uri="{FF2B5EF4-FFF2-40B4-BE49-F238E27FC236}">
                  <a16:creationId xmlns:a16="http://schemas.microsoft.com/office/drawing/2014/main" id="{F14AF4C8-CFE4-2857-BA87-40859C492344}"/>
                </a:ext>
              </a:extLst>
            </p:cNvPr>
            <p:cNvSpPr/>
            <p:nvPr/>
          </p:nvSpPr>
          <p:spPr>
            <a:xfrm>
              <a:off x="10162114" y="3505958"/>
              <a:ext cx="1086028" cy="4002397"/>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 Placeholder 4">
              <a:extLst>
                <a:ext uri="{FF2B5EF4-FFF2-40B4-BE49-F238E27FC236}">
                  <a16:creationId xmlns:a16="http://schemas.microsoft.com/office/drawing/2014/main" id="{5990B0C5-6702-D2B1-71B6-AC8B432C8E74}"/>
                </a:ext>
              </a:extLst>
            </p:cNvPr>
            <p:cNvSpPr txBox="1">
              <a:spLocks/>
            </p:cNvSpPr>
            <p:nvPr/>
          </p:nvSpPr>
          <p:spPr>
            <a:xfrm>
              <a:off x="10009302" y="5294722"/>
              <a:ext cx="1391652" cy="59248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a:t>MCP</a:t>
              </a:r>
            </a:p>
          </p:txBody>
        </p:sp>
        <p:cxnSp>
          <p:nvCxnSpPr>
            <p:cNvPr id="24" name="Straight Connector 23">
              <a:extLst>
                <a:ext uri="{FF2B5EF4-FFF2-40B4-BE49-F238E27FC236}">
                  <a16:creationId xmlns:a16="http://schemas.microsoft.com/office/drawing/2014/main" id="{A4621DFC-0B95-AD7E-43BB-69003FB73AED}"/>
                </a:ext>
              </a:extLst>
            </p:cNvPr>
            <p:cNvCxnSpPr>
              <a:cxnSpLocks/>
              <a:endCxn id="12" idx="1"/>
            </p:cNvCxnSpPr>
            <p:nvPr/>
          </p:nvCxnSpPr>
          <p:spPr>
            <a:xfrm>
              <a:off x="11248142" y="3898352"/>
              <a:ext cx="595837" cy="1"/>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D060F35-5C44-88F0-1766-0115D0A2CCF1}"/>
                </a:ext>
              </a:extLst>
            </p:cNvPr>
            <p:cNvCxnSpPr>
              <a:cxnSpLocks/>
            </p:cNvCxnSpPr>
            <p:nvPr/>
          </p:nvCxnSpPr>
          <p:spPr>
            <a:xfrm>
              <a:off x="11265763" y="5507155"/>
              <a:ext cx="595837" cy="1"/>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FE4F4B7-879B-7098-A2D5-DECAC6DD4EF9}"/>
                </a:ext>
              </a:extLst>
            </p:cNvPr>
            <p:cNvCxnSpPr>
              <a:cxnSpLocks/>
            </p:cNvCxnSpPr>
            <p:nvPr/>
          </p:nvCxnSpPr>
          <p:spPr>
            <a:xfrm>
              <a:off x="11265762" y="7125791"/>
              <a:ext cx="595837" cy="1"/>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9" name="Note_Section">
            <a:extLst>
              <a:ext uri="{FF2B5EF4-FFF2-40B4-BE49-F238E27FC236}">
                <a16:creationId xmlns:a16="http://schemas.microsoft.com/office/drawing/2014/main" id="{460F6214-2606-18B2-7C16-98FC36F401FD}"/>
              </a:ext>
            </a:extLst>
          </p:cNvPr>
          <p:cNvGrpSpPr/>
          <p:nvPr/>
        </p:nvGrpSpPr>
        <p:grpSpPr>
          <a:xfrm>
            <a:off x="2301252" y="7557995"/>
            <a:ext cx="11678207" cy="1172753"/>
            <a:chOff x="2626300" y="6565170"/>
            <a:chExt cx="11073507" cy="1172753"/>
          </a:xfrm>
        </p:grpSpPr>
        <p:sp>
          <p:nvSpPr>
            <p:cNvPr id="30" name="Note_Text">
              <a:extLst>
                <a:ext uri="{FF2B5EF4-FFF2-40B4-BE49-F238E27FC236}">
                  <a16:creationId xmlns:a16="http://schemas.microsoft.com/office/drawing/2014/main" id="{7FEA48AF-21F7-2363-FF3B-BAA336F3F362}"/>
                </a:ext>
              </a:extLst>
            </p:cNvPr>
            <p:cNvSpPr/>
            <p:nvPr/>
          </p:nvSpPr>
          <p:spPr>
            <a:xfrm>
              <a:off x="2696407" y="6691542"/>
              <a:ext cx="11003400" cy="10463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lnSpc>
                  <a:spcPct val="115000"/>
                </a:lnSpc>
                <a:buClr>
                  <a:srgbClr val="000000"/>
                </a:buClr>
              </a:pPr>
              <a:r>
                <a:rPr lang="en-US" sz="2200" kern="0" dirty="0">
                  <a:solidFill>
                    <a:schemeClr val="tx1">
                      <a:lumMod val="75000"/>
                      <a:lumOff val="25000"/>
                    </a:schemeClr>
                  </a:solidFill>
                  <a:latin typeface="Open Sans" pitchFamily="2" charset="0"/>
                  <a:ea typeface="Open Sans" pitchFamily="2" charset="0"/>
                  <a:cs typeface="Open Sans" pitchFamily="2" charset="0"/>
                  <a:sym typeface="Arial" panose="020B0604020202090204"/>
                </a:rPr>
                <a:t>3 AI apps + 3 tools = 6 connections. Add one more tool, and you build just 1 more.</a:t>
              </a:r>
              <a:endParaRPr lang="en-US" sz="2200" kern="0" dirty="0">
                <a:solidFill>
                  <a:schemeClr val="tx1">
                    <a:lumMod val="75000"/>
                    <a:lumOff val="25000"/>
                  </a:schemeClr>
                </a:solidFill>
                <a:latin typeface="Open Sans" pitchFamily="2" charset="0"/>
                <a:ea typeface="Open Sans" pitchFamily="2" charset="0"/>
                <a:cs typeface="Open Sans" pitchFamily="2" charset="0"/>
                <a:sym typeface="Arial" panose="020B0604020202090204"/>
              </a:endParaRPr>
            </a:p>
          </p:txBody>
        </p:sp>
        <p:sp>
          <p:nvSpPr>
            <p:cNvPr id="31" name="Rectangle_Shape">
              <a:extLst>
                <a:ext uri="{FF2B5EF4-FFF2-40B4-BE49-F238E27FC236}">
                  <a16:creationId xmlns:a16="http://schemas.microsoft.com/office/drawing/2014/main" id="{610DE01C-6517-91E2-E236-18A535B55B78}"/>
                </a:ext>
              </a:extLst>
            </p:cNvPr>
            <p:cNvSpPr/>
            <p:nvPr/>
          </p:nvSpPr>
          <p:spPr>
            <a:xfrm>
              <a:off x="2626300" y="6929771"/>
              <a:ext cx="11003400" cy="611520"/>
            </a:xfrm>
            <a:prstGeom prst="roundRect">
              <a:avLst>
                <a:gd name="adj" fmla="val 16667"/>
              </a:avLst>
            </a:prstGeom>
            <a:noFill/>
            <a:ln w="19050" cap="flat" cmpd="sng">
              <a:solidFill>
                <a:srgbClr val="58AFF7"/>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Note_Shape">
              <a:extLst>
                <a:ext uri="{FF2B5EF4-FFF2-40B4-BE49-F238E27FC236}">
                  <a16:creationId xmlns:a16="http://schemas.microsoft.com/office/drawing/2014/main" id="{FBD2E4FD-0966-E1BB-DCFA-FA57DBEAF985}"/>
                </a:ext>
              </a:extLst>
            </p:cNvPr>
            <p:cNvSpPr/>
            <p:nvPr/>
          </p:nvSpPr>
          <p:spPr>
            <a:xfrm>
              <a:off x="3013050" y="6565170"/>
              <a:ext cx="1532100" cy="449100"/>
            </a:xfrm>
            <a:prstGeom prst="roundRect">
              <a:avLst>
                <a:gd name="adj" fmla="val 16667"/>
              </a:avLst>
            </a:prstGeom>
            <a:solidFill>
              <a:srgbClr val="44AAF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Note">
              <a:extLst>
                <a:ext uri="{FF2B5EF4-FFF2-40B4-BE49-F238E27FC236}">
                  <a16:creationId xmlns:a16="http://schemas.microsoft.com/office/drawing/2014/main" id="{69272F1B-BA75-79CD-702C-610DA386DA9C}"/>
                </a:ext>
              </a:extLst>
            </p:cNvPr>
            <p:cNvSpPr txBox="1"/>
            <p:nvPr/>
          </p:nvSpPr>
          <p:spPr>
            <a:xfrm>
              <a:off x="3368254" y="6588970"/>
              <a:ext cx="1100700" cy="2745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2000"/>
                <a:buFont typeface="Arial"/>
                <a:buNone/>
              </a:pPr>
              <a:r>
                <a:rPr lang="en-US" sz="2000" b="1" i="1" u="none" strike="noStrike" cap="none">
                  <a:solidFill>
                    <a:srgbClr val="FFFFFF"/>
                  </a:solidFill>
                  <a:latin typeface="Open Sans"/>
                  <a:ea typeface="Open Sans"/>
                  <a:cs typeface="Open Sans"/>
                  <a:sym typeface="Open Sans"/>
                </a:rPr>
                <a:t>Note:</a:t>
              </a:r>
              <a:endParaRPr sz="2000" b="1" i="1" u="none" strike="noStrike" cap="none">
                <a:solidFill>
                  <a:srgbClr val="FFFFFF"/>
                </a:solidFill>
                <a:latin typeface="Open Sans"/>
                <a:ea typeface="Open Sans"/>
                <a:cs typeface="Open Sans"/>
                <a:sym typeface="Open Sans"/>
              </a:endParaRPr>
            </a:p>
          </p:txBody>
        </p:sp>
      </p:grpSp>
    </p:spTree>
    <p:extLst>
      <p:ext uri="{BB962C8B-B14F-4D97-AF65-F5344CB8AC3E}">
        <p14:creationId xmlns:p14="http://schemas.microsoft.com/office/powerpoint/2010/main" val="3949778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6F7494-6A45-E64A-DD81-4FB7F92434D5}"/>
              </a:ext>
            </a:extLst>
          </p:cNvPr>
          <p:cNvSpPr>
            <a:spLocks noGrp="1"/>
          </p:cNvSpPr>
          <p:nvPr>
            <p:ph type="body" idx="2"/>
          </p:nvPr>
        </p:nvSpPr>
        <p:spPr>
          <a:xfrm>
            <a:off x="8128000" y="3371850"/>
            <a:ext cx="7315200" cy="2056717"/>
          </a:xfrm>
        </p:spPr>
        <p:txBody>
          <a:bodyPr/>
          <a:lstStyle/>
          <a:p>
            <a:r>
              <a:rPr lang="en-US" dirty="0"/>
              <a:t>Every tool needs extra training data</a:t>
            </a:r>
            <a:endParaRPr lang="en-US" dirty="0"/>
          </a:p>
          <a:p>
            <a:r>
              <a:rPr lang="en-US" dirty="0"/>
              <a:t>Every AI app must be wired to every tool separately</a:t>
            </a:r>
            <a:endParaRPr lang="en-US" dirty="0"/>
          </a:p>
          <a:p>
            <a:r>
              <a:rPr lang="en-US" dirty="0"/>
              <a:t>Every user needs their own setup</a:t>
            </a:r>
            <a:endParaRPr lang="en-US" dirty="0"/>
          </a:p>
          <a:p>
            <a:r>
              <a:rPr lang="en-US" dirty="0"/>
              <a:t>Every question must be handled by hand</a:t>
            </a:r>
            <a:endParaRPr lang="en-US" dirty="0"/>
          </a:p>
        </p:txBody>
      </p:sp>
      <p:sp>
        <p:nvSpPr>
          <p:cNvPr id="7" name="Text Placeholder 6">
            <a:extLst>
              <a:ext uri="{FF2B5EF4-FFF2-40B4-BE49-F238E27FC236}">
                <a16:creationId xmlns:a16="http://schemas.microsoft.com/office/drawing/2014/main" id="{84C3D474-B2D3-578C-9485-6C98FAA47017}"/>
              </a:ext>
            </a:extLst>
          </p:cNvPr>
          <p:cNvSpPr>
            <a:spLocks noGrp="1"/>
          </p:cNvSpPr>
          <p:nvPr>
            <p:ph type="body" idx="10"/>
          </p:nvPr>
        </p:nvSpPr>
        <p:spPr>
          <a:xfrm>
            <a:off x="8128000" y="2499874"/>
            <a:ext cx="6801945" cy="771878"/>
          </a:xfrm>
        </p:spPr>
        <p:txBody>
          <a:bodyPr/>
          <a:lstStyle/>
          <a:p>
            <a:r>
              <a:rPr lang="en-US" dirty="0"/>
              <a:t>Why does the M × N approach stop working as a company grows?</a:t>
            </a:r>
            <a:endParaRPr lang="en-US" dirty="0"/>
          </a:p>
        </p:txBody>
      </p:sp>
    </p:spTree>
    <p:custDataLst>
      <p:tags r:id="rId1"/>
    </p:custDataLst>
    <p:extLst>
      <p:ext uri="{BB962C8B-B14F-4D97-AF65-F5344CB8AC3E}">
        <p14:creationId xmlns:p14="http://schemas.microsoft.com/office/powerpoint/2010/main" val="1331790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18258-7FEB-0357-540D-E7EE00B5AFF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E18740C-FECB-9362-1F14-CAEB1C244DBE}"/>
              </a:ext>
            </a:extLst>
          </p:cNvPr>
          <p:cNvSpPr>
            <a:spLocks noGrp="1"/>
          </p:cNvSpPr>
          <p:nvPr>
            <p:ph type="body" idx="10"/>
          </p:nvPr>
        </p:nvSpPr>
        <p:spPr>
          <a:xfrm>
            <a:off x="0" y="4114800"/>
            <a:ext cx="16256001" cy="914400"/>
          </a:xfrm>
        </p:spPr>
        <p:txBody>
          <a:bodyPr/>
          <a:lstStyle/>
          <a:p>
            <a:pPr>
              <a:lnSpc>
                <a:spcPct val="113999"/>
              </a:lnSpc>
            </a:pPr>
            <a:r>
              <a:rPr lang="en-US" dirty="0"/>
              <a:t>Part 2: How MCP Works</a:t>
            </a:r>
            <a:endParaRPr lang="en-US" dirty="0"/>
          </a:p>
        </p:txBody>
      </p:sp>
    </p:spTree>
    <p:custDataLst>
      <p:tags r:id="rId1"/>
    </p:custDataLst>
    <p:extLst>
      <p:ext uri="{BB962C8B-B14F-4D97-AF65-F5344CB8AC3E}">
        <p14:creationId xmlns:p14="http://schemas.microsoft.com/office/powerpoint/2010/main" val="521064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39021-25B3-0AC2-2EE5-22D5B9B0D6D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0515B1C-8EB0-BA81-1752-E2E882729999}"/>
              </a:ext>
            </a:extLst>
          </p:cNvPr>
          <p:cNvSpPr>
            <a:spLocks noGrp="1"/>
          </p:cNvSpPr>
          <p:nvPr>
            <p:ph type="body" idx="10"/>
          </p:nvPr>
        </p:nvSpPr>
        <p:spPr>
          <a:xfrm>
            <a:off x="1291857" y="1279344"/>
            <a:ext cx="13696999" cy="903776"/>
          </a:xfrm>
        </p:spPr>
        <p:txBody>
          <a:bodyPr/>
          <a:lstStyle/>
          <a:p>
            <a:r>
              <a:rPr lang="en-US" dirty="0"/>
              <a:t>MCP (Model Context Protocol) is an open standard, introduced by Anthropic in 2024, for connecting AI apps to tools and data. One plug shape, any device.</a:t>
            </a:r>
            <a:endParaRPr lang="en-US" dirty="0"/>
          </a:p>
        </p:txBody>
      </p:sp>
      <p:sp>
        <p:nvSpPr>
          <p:cNvPr id="4" name="Title 3">
            <a:extLst>
              <a:ext uri="{FF2B5EF4-FFF2-40B4-BE49-F238E27FC236}">
                <a16:creationId xmlns:a16="http://schemas.microsoft.com/office/drawing/2014/main" id="{DAAD0A72-88E9-91CB-2E49-2D9E42D160ED}"/>
              </a:ext>
            </a:extLst>
          </p:cNvPr>
          <p:cNvSpPr>
            <a:spLocks noGrp="1"/>
          </p:cNvSpPr>
          <p:nvPr>
            <p:ph type="title"/>
          </p:nvPr>
        </p:nvSpPr>
        <p:spPr/>
        <p:txBody>
          <a:bodyPr/>
          <a:lstStyle/>
          <a:p>
            <a:r>
              <a:rPr lang="en-US"/>
              <a:t>MCP: The USB-C Port for AI</a:t>
            </a:r>
            <a:endParaRPr lang="en-US"/>
          </a:p>
        </p:txBody>
      </p:sp>
      <p:sp>
        <p:nvSpPr>
          <p:cNvPr id="7" name="Brandline">
            <a:extLst>
              <a:ext uri="{FF2B5EF4-FFF2-40B4-BE49-F238E27FC236}">
                <a16:creationId xmlns:a16="http://schemas.microsoft.com/office/drawing/2014/main" id="{F189AAF6-3B8B-A189-1269-10A8478D3930}"/>
              </a:ext>
            </a:extLst>
          </p:cNvPr>
          <p:cNvSpPr/>
          <p:nvPr/>
        </p:nvSpPr>
        <p:spPr>
          <a:xfrm>
            <a:off x="6197600" y="816324"/>
            <a:ext cx="387564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randline_LVC">
            <a:extLst>
              <a:ext uri="{FF2B5EF4-FFF2-40B4-BE49-F238E27FC236}">
                <a16:creationId xmlns:a16="http://schemas.microsoft.com/office/drawing/2014/main" id="{152D1CC4-EA0E-5C42-3827-46CC15A1F838}"/>
              </a:ext>
            </a:extLst>
          </p:cNvPr>
          <p:cNvSpPr/>
          <p:nvPr/>
        </p:nvSpPr>
        <p:spPr>
          <a:xfrm>
            <a:off x="4127500" y="816324"/>
            <a:ext cx="799782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_Box">
            <a:extLst>
              <a:ext uri="{FF2B5EF4-FFF2-40B4-BE49-F238E27FC236}">
                <a16:creationId xmlns:a16="http://schemas.microsoft.com/office/drawing/2014/main" id="{8AB1BE08-D9F0-14C2-4138-BAF75FA8F8A1}"/>
              </a:ext>
            </a:extLst>
          </p:cNvPr>
          <p:cNvSpPr/>
          <p:nvPr/>
        </p:nvSpPr>
        <p:spPr>
          <a:xfrm>
            <a:off x="1038225" y="8420100"/>
            <a:ext cx="14185900" cy="381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i="1" dirty="0">
                <a:solidFill>
                  <a:srgbClr val="404040"/>
                </a:solidFill>
                <a:latin typeface="Open Sans" panose="020B0606030504020204" pitchFamily="34" charset="0"/>
              </a:rPr>
              <a:t>Source: https://pub.towardsai.net/mcp-the-flip-side-of-the-usb-c-analogy-af98e07bdb30 </a:t>
            </a:r>
          </a:p>
        </p:txBody>
      </p:sp>
      <p:grpSp>
        <p:nvGrpSpPr>
          <p:cNvPr id="70" name="Group 69">
            <a:extLst>
              <a:ext uri="{FF2B5EF4-FFF2-40B4-BE49-F238E27FC236}">
                <a16:creationId xmlns:a16="http://schemas.microsoft.com/office/drawing/2014/main" id="{4587234D-DE53-E839-44AA-05E1D52A7832}"/>
              </a:ext>
            </a:extLst>
          </p:cNvPr>
          <p:cNvGrpSpPr/>
          <p:nvPr/>
        </p:nvGrpSpPr>
        <p:grpSpPr>
          <a:xfrm>
            <a:off x="3367093" y="2404216"/>
            <a:ext cx="9518635" cy="5625322"/>
            <a:chOff x="3367093" y="2416609"/>
            <a:chExt cx="9518635" cy="5625322"/>
          </a:xfrm>
        </p:grpSpPr>
        <p:grpSp>
          <p:nvGrpSpPr>
            <p:cNvPr id="54" name="Group 53">
              <a:extLst>
                <a:ext uri="{FF2B5EF4-FFF2-40B4-BE49-F238E27FC236}">
                  <a16:creationId xmlns:a16="http://schemas.microsoft.com/office/drawing/2014/main" id="{C51A4BAB-C1A3-C159-A37C-12C6212B1B06}"/>
                </a:ext>
              </a:extLst>
            </p:cNvPr>
            <p:cNvGrpSpPr/>
            <p:nvPr/>
          </p:nvGrpSpPr>
          <p:grpSpPr>
            <a:xfrm>
              <a:off x="3367093" y="2416609"/>
              <a:ext cx="9518635" cy="5625322"/>
              <a:chOff x="3367093" y="2702354"/>
              <a:chExt cx="9518635" cy="5625322"/>
            </a:xfrm>
          </p:grpSpPr>
          <p:grpSp>
            <p:nvGrpSpPr>
              <p:cNvPr id="33" name="Group 32">
                <a:extLst>
                  <a:ext uri="{FF2B5EF4-FFF2-40B4-BE49-F238E27FC236}">
                    <a16:creationId xmlns:a16="http://schemas.microsoft.com/office/drawing/2014/main" id="{204C8378-A321-BC14-264D-79A624EE70DE}"/>
                  </a:ext>
                </a:extLst>
              </p:cNvPr>
              <p:cNvGrpSpPr/>
              <p:nvPr/>
            </p:nvGrpSpPr>
            <p:grpSpPr>
              <a:xfrm>
                <a:off x="3367093" y="2702354"/>
                <a:ext cx="9518635" cy="5625322"/>
                <a:chOff x="3763412" y="2655859"/>
                <a:chExt cx="8744018" cy="5181474"/>
              </a:xfrm>
            </p:grpSpPr>
            <p:pic>
              <p:nvPicPr>
                <p:cNvPr id="8" name="Picture 7" descr="A computer with a usb cable&#10;&#10;AI-generated content may be incorrect.">
                  <a:extLst>
                    <a:ext uri="{FF2B5EF4-FFF2-40B4-BE49-F238E27FC236}">
                      <a16:creationId xmlns:a16="http://schemas.microsoft.com/office/drawing/2014/main" id="{DC7EC49F-B914-04E5-155B-EE4C24A15921}"/>
                    </a:ext>
                  </a:extLst>
                </p:cNvPr>
                <p:cNvPicPr>
                  <a:picLocks noChangeAspect="1"/>
                </p:cNvPicPr>
                <p:nvPr/>
              </p:nvPicPr>
              <p:blipFill>
                <a:blip r:embed="rId3"/>
                <a:stretch>
                  <a:fillRect/>
                </a:stretch>
              </p:blipFill>
              <p:spPr>
                <a:xfrm>
                  <a:off x="3763412" y="2655859"/>
                  <a:ext cx="8744018" cy="5181474"/>
                </a:xfrm>
                <a:prstGeom prst="roundRect">
                  <a:avLst>
                    <a:gd name="adj" fmla="val 3443"/>
                  </a:avLst>
                </a:prstGeom>
                <a:ln w="19050">
                  <a:solidFill>
                    <a:schemeClr val="tx1">
                      <a:lumMod val="75000"/>
                      <a:lumOff val="25000"/>
                    </a:schemeClr>
                  </a:solidFill>
                </a:ln>
              </p:spPr>
            </p:pic>
            <p:sp>
              <p:nvSpPr>
                <p:cNvPr id="28" name="Text Placeholder 2">
                  <a:extLst>
                    <a:ext uri="{FF2B5EF4-FFF2-40B4-BE49-F238E27FC236}">
                      <a16:creationId xmlns:a16="http://schemas.microsoft.com/office/drawing/2014/main" id="{3271FA2D-BF02-E321-A545-B38632A641BD}"/>
                    </a:ext>
                  </a:extLst>
                </p:cNvPr>
                <p:cNvSpPr txBox="1">
                  <a:spLocks/>
                </p:cNvSpPr>
                <p:nvPr/>
              </p:nvSpPr>
              <p:spPr>
                <a:xfrm>
                  <a:off x="7978184" y="7007852"/>
                  <a:ext cx="1288942" cy="798903"/>
                </a:xfrm>
                <a:prstGeom prst="roundRect">
                  <a:avLst/>
                </a:prstGeom>
                <a:noFill/>
                <a:ln>
                  <a:noFill/>
                </a:ln>
              </p:spPr>
              <p:txBody>
                <a:bodyPr spcFirstLastPara="1" vert="horz" wrap="square" lIns="91425" tIns="0" rIns="91425" bIns="0" rtlCol="0" anchor="t" anchorCtr="0">
                  <a:norm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MCP</a:t>
                  </a:r>
                </a:p>
                <a:p>
                  <a:pPr>
                    <a:lnSpc>
                      <a:spcPct val="100000"/>
                    </a:lnSpc>
                  </a:pPr>
                  <a:r>
                    <a:rPr lang="en-US" b="1" dirty="0"/>
                    <a:t>server</a:t>
                  </a:r>
                </a:p>
              </p:txBody>
            </p:sp>
            <p:sp>
              <p:nvSpPr>
                <p:cNvPr id="29" name="Text Placeholder 2">
                  <a:extLst>
                    <a:ext uri="{FF2B5EF4-FFF2-40B4-BE49-F238E27FC236}">
                      <a16:creationId xmlns:a16="http://schemas.microsoft.com/office/drawing/2014/main" id="{B95BA2D9-D58C-216D-1346-A01B6D63DF01}"/>
                    </a:ext>
                  </a:extLst>
                </p:cNvPr>
                <p:cNvSpPr txBox="1">
                  <a:spLocks/>
                </p:cNvSpPr>
                <p:nvPr/>
              </p:nvSpPr>
              <p:spPr>
                <a:xfrm>
                  <a:off x="4674462" y="4972409"/>
                  <a:ext cx="1288942" cy="798903"/>
                </a:xfrm>
                <a:prstGeom prst="roundRect">
                  <a:avLst/>
                </a:prstGeom>
                <a:noFill/>
                <a:ln>
                  <a:noFill/>
                </a:ln>
              </p:spPr>
              <p:txBody>
                <a:bodyPr spcFirstLastPara="1" vert="horz" wrap="square" lIns="91425" tIns="0" rIns="91425" bIns="0" rtlCol="0" anchor="t" anchorCtr="0">
                  <a:norm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MCP</a:t>
                  </a:r>
                </a:p>
                <a:p>
                  <a:pPr>
                    <a:lnSpc>
                      <a:spcPct val="100000"/>
                    </a:lnSpc>
                  </a:pPr>
                  <a:r>
                    <a:rPr lang="en-US" b="1" dirty="0"/>
                    <a:t>server</a:t>
                  </a:r>
                </a:p>
              </p:txBody>
            </p:sp>
            <p:sp>
              <p:nvSpPr>
                <p:cNvPr id="30" name="Text Placeholder 2">
                  <a:extLst>
                    <a:ext uri="{FF2B5EF4-FFF2-40B4-BE49-F238E27FC236}">
                      <a16:creationId xmlns:a16="http://schemas.microsoft.com/office/drawing/2014/main" id="{5D7C961D-2523-3B75-65B9-2718F644C424}"/>
                    </a:ext>
                  </a:extLst>
                </p:cNvPr>
                <p:cNvSpPr txBox="1">
                  <a:spLocks/>
                </p:cNvSpPr>
                <p:nvPr/>
              </p:nvSpPr>
              <p:spPr>
                <a:xfrm>
                  <a:off x="6104612" y="4024230"/>
                  <a:ext cx="1288942" cy="470915"/>
                </a:xfrm>
                <a:prstGeom prst="roundRect">
                  <a:avLst/>
                </a:prstGeom>
                <a:noFill/>
                <a:ln>
                  <a:noFill/>
                </a:ln>
              </p:spPr>
              <p:txBody>
                <a:bodyPr spcFirstLastPara="1" vert="horz" wrap="square" lIns="91425" tIns="0" rIns="91425" bIns="0" rtlCol="0" anchor="t" anchorCtr="0">
                  <a:norm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MCP</a:t>
                  </a:r>
                </a:p>
              </p:txBody>
            </p:sp>
            <p:sp>
              <p:nvSpPr>
                <p:cNvPr id="32" name="Text Placeholder 2">
                  <a:extLst>
                    <a:ext uri="{FF2B5EF4-FFF2-40B4-BE49-F238E27FC236}">
                      <a16:creationId xmlns:a16="http://schemas.microsoft.com/office/drawing/2014/main" id="{2ABCD651-85CA-4F9C-6916-2C971F242526}"/>
                    </a:ext>
                  </a:extLst>
                </p:cNvPr>
                <p:cNvSpPr txBox="1">
                  <a:spLocks/>
                </p:cNvSpPr>
                <p:nvPr/>
              </p:nvSpPr>
              <p:spPr>
                <a:xfrm>
                  <a:off x="3778910" y="6828142"/>
                  <a:ext cx="1483416" cy="620801"/>
                </a:xfrm>
                <a:prstGeom prst="roundRect">
                  <a:avLst/>
                </a:prstGeom>
                <a:noFill/>
                <a:ln>
                  <a:noFill/>
                </a:ln>
              </p:spPr>
              <p:txBody>
                <a:bodyPr spcFirstLastPara="1" vert="horz" wrap="square" lIns="91425" tIns="0" rIns="91425" bIns="0" rtlCol="0" anchor="t" anchorCtr="0">
                  <a:norm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800" dirty="0"/>
                    <a:t>Remote services</a:t>
                  </a:r>
                </a:p>
              </p:txBody>
            </p:sp>
          </p:grpSp>
          <p:grpSp>
            <p:nvGrpSpPr>
              <p:cNvPr id="53" name="Group 52">
                <a:extLst>
                  <a:ext uri="{FF2B5EF4-FFF2-40B4-BE49-F238E27FC236}">
                    <a16:creationId xmlns:a16="http://schemas.microsoft.com/office/drawing/2014/main" id="{99178554-7E79-275F-DD18-0FF7465F149A}"/>
                  </a:ext>
                </a:extLst>
              </p:cNvPr>
              <p:cNvGrpSpPr/>
              <p:nvPr/>
            </p:nvGrpSpPr>
            <p:grpSpPr>
              <a:xfrm>
                <a:off x="9099191" y="2819758"/>
                <a:ext cx="3543554" cy="701270"/>
                <a:chOff x="8051999" y="2792743"/>
                <a:chExt cx="3543554" cy="701270"/>
              </a:xfrm>
            </p:grpSpPr>
            <p:sp>
              <p:nvSpPr>
                <p:cNvPr id="40" name="Rectangle: Rounded Corners 39">
                  <a:extLst>
                    <a:ext uri="{FF2B5EF4-FFF2-40B4-BE49-F238E27FC236}">
                      <a16:creationId xmlns:a16="http://schemas.microsoft.com/office/drawing/2014/main" id="{397F36A6-6186-E6AB-AF25-AE91CAEB15EB}"/>
                    </a:ext>
                  </a:extLst>
                </p:cNvPr>
                <p:cNvSpPr/>
                <p:nvPr/>
              </p:nvSpPr>
              <p:spPr>
                <a:xfrm>
                  <a:off x="8189805" y="2792743"/>
                  <a:ext cx="3405748" cy="501421"/>
                </a:xfrm>
                <a:prstGeom prst="roundRect">
                  <a:avLst>
                    <a:gd name="adj" fmla="val 5269"/>
                  </a:avLst>
                </a:prstGeom>
                <a:noFill/>
                <a:ln w="190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 Placeholder 2">
                  <a:extLst>
                    <a:ext uri="{FF2B5EF4-FFF2-40B4-BE49-F238E27FC236}">
                      <a16:creationId xmlns:a16="http://schemas.microsoft.com/office/drawing/2014/main" id="{AB6DED81-337A-64B0-0FF4-E6070512BB20}"/>
                    </a:ext>
                  </a:extLst>
                </p:cNvPr>
                <p:cNvSpPr txBox="1">
                  <a:spLocks/>
                </p:cNvSpPr>
                <p:nvPr/>
              </p:nvSpPr>
              <p:spPr>
                <a:xfrm>
                  <a:off x="8051999" y="2881011"/>
                  <a:ext cx="1892992" cy="613002"/>
                </a:xfrm>
                <a:prstGeom prst="roundRect">
                  <a:avLst/>
                </a:prstGeom>
                <a:noFill/>
                <a:ln>
                  <a:noFill/>
                </a:ln>
              </p:spPr>
              <p:txBody>
                <a:bodyPr spcFirstLastPara="1" vert="horz" wrap="square" lIns="91425" tIns="0" rIns="91425" bIns="0" rtlCol="0" anchor="t" anchorCtr="0">
                  <a:norm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MCP host</a:t>
                  </a:r>
                </a:p>
              </p:txBody>
            </p:sp>
            <p:pic>
              <p:nvPicPr>
                <p:cNvPr id="46" name="Picture 45" descr="A black and white photo of a black background&#10;&#10;AI-generated content may be incorrect.">
                  <a:extLst>
                    <a:ext uri="{FF2B5EF4-FFF2-40B4-BE49-F238E27FC236}">
                      <a16:creationId xmlns:a16="http://schemas.microsoft.com/office/drawing/2014/main" id="{CAB1959A-DBF9-8438-1589-49A0B75BAC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77671" y="2915054"/>
                  <a:ext cx="1380009" cy="295920"/>
                </a:xfrm>
                <a:prstGeom prst="roundRect">
                  <a:avLst/>
                </a:prstGeom>
              </p:spPr>
            </p:pic>
            <p:cxnSp>
              <p:nvCxnSpPr>
                <p:cNvPr id="49" name="Straight Connector 48">
                  <a:extLst>
                    <a:ext uri="{FF2B5EF4-FFF2-40B4-BE49-F238E27FC236}">
                      <a16:creationId xmlns:a16="http://schemas.microsoft.com/office/drawing/2014/main" id="{F8AD8088-179B-2DED-338B-205E670480D7}"/>
                    </a:ext>
                  </a:extLst>
                </p:cNvPr>
                <p:cNvCxnSpPr>
                  <a:cxnSpLocks/>
                </p:cNvCxnSpPr>
                <p:nvPr/>
              </p:nvCxnSpPr>
              <p:spPr>
                <a:xfrm>
                  <a:off x="9805880" y="2792743"/>
                  <a:ext cx="0" cy="501421"/>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69" name="Group 68">
              <a:extLst>
                <a:ext uri="{FF2B5EF4-FFF2-40B4-BE49-F238E27FC236}">
                  <a16:creationId xmlns:a16="http://schemas.microsoft.com/office/drawing/2014/main" id="{7AC7C435-47AA-E631-DAA2-310E826075EE}"/>
                </a:ext>
              </a:extLst>
            </p:cNvPr>
            <p:cNvGrpSpPr/>
            <p:nvPr/>
          </p:nvGrpSpPr>
          <p:grpSpPr>
            <a:xfrm>
              <a:off x="9982429" y="3170487"/>
              <a:ext cx="2460540" cy="590552"/>
              <a:chOff x="9982429" y="3077499"/>
              <a:chExt cx="2460540" cy="590552"/>
            </a:xfrm>
          </p:grpSpPr>
          <p:pic>
            <p:nvPicPr>
              <p:cNvPr id="55" name="Picture 54" descr="A black and white symbol&#10;&#10;AI-generated content may be incorrect.">
                <a:extLst>
                  <a:ext uri="{FF2B5EF4-FFF2-40B4-BE49-F238E27FC236}">
                    <a16:creationId xmlns:a16="http://schemas.microsoft.com/office/drawing/2014/main" id="{D3892450-F97E-C690-E024-9121F2AA3B81}"/>
                  </a:ext>
                </a:extLst>
              </p:cNvPr>
              <p:cNvPicPr>
                <a:picLocks noChangeAspect="1"/>
              </p:cNvPicPr>
              <p:nvPr/>
            </p:nvPicPr>
            <p:blipFill>
              <a:blip r:embed="rId5"/>
              <a:stretch>
                <a:fillRect/>
              </a:stretch>
            </p:blipFill>
            <p:spPr>
              <a:xfrm>
                <a:off x="11971043" y="3077499"/>
                <a:ext cx="471926" cy="511254"/>
              </a:xfrm>
              <a:prstGeom prst="roundRect">
                <a:avLst/>
              </a:prstGeom>
            </p:spPr>
          </p:pic>
          <p:grpSp>
            <p:nvGrpSpPr>
              <p:cNvPr id="59" name="Group 58">
                <a:extLst>
                  <a:ext uri="{FF2B5EF4-FFF2-40B4-BE49-F238E27FC236}">
                    <a16:creationId xmlns:a16="http://schemas.microsoft.com/office/drawing/2014/main" id="{F329DC72-9FEA-3B17-0226-7A39AB2A2748}"/>
                  </a:ext>
                </a:extLst>
              </p:cNvPr>
              <p:cNvGrpSpPr/>
              <p:nvPr/>
            </p:nvGrpSpPr>
            <p:grpSpPr>
              <a:xfrm>
                <a:off x="9982429" y="3178899"/>
                <a:ext cx="1748545" cy="489152"/>
                <a:chOff x="12821148" y="6067689"/>
                <a:chExt cx="1714799" cy="608663"/>
              </a:xfrm>
            </p:grpSpPr>
            <p:sp>
              <p:nvSpPr>
                <p:cNvPr id="56" name="Rectangle: Rounded Corners 55">
                  <a:extLst>
                    <a:ext uri="{FF2B5EF4-FFF2-40B4-BE49-F238E27FC236}">
                      <a16:creationId xmlns:a16="http://schemas.microsoft.com/office/drawing/2014/main" id="{C31FFCAA-898C-9450-15CB-E2B84C062FB5}"/>
                    </a:ext>
                  </a:extLst>
                </p:cNvPr>
                <p:cNvSpPr/>
                <p:nvPr/>
              </p:nvSpPr>
              <p:spPr>
                <a:xfrm>
                  <a:off x="12821148" y="6067689"/>
                  <a:ext cx="1681295" cy="608663"/>
                </a:xfrm>
                <a:prstGeom prst="roundRect">
                  <a:avLst>
                    <a:gd name="adj" fmla="val 7904"/>
                  </a:avLst>
                </a:prstGeom>
                <a:noFill/>
                <a:ln w="190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Text Placeholder 2">
                  <a:extLst>
                    <a:ext uri="{FF2B5EF4-FFF2-40B4-BE49-F238E27FC236}">
                      <a16:creationId xmlns:a16="http://schemas.microsoft.com/office/drawing/2014/main" id="{7633C602-E5EF-4DB4-8574-4EFCFCA13C8B}"/>
                    </a:ext>
                  </a:extLst>
                </p:cNvPr>
                <p:cNvSpPr txBox="1">
                  <a:spLocks/>
                </p:cNvSpPr>
                <p:nvPr/>
              </p:nvSpPr>
              <p:spPr>
                <a:xfrm>
                  <a:off x="12854653" y="6196680"/>
                  <a:ext cx="1681294" cy="381001"/>
                </a:xfrm>
                <a:prstGeom prst="roundRect">
                  <a:avLst/>
                </a:prstGeom>
                <a:noFill/>
                <a:ln>
                  <a:noFill/>
                </a:ln>
              </p:spPr>
              <p:txBody>
                <a:bodyPr spcFirstLastPara="1" vert="horz" wrap="square" lIns="91425" tIns="0" rIns="91425" bIns="0" rtlCol="0" anchor="t" anchorCtr="0">
                  <a:normAutofit fontScale="92500" lnSpcReduction="10000"/>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MCP client</a:t>
                  </a:r>
                </a:p>
              </p:txBody>
            </p:sp>
          </p:grpSp>
        </p:grpSp>
      </p:grpSp>
      <p:sp>
        <p:nvSpPr>
          <p:cNvPr id="72" name="Text Placeholder 2">
            <a:extLst>
              <a:ext uri="{FF2B5EF4-FFF2-40B4-BE49-F238E27FC236}">
                <a16:creationId xmlns:a16="http://schemas.microsoft.com/office/drawing/2014/main" id="{428293B1-5491-9582-F8AE-4E4AD8E07116}"/>
              </a:ext>
            </a:extLst>
          </p:cNvPr>
          <p:cNvSpPr txBox="1">
            <a:spLocks/>
          </p:cNvSpPr>
          <p:nvPr/>
        </p:nvSpPr>
        <p:spPr>
          <a:xfrm>
            <a:off x="11600242" y="3669551"/>
            <a:ext cx="1213527" cy="324328"/>
          </a:xfrm>
          <a:prstGeom prst="roundRect">
            <a:avLst/>
          </a:prstGeom>
          <a:noFill/>
          <a:ln>
            <a:noFill/>
          </a:ln>
        </p:spPr>
        <p:txBody>
          <a:bodyPr spcFirstLastPara="1" vert="horz" wrap="square" lIns="91425" tIns="0" rIns="91425" bIns="0" rtlCol="0" anchor="t" anchorCtr="0">
            <a:norm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800" dirty="0"/>
              <a:t>client.py</a:t>
            </a:r>
          </a:p>
        </p:txBody>
      </p:sp>
    </p:spTree>
    <p:extLst>
      <p:ext uri="{BB962C8B-B14F-4D97-AF65-F5344CB8AC3E}">
        <p14:creationId xmlns:p14="http://schemas.microsoft.com/office/powerpoint/2010/main" val="777288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18031-C695-BDB3-A745-F10770549D6D}"/>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DB3B70C-1BCC-3A51-A6C8-46C1A7B398AC}"/>
              </a:ext>
            </a:extLst>
          </p:cNvPr>
          <p:cNvSpPr>
            <a:spLocks noGrp="1"/>
          </p:cNvSpPr>
          <p:nvPr>
            <p:ph type="body" idx="10"/>
          </p:nvPr>
        </p:nvSpPr>
        <p:spPr>
          <a:xfrm>
            <a:off x="1529173" y="1092682"/>
            <a:ext cx="13195350" cy="796875"/>
          </a:xfrm>
        </p:spPr>
        <p:txBody>
          <a:bodyPr>
            <a:noAutofit/>
          </a:bodyPr>
          <a:lstStyle/>
          <a:p>
            <a:r>
              <a:rPr lang="en-US"/>
              <a:t>Without MCP, every connection is hand-built and breaks easily. With MCP, any AI app can plug into any MCP server.</a:t>
            </a:r>
            <a:endParaRPr lang="en-US"/>
          </a:p>
        </p:txBody>
      </p:sp>
      <p:sp>
        <p:nvSpPr>
          <p:cNvPr id="3" name="Title 2">
            <a:extLst>
              <a:ext uri="{FF2B5EF4-FFF2-40B4-BE49-F238E27FC236}">
                <a16:creationId xmlns:a16="http://schemas.microsoft.com/office/drawing/2014/main" id="{67A16E89-855C-1BA5-D24E-C3AB376FC022}"/>
              </a:ext>
            </a:extLst>
          </p:cNvPr>
          <p:cNvSpPr>
            <a:spLocks noGrp="1"/>
          </p:cNvSpPr>
          <p:nvPr>
            <p:ph type="title"/>
          </p:nvPr>
        </p:nvSpPr>
        <p:spPr/>
        <p:txBody>
          <a:bodyPr/>
          <a:lstStyle/>
          <a:p>
            <a:r>
              <a:rPr lang="en-US"/>
              <a:t>Before and After MCP</a:t>
            </a:r>
            <a:endParaRPr lang="en-US"/>
          </a:p>
        </p:txBody>
      </p:sp>
      <p:sp>
        <p:nvSpPr>
          <p:cNvPr id="4" name="Brandline_LVC">
            <a:extLst>
              <a:ext uri="{FF2B5EF4-FFF2-40B4-BE49-F238E27FC236}">
                <a16:creationId xmlns:a16="http://schemas.microsoft.com/office/drawing/2014/main" id="{7D260C89-C47D-DD0B-6DB1-1A823E6D56E5}"/>
              </a:ext>
            </a:extLst>
          </p:cNvPr>
          <p:cNvSpPr/>
          <p:nvPr/>
        </p:nvSpPr>
        <p:spPr>
          <a:xfrm>
            <a:off x="6743700" y="816324"/>
            <a:ext cx="276629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4">
            <a:extLst>
              <a:ext uri="{FF2B5EF4-FFF2-40B4-BE49-F238E27FC236}">
                <a16:creationId xmlns:a16="http://schemas.microsoft.com/office/drawing/2014/main" id="{F47894E3-A839-7E95-A27D-8513B6D499DB}"/>
              </a:ext>
            </a:extLst>
          </p:cNvPr>
          <p:cNvSpPr txBox="1">
            <a:spLocks/>
          </p:cNvSpPr>
          <p:nvPr/>
        </p:nvSpPr>
        <p:spPr>
          <a:xfrm>
            <a:off x="2593721" y="2163123"/>
            <a:ext cx="3999163" cy="49806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Without MCP</a:t>
            </a:r>
            <a:endParaRPr lang="en-US" dirty="0"/>
          </a:p>
        </p:txBody>
      </p:sp>
      <p:grpSp>
        <p:nvGrpSpPr>
          <p:cNvPr id="41" name="Group 40">
            <a:extLst>
              <a:ext uri="{FF2B5EF4-FFF2-40B4-BE49-F238E27FC236}">
                <a16:creationId xmlns:a16="http://schemas.microsoft.com/office/drawing/2014/main" id="{A6899E63-84C6-F0F6-9F26-A5DB861EB760}"/>
              </a:ext>
            </a:extLst>
          </p:cNvPr>
          <p:cNvGrpSpPr/>
          <p:nvPr/>
        </p:nvGrpSpPr>
        <p:grpSpPr>
          <a:xfrm>
            <a:off x="8312169" y="2163123"/>
            <a:ext cx="5557726" cy="6515219"/>
            <a:chOff x="8189038" y="2076330"/>
            <a:chExt cx="5557726" cy="6515219"/>
          </a:xfrm>
        </p:grpSpPr>
        <p:sp>
          <p:nvSpPr>
            <p:cNvPr id="12" name="Text Placeholder 4">
              <a:extLst>
                <a:ext uri="{FF2B5EF4-FFF2-40B4-BE49-F238E27FC236}">
                  <a16:creationId xmlns:a16="http://schemas.microsoft.com/office/drawing/2014/main" id="{C87E763D-A503-89D0-874C-64AF3EA56803}"/>
                </a:ext>
              </a:extLst>
            </p:cNvPr>
            <p:cNvSpPr txBox="1">
              <a:spLocks/>
            </p:cNvSpPr>
            <p:nvPr/>
          </p:nvSpPr>
          <p:spPr>
            <a:xfrm>
              <a:off x="9131871" y="2076330"/>
              <a:ext cx="3999163" cy="49806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a:t>With MCP</a:t>
              </a:r>
              <a:endParaRPr lang="en-US"/>
            </a:p>
          </p:txBody>
        </p:sp>
        <p:grpSp>
          <p:nvGrpSpPr>
            <p:cNvPr id="38" name="Group 37">
              <a:extLst>
                <a:ext uri="{FF2B5EF4-FFF2-40B4-BE49-F238E27FC236}">
                  <a16:creationId xmlns:a16="http://schemas.microsoft.com/office/drawing/2014/main" id="{4C48B8A4-A61B-2452-44C4-C53251232F0C}"/>
                </a:ext>
              </a:extLst>
            </p:cNvPr>
            <p:cNvGrpSpPr/>
            <p:nvPr/>
          </p:nvGrpSpPr>
          <p:grpSpPr>
            <a:xfrm>
              <a:off x="8189038" y="2574396"/>
              <a:ext cx="5557726" cy="6017153"/>
              <a:chOff x="8189038" y="2574396"/>
              <a:chExt cx="5557726" cy="6017153"/>
            </a:xfrm>
          </p:grpSpPr>
          <p:pic>
            <p:nvPicPr>
              <p:cNvPr id="9" name="Picture 8">
                <a:extLst>
                  <a:ext uri="{FF2B5EF4-FFF2-40B4-BE49-F238E27FC236}">
                    <a16:creationId xmlns:a16="http://schemas.microsoft.com/office/drawing/2014/main" id="{BFC4FC51-3499-AD84-0750-2D4F97B2E52C}"/>
                  </a:ext>
                </a:extLst>
              </p:cNvPr>
              <p:cNvPicPr>
                <a:picLocks noChangeAspect="1"/>
              </p:cNvPicPr>
              <p:nvPr/>
            </p:nvPicPr>
            <p:blipFill>
              <a:blip r:embed="rId4"/>
              <a:srcRect/>
              <a:stretch/>
            </p:blipFill>
            <p:spPr>
              <a:xfrm>
                <a:off x="8889252" y="2574396"/>
                <a:ext cx="4484400" cy="6017153"/>
              </a:xfrm>
              <a:prstGeom prst="rect">
                <a:avLst/>
              </a:prstGeom>
            </p:spPr>
          </p:pic>
          <p:sp>
            <p:nvSpPr>
              <p:cNvPr id="27" name="Text Placeholder 4">
                <a:extLst>
                  <a:ext uri="{FF2B5EF4-FFF2-40B4-BE49-F238E27FC236}">
                    <a16:creationId xmlns:a16="http://schemas.microsoft.com/office/drawing/2014/main" id="{18A9B769-CEC1-E66C-9A69-B3313BEE1F36}"/>
                  </a:ext>
                </a:extLst>
              </p:cNvPr>
              <p:cNvSpPr txBox="1">
                <a:spLocks/>
              </p:cNvSpPr>
              <p:nvPr/>
            </p:nvSpPr>
            <p:spPr>
              <a:xfrm>
                <a:off x="10201152" y="2866852"/>
                <a:ext cx="1860600" cy="49806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b="1">
                    <a:solidFill>
                      <a:schemeClr val="bg1"/>
                    </a:solidFill>
                  </a:rPr>
                  <a:t>AI assistant</a:t>
                </a:r>
                <a:endParaRPr lang="en-US" sz="2000">
                  <a:solidFill>
                    <a:schemeClr val="bg1"/>
                  </a:solidFill>
                </a:endParaRPr>
              </a:p>
            </p:txBody>
          </p:sp>
          <p:sp>
            <p:nvSpPr>
              <p:cNvPr id="28" name="Rectangle: Rounded Corners 27">
                <a:extLst>
                  <a:ext uri="{FF2B5EF4-FFF2-40B4-BE49-F238E27FC236}">
                    <a16:creationId xmlns:a16="http://schemas.microsoft.com/office/drawing/2014/main" id="{7C488172-AC72-3D9A-0268-38B2C095DB60}"/>
                  </a:ext>
                </a:extLst>
              </p:cNvPr>
              <p:cNvSpPr/>
              <p:nvPr/>
            </p:nvSpPr>
            <p:spPr>
              <a:xfrm>
                <a:off x="10376626" y="3624349"/>
                <a:ext cx="1509652" cy="259868"/>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USB-C plug</a:t>
                </a:r>
                <a:endParaRPr lang="en-IN">
                  <a:solidFill>
                    <a:schemeClr val="tx1">
                      <a:lumMod val="75000"/>
                      <a:lumOff val="25000"/>
                    </a:schemeClr>
                  </a:solidFill>
                  <a:latin typeface="+mj-lt"/>
                </a:endParaRPr>
              </a:p>
            </p:txBody>
          </p:sp>
          <p:sp>
            <p:nvSpPr>
              <p:cNvPr id="29" name="Text Placeholder 4">
                <a:extLst>
                  <a:ext uri="{FF2B5EF4-FFF2-40B4-BE49-F238E27FC236}">
                    <a16:creationId xmlns:a16="http://schemas.microsoft.com/office/drawing/2014/main" id="{2730EA6B-A9F8-5211-5357-686ED92B61C4}"/>
                  </a:ext>
                </a:extLst>
              </p:cNvPr>
              <p:cNvSpPr txBox="1">
                <a:spLocks/>
              </p:cNvSpPr>
              <p:nvPr/>
            </p:nvSpPr>
            <p:spPr>
              <a:xfrm>
                <a:off x="10243821" y="4310188"/>
                <a:ext cx="1775262"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1"/>
                    </a:solidFill>
                  </a:rPr>
                  <a:t>MCP client</a:t>
                </a:r>
              </a:p>
            </p:txBody>
          </p:sp>
          <p:sp>
            <p:nvSpPr>
              <p:cNvPr id="30" name="Rectangle: Rounded Corners 29">
                <a:extLst>
                  <a:ext uri="{FF2B5EF4-FFF2-40B4-BE49-F238E27FC236}">
                    <a16:creationId xmlns:a16="http://schemas.microsoft.com/office/drawing/2014/main" id="{A8E42014-91B7-88A1-9FD3-DB62CC9473D8}"/>
                  </a:ext>
                </a:extLst>
              </p:cNvPr>
              <p:cNvSpPr/>
              <p:nvPr/>
            </p:nvSpPr>
            <p:spPr>
              <a:xfrm>
                <a:off x="8189038" y="5270040"/>
                <a:ext cx="1860600" cy="598219"/>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Google flights MCP</a:t>
                </a:r>
                <a:endParaRPr lang="en-IN">
                  <a:solidFill>
                    <a:schemeClr val="tx1">
                      <a:lumMod val="75000"/>
                      <a:lumOff val="25000"/>
                    </a:schemeClr>
                  </a:solidFill>
                  <a:latin typeface="+mj-lt"/>
                </a:endParaRPr>
              </a:p>
            </p:txBody>
          </p:sp>
          <p:sp>
            <p:nvSpPr>
              <p:cNvPr id="31" name="Rectangle: Rounded Corners 30">
                <a:extLst>
                  <a:ext uri="{FF2B5EF4-FFF2-40B4-BE49-F238E27FC236}">
                    <a16:creationId xmlns:a16="http://schemas.microsoft.com/office/drawing/2014/main" id="{30986F15-1D8C-64B2-723E-FAA26AD5A792}"/>
                  </a:ext>
                </a:extLst>
              </p:cNvPr>
              <p:cNvSpPr/>
              <p:nvPr/>
            </p:nvSpPr>
            <p:spPr>
              <a:xfrm>
                <a:off x="10198356" y="5233005"/>
                <a:ext cx="1860600" cy="600431"/>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mj-lt"/>
                  </a:rPr>
                  <a:t>Expedia MCP</a:t>
                </a:r>
                <a:endParaRPr lang="en-IN" dirty="0">
                  <a:solidFill>
                    <a:schemeClr val="tx1">
                      <a:lumMod val="75000"/>
                      <a:lumOff val="25000"/>
                    </a:schemeClr>
                  </a:solidFill>
                  <a:latin typeface="+mj-lt"/>
                </a:endParaRPr>
              </a:p>
            </p:txBody>
          </p:sp>
          <p:sp>
            <p:nvSpPr>
              <p:cNvPr id="32" name="Rectangle: Rounded Corners 31">
                <a:extLst>
                  <a:ext uri="{FF2B5EF4-FFF2-40B4-BE49-F238E27FC236}">
                    <a16:creationId xmlns:a16="http://schemas.microsoft.com/office/drawing/2014/main" id="{AC56F5AA-FB6A-9B52-15B3-DF8A830B2AD3}"/>
                  </a:ext>
                </a:extLst>
              </p:cNvPr>
              <p:cNvSpPr/>
              <p:nvPr/>
            </p:nvSpPr>
            <p:spPr>
              <a:xfrm>
                <a:off x="12433334" y="5296226"/>
                <a:ext cx="1271982" cy="545846"/>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Payment </a:t>
                </a:r>
              </a:p>
              <a:p>
                <a:pPr algn="ctr"/>
                <a:r>
                  <a:rPr lang="en-US">
                    <a:solidFill>
                      <a:schemeClr val="tx1">
                        <a:lumMod val="75000"/>
                        <a:lumOff val="25000"/>
                      </a:schemeClr>
                    </a:solidFill>
                    <a:latin typeface="+mj-lt"/>
                  </a:rPr>
                  <a:t>MCP</a:t>
                </a:r>
                <a:endParaRPr lang="en-IN">
                  <a:solidFill>
                    <a:schemeClr val="tx1">
                      <a:lumMod val="75000"/>
                      <a:lumOff val="25000"/>
                    </a:schemeClr>
                  </a:solidFill>
                  <a:latin typeface="+mj-lt"/>
                </a:endParaRPr>
              </a:p>
            </p:txBody>
          </p:sp>
          <p:sp>
            <p:nvSpPr>
              <p:cNvPr id="33" name="Text Placeholder 4">
                <a:extLst>
                  <a:ext uri="{FF2B5EF4-FFF2-40B4-BE49-F238E27FC236}">
                    <a16:creationId xmlns:a16="http://schemas.microsoft.com/office/drawing/2014/main" id="{1A96981C-88C7-19E7-7C02-9C6C737B0A35}"/>
                  </a:ext>
                </a:extLst>
              </p:cNvPr>
              <p:cNvSpPr txBox="1">
                <a:spLocks/>
              </p:cNvSpPr>
              <p:nvPr/>
            </p:nvSpPr>
            <p:spPr>
              <a:xfrm>
                <a:off x="10241025" y="6429147"/>
                <a:ext cx="1775262"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1"/>
                    </a:solidFill>
                  </a:rPr>
                  <a:t>MCP server</a:t>
                </a:r>
              </a:p>
            </p:txBody>
          </p:sp>
          <p:sp>
            <p:nvSpPr>
              <p:cNvPr id="34" name="Rectangle: Rounded Corners 33">
                <a:extLst>
                  <a:ext uri="{FF2B5EF4-FFF2-40B4-BE49-F238E27FC236}">
                    <a16:creationId xmlns:a16="http://schemas.microsoft.com/office/drawing/2014/main" id="{1F3EBC0F-A402-68B4-BBEE-83260512996D}"/>
                  </a:ext>
                </a:extLst>
              </p:cNvPr>
              <p:cNvSpPr/>
              <p:nvPr/>
            </p:nvSpPr>
            <p:spPr>
              <a:xfrm>
                <a:off x="8856495" y="7136135"/>
                <a:ext cx="1860600" cy="285855"/>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Plug and play</a:t>
                </a:r>
                <a:endParaRPr lang="en-IN">
                  <a:solidFill>
                    <a:schemeClr val="tx1">
                      <a:lumMod val="75000"/>
                      <a:lumOff val="25000"/>
                    </a:schemeClr>
                  </a:solidFill>
                  <a:latin typeface="+mj-lt"/>
                </a:endParaRPr>
              </a:p>
            </p:txBody>
          </p:sp>
          <p:sp>
            <p:nvSpPr>
              <p:cNvPr id="35" name="Rectangle: Rounded Corners 34">
                <a:extLst>
                  <a:ext uri="{FF2B5EF4-FFF2-40B4-BE49-F238E27FC236}">
                    <a16:creationId xmlns:a16="http://schemas.microsoft.com/office/drawing/2014/main" id="{1962AE84-2CED-2A9F-8720-1D8FDD1D4C67}"/>
                  </a:ext>
                </a:extLst>
              </p:cNvPr>
              <p:cNvSpPr/>
              <p:nvPr/>
            </p:nvSpPr>
            <p:spPr>
              <a:xfrm>
                <a:off x="11591191" y="7157236"/>
                <a:ext cx="2155573" cy="242576"/>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Standard protocol</a:t>
                </a:r>
                <a:endParaRPr lang="en-IN">
                  <a:solidFill>
                    <a:schemeClr val="tx1">
                      <a:lumMod val="75000"/>
                      <a:lumOff val="25000"/>
                    </a:schemeClr>
                  </a:solidFill>
                  <a:latin typeface="+mj-lt"/>
                </a:endParaRPr>
              </a:p>
            </p:txBody>
          </p:sp>
          <p:sp>
            <p:nvSpPr>
              <p:cNvPr id="36" name="Text Placeholder 4">
                <a:extLst>
                  <a:ext uri="{FF2B5EF4-FFF2-40B4-BE49-F238E27FC236}">
                    <a16:creationId xmlns:a16="http://schemas.microsoft.com/office/drawing/2014/main" id="{E31DAEE8-F5F5-2798-1BD5-406984205DB6}"/>
                  </a:ext>
                </a:extLst>
              </p:cNvPr>
              <p:cNvSpPr txBox="1">
                <a:spLocks/>
              </p:cNvSpPr>
              <p:nvPr/>
            </p:nvSpPr>
            <p:spPr>
              <a:xfrm>
                <a:off x="9465955" y="7754350"/>
                <a:ext cx="1550139"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1"/>
                    </a:solidFill>
                  </a:rPr>
                  <a:t>Instant connection</a:t>
                </a:r>
              </a:p>
            </p:txBody>
          </p:sp>
          <p:sp>
            <p:nvSpPr>
              <p:cNvPr id="37" name="Text Placeholder 4">
                <a:extLst>
                  <a:ext uri="{FF2B5EF4-FFF2-40B4-BE49-F238E27FC236}">
                    <a16:creationId xmlns:a16="http://schemas.microsoft.com/office/drawing/2014/main" id="{193CD418-3E14-4369-5DDA-8FD63E1DA808}"/>
                  </a:ext>
                </a:extLst>
              </p:cNvPr>
              <p:cNvSpPr txBox="1">
                <a:spLocks/>
              </p:cNvSpPr>
              <p:nvPr/>
            </p:nvSpPr>
            <p:spPr>
              <a:xfrm>
                <a:off x="11395542" y="7754350"/>
                <a:ext cx="1317689"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1"/>
                    </a:solidFill>
                  </a:rPr>
                  <a:t>Shared language</a:t>
                </a:r>
              </a:p>
            </p:txBody>
          </p:sp>
        </p:grpSp>
      </p:grpSp>
      <p:grpSp>
        <p:nvGrpSpPr>
          <p:cNvPr id="13" name="Group 12">
            <a:extLst>
              <a:ext uri="{FF2B5EF4-FFF2-40B4-BE49-F238E27FC236}">
                <a16:creationId xmlns:a16="http://schemas.microsoft.com/office/drawing/2014/main" id="{490B69DE-749F-640E-AB43-85F46E2579D8}"/>
              </a:ext>
            </a:extLst>
          </p:cNvPr>
          <p:cNvGrpSpPr/>
          <p:nvPr/>
        </p:nvGrpSpPr>
        <p:grpSpPr>
          <a:xfrm>
            <a:off x="9551438" y="7720962"/>
            <a:ext cx="1629229" cy="989215"/>
            <a:chOff x="9538738" y="7748547"/>
            <a:chExt cx="1629229" cy="899286"/>
          </a:xfrm>
        </p:grpSpPr>
        <p:sp>
          <p:nvSpPr>
            <p:cNvPr id="2" name="Rectangle: Rounded Corners 1">
              <a:extLst>
                <a:ext uri="{FF2B5EF4-FFF2-40B4-BE49-F238E27FC236}">
                  <a16:creationId xmlns:a16="http://schemas.microsoft.com/office/drawing/2014/main" id="{7A886860-7D68-7514-B50A-7D6A59942ED7}"/>
                </a:ext>
              </a:extLst>
            </p:cNvPr>
            <p:cNvSpPr/>
            <p:nvPr/>
          </p:nvSpPr>
          <p:spPr>
            <a:xfrm>
              <a:off x="9538738" y="7748547"/>
              <a:ext cx="1629229" cy="899286"/>
            </a:xfrm>
            <a:prstGeom prst="roundRect">
              <a:avLst>
                <a:gd name="adj" fmla="val 4435"/>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 Placeholder 4">
              <a:extLst>
                <a:ext uri="{FF2B5EF4-FFF2-40B4-BE49-F238E27FC236}">
                  <a16:creationId xmlns:a16="http://schemas.microsoft.com/office/drawing/2014/main" id="{EF502A54-4E35-8180-1060-9A2380B3398D}"/>
                </a:ext>
              </a:extLst>
            </p:cNvPr>
            <p:cNvSpPr txBox="1">
              <a:spLocks/>
            </p:cNvSpPr>
            <p:nvPr/>
          </p:nvSpPr>
          <p:spPr>
            <a:xfrm>
              <a:off x="9573864" y="7846271"/>
              <a:ext cx="1550139"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Instant connection</a:t>
              </a:r>
            </a:p>
          </p:txBody>
        </p:sp>
      </p:grpSp>
      <p:grpSp>
        <p:nvGrpSpPr>
          <p:cNvPr id="16" name="Group 15">
            <a:extLst>
              <a:ext uri="{FF2B5EF4-FFF2-40B4-BE49-F238E27FC236}">
                <a16:creationId xmlns:a16="http://schemas.microsoft.com/office/drawing/2014/main" id="{276912FC-23D0-5C5F-F454-5FF00C3A91E6}"/>
              </a:ext>
            </a:extLst>
          </p:cNvPr>
          <p:cNvGrpSpPr/>
          <p:nvPr/>
        </p:nvGrpSpPr>
        <p:grpSpPr>
          <a:xfrm>
            <a:off x="11371691" y="7731119"/>
            <a:ext cx="1629049" cy="979975"/>
            <a:chOff x="11409791" y="7756947"/>
            <a:chExt cx="1629049" cy="890886"/>
          </a:xfrm>
        </p:grpSpPr>
        <p:sp>
          <p:nvSpPr>
            <p:cNvPr id="6" name="Rectangle: Rounded Corners 5">
              <a:extLst>
                <a:ext uri="{FF2B5EF4-FFF2-40B4-BE49-F238E27FC236}">
                  <a16:creationId xmlns:a16="http://schemas.microsoft.com/office/drawing/2014/main" id="{78B5B04B-5A2C-48D5-36B3-211B4F5A98E5}"/>
                </a:ext>
              </a:extLst>
            </p:cNvPr>
            <p:cNvSpPr/>
            <p:nvPr/>
          </p:nvSpPr>
          <p:spPr>
            <a:xfrm>
              <a:off x="11409791" y="7756947"/>
              <a:ext cx="1629049" cy="890886"/>
            </a:xfrm>
            <a:prstGeom prst="roundRect">
              <a:avLst>
                <a:gd name="adj" fmla="val 4435"/>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 Placeholder 4">
              <a:extLst>
                <a:ext uri="{FF2B5EF4-FFF2-40B4-BE49-F238E27FC236}">
                  <a16:creationId xmlns:a16="http://schemas.microsoft.com/office/drawing/2014/main" id="{18583E0D-2AB8-3D16-4590-DE148BB85E19}"/>
                </a:ext>
              </a:extLst>
            </p:cNvPr>
            <p:cNvSpPr txBox="1">
              <a:spLocks/>
            </p:cNvSpPr>
            <p:nvPr/>
          </p:nvSpPr>
          <p:spPr>
            <a:xfrm>
              <a:off x="11551577" y="7846271"/>
              <a:ext cx="1317689"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Shared language</a:t>
              </a:r>
            </a:p>
          </p:txBody>
        </p:sp>
      </p:grpSp>
      <p:grpSp>
        <p:nvGrpSpPr>
          <p:cNvPr id="24" name="Group 23">
            <a:extLst>
              <a:ext uri="{FF2B5EF4-FFF2-40B4-BE49-F238E27FC236}">
                <a16:creationId xmlns:a16="http://schemas.microsoft.com/office/drawing/2014/main" id="{E3484709-0C1D-6DAA-88E8-EB81BBCD506D}"/>
              </a:ext>
            </a:extLst>
          </p:cNvPr>
          <p:cNvGrpSpPr/>
          <p:nvPr/>
        </p:nvGrpSpPr>
        <p:grpSpPr>
          <a:xfrm>
            <a:off x="2078458" y="2675222"/>
            <a:ext cx="5034309" cy="4857493"/>
            <a:chOff x="2078458" y="2675222"/>
            <a:chExt cx="5034309" cy="4857493"/>
          </a:xfrm>
        </p:grpSpPr>
        <p:grpSp>
          <p:nvGrpSpPr>
            <p:cNvPr id="39" name="Group 38">
              <a:extLst>
                <a:ext uri="{FF2B5EF4-FFF2-40B4-BE49-F238E27FC236}">
                  <a16:creationId xmlns:a16="http://schemas.microsoft.com/office/drawing/2014/main" id="{661B70CE-5A29-8010-471C-7CC28EA5AA69}"/>
                </a:ext>
              </a:extLst>
            </p:cNvPr>
            <p:cNvGrpSpPr/>
            <p:nvPr/>
          </p:nvGrpSpPr>
          <p:grpSpPr>
            <a:xfrm>
              <a:off x="2078458" y="2675222"/>
              <a:ext cx="5034309" cy="4857493"/>
              <a:chOff x="2736600" y="2574396"/>
              <a:chExt cx="5034309" cy="4857493"/>
            </a:xfrm>
          </p:grpSpPr>
          <p:pic>
            <p:nvPicPr>
              <p:cNvPr id="14" name="Picture 13" descr="A diagram of a diagram&#10;&#10;AI-generated content may be incorrect.">
                <a:extLst>
                  <a:ext uri="{FF2B5EF4-FFF2-40B4-BE49-F238E27FC236}">
                    <a16:creationId xmlns:a16="http://schemas.microsoft.com/office/drawing/2014/main" id="{24C3043C-9B5D-61B7-1F0A-8E9DA36473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6344" y="2574396"/>
                <a:ext cx="4969104" cy="4857493"/>
              </a:xfrm>
              <a:prstGeom prst="rect">
                <a:avLst/>
              </a:prstGeom>
            </p:spPr>
          </p:pic>
          <p:sp>
            <p:nvSpPr>
              <p:cNvPr id="15" name="Text Placeholder 4">
                <a:extLst>
                  <a:ext uri="{FF2B5EF4-FFF2-40B4-BE49-F238E27FC236}">
                    <a16:creationId xmlns:a16="http://schemas.microsoft.com/office/drawing/2014/main" id="{90BB57F1-DC23-7D57-6671-3E7B8F4A327F}"/>
                  </a:ext>
                </a:extLst>
              </p:cNvPr>
              <p:cNvSpPr txBox="1">
                <a:spLocks/>
              </p:cNvSpPr>
              <p:nvPr/>
            </p:nvSpPr>
            <p:spPr>
              <a:xfrm>
                <a:off x="4330596" y="2885902"/>
                <a:ext cx="1860600" cy="49806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b="1">
                    <a:solidFill>
                      <a:schemeClr val="bg1"/>
                    </a:solidFill>
                  </a:rPr>
                  <a:t>AI assistant</a:t>
                </a:r>
                <a:endParaRPr lang="en-US" sz="2000">
                  <a:solidFill>
                    <a:schemeClr val="bg1"/>
                  </a:solidFill>
                </a:endParaRPr>
              </a:p>
            </p:txBody>
          </p:sp>
          <p:sp>
            <p:nvSpPr>
              <p:cNvPr id="17" name="Rectangle: Rounded Corners 16">
                <a:extLst>
                  <a:ext uri="{FF2B5EF4-FFF2-40B4-BE49-F238E27FC236}">
                    <a16:creationId xmlns:a16="http://schemas.microsoft.com/office/drawing/2014/main" id="{51D9F7C4-755F-7DC5-CCFF-CC3F1C80AC5A}"/>
                  </a:ext>
                </a:extLst>
              </p:cNvPr>
              <p:cNvSpPr/>
              <p:nvPr/>
            </p:nvSpPr>
            <p:spPr>
              <a:xfrm>
                <a:off x="2736600" y="3902839"/>
                <a:ext cx="1860600" cy="380474"/>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Google flights</a:t>
                </a:r>
                <a:endParaRPr lang="en-IN">
                  <a:solidFill>
                    <a:schemeClr val="tx1">
                      <a:lumMod val="75000"/>
                      <a:lumOff val="25000"/>
                    </a:schemeClr>
                  </a:solidFill>
                  <a:latin typeface="+mj-lt"/>
                </a:endParaRPr>
              </a:p>
            </p:txBody>
          </p:sp>
          <p:sp>
            <p:nvSpPr>
              <p:cNvPr id="18" name="Rectangle: Rounded Corners 17">
                <a:extLst>
                  <a:ext uri="{FF2B5EF4-FFF2-40B4-BE49-F238E27FC236}">
                    <a16:creationId xmlns:a16="http://schemas.microsoft.com/office/drawing/2014/main" id="{C831B3C5-59F3-102A-D974-A43B123113AA}"/>
                  </a:ext>
                </a:extLst>
              </p:cNvPr>
              <p:cNvSpPr/>
              <p:nvPr/>
            </p:nvSpPr>
            <p:spPr>
              <a:xfrm>
                <a:off x="4734439" y="3908218"/>
                <a:ext cx="1047657" cy="285855"/>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mj-lt"/>
                  </a:rPr>
                  <a:t>Expedia</a:t>
                </a:r>
                <a:endParaRPr lang="en-IN" dirty="0">
                  <a:solidFill>
                    <a:schemeClr val="tx1">
                      <a:lumMod val="75000"/>
                      <a:lumOff val="25000"/>
                    </a:schemeClr>
                  </a:solidFill>
                  <a:latin typeface="+mj-lt"/>
                </a:endParaRPr>
              </a:p>
            </p:txBody>
          </p:sp>
          <p:sp>
            <p:nvSpPr>
              <p:cNvPr id="19" name="Rectangle: Rounded Corners 18">
                <a:extLst>
                  <a:ext uri="{FF2B5EF4-FFF2-40B4-BE49-F238E27FC236}">
                    <a16:creationId xmlns:a16="http://schemas.microsoft.com/office/drawing/2014/main" id="{CFCC79B2-7FD3-CB16-688F-FC7FB8355AD4}"/>
                  </a:ext>
                </a:extLst>
              </p:cNvPr>
              <p:cNvSpPr/>
              <p:nvPr/>
            </p:nvSpPr>
            <p:spPr>
              <a:xfrm>
                <a:off x="5910309" y="3951134"/>
                <a:ext cx="1860600" cy="283883"/>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Payment APIs</a:t>
                </a:r>
                <a:endParaRPr lang="en-IN">
                  <a:solidFill>
                    <a:schemeClr val="tx1">
                      <a:lumMod val="75000"/>
                      <a:lumOff val="25000"/>
                    </a:schemeClr>
                  </a:solidFill>
                  <a:latin typeface="+mj-lt"/>
                </a:endParaRPr>
              </a:p>
            </p:txBody>
          </p:sp>
          <p:sp>
            <p:nvSpPr>
              <p:cNvPr id="21" name="Text Placeholder 4">
                <a:extLst>
                  <a:ext uri="{FF2B5EF4-FFF2-40B4-BE49-F238E27FC236}">
                    <a16:creationId xmlns:a16="http://schemas.microsoft.com/office/drawing/2014/main" id="{BB491E97-7096-8F0F-2CCF-FAF3CDD591EC}"/>
                  </a:ext>
                </a:extLst>
              </p:cNvPr>
              <p:cNvSpPr txBox="1">
                <a:spLocks/>
              </p:cNvSpPr>
              <p:nvPr/>
            </p:nvSpPr>
            <p:spPr>
              <a:xfrm>
                <a:off x="4415934" y="4789794"/>
                <a:ext cx="1775262"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1"/>
                    </a:solidFill>
                  </a:rPr>
                  <a:t>Custom API integration</a:t>
                </a:r>
              </a:p>
            </p:txBody>
          </p:sp>
          <p:sp>
            <p:nvSpPr>
              <p:cNvPr id="22" name="Rectangle: Rounded Corners 21">
                <a:extLst>
                  <a:ext uri="{FF2B5EF4-FFF2-40B4-BE49-F238E27FC236}">
                    <a16:creationId xmlns:a16="http://schemas.microsoft.com/office/drawing/2014/main" id="{1B41D04B-E615-6B0D-36BE-5B7156DAA065}"/>
                  </a:ext>
                </a:extLst>
              </p:cNvPr>
              <p:cNvSpPr/>
              <p:nvPr/>
            </p:nvSpPr>
            <p:spPr>
              <a:xfrm>
                <a:off x="2813666" y="6003264"/>
                <a:ext cx="2382153" cy="323852"/>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mj-lt"/>
                  </a:rPr>
                  <a:t>Slow and painful</a:t>
                </a:r>
                <a:endParaRPr lang="en-IN" dirty="0">
                  <a:solidFill>
                    <a:schemeClr val="tx1">
                      <a:lumMod val="75000"/>
                      <a:lumOff val="25000"/>
                    </a:schemeClr>
                  </a:solidFill>
                  <a:latin typeface="+mj-lt"/>
                </a:endParaRPr>
              </a:p>
            </p:txBody>
          </p:sp>
          <p:sp>
            <p:nvSpPr>
              <p:cNvPr id="23" name="Rectangle: Rounded Corners 22">
                <a:extLst>
                  <a:ext uri="{FF2B5EF4-FFF2-40B4-BE49-F238E27FC236}">
                    <a16:creationId xmlns:a16="http://schemas.microsoft.com/office/drawing/2014/main" id="{C121E27B-3C54-8DCB-F7B8-B7B886590342}"/>
                  </a:ext>
                </a:extLst>
              </p:cNvPr>
              <p:cNvSpPr/>
              <p:nvPr/>
            </p:nvSpPr>
            <p:spPr>
              <a:xfrm>
                <a:off x="5680050" y="6040616"/>
                <a:ext cx="1860600" cy="285855"/>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75000"/>
                        <a:lumOff val="25000"/>
                      </a:schemeClr>
                    </a:solidFill>
                    <a:latin typeface="+mj-lt"/>
                  </a:rPr>
                  <a:t>Breaks easily</a:t>
                </a:r>
                <a:endParaRPr lang="en-IN">
                  <a:solidFill>
                    <a:schemeClr val="tx1">
                      <a:lumMod val="75000"/>
                      <a:lumOff val="25000"/>
                    </a:schemeClr>
                  </a:solidFill>
                  <a:latin typeface="+mj-lt"/>
                </a:endParaRPr>
              </a:p>
            </p:txBody>
          </p:sp>
          <p:sp>
            <p:nvSpPr>
              <p:cNvPr id="25" name="Text Placeholder 4">
                <a:extLst>
                  <a:ext uri="{FF2B5EF4-FFF2-40B4-BE49-F238E27FC236}">
                    <a16:creationId xmlns:a16="http://schemas.microsoft.com/office/drawing/2014/main" id="{C82F373D-64CE-F7D1-4084-11F93E89EA80}"/>
                  </a:ext>
                </a:extLst>
              </p:cNvPr>
              <p:cNvSpPr txBox="1">
                <a:spLocks/>
              </p:cNvSpPr>
              <p:nvPr/>
            </p:nvSpPr>
            <p:spPr>
              <a:xfrm>
                <a:off x="3567948" y="6605788"/>
                <a:ext cx="1389078"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1"/>
                    </a:solidFill>
                  </a:rPr>
                  <a:t>Hours of coding</a:t>
                </a:r>
              </a:p>
            </p:txBody>
          </p:sp>
          <p:sp>
            <p:nvSpPr>
              <p:cNvPr id="26" name="Text Placeholder 4">
                <a:extLst>
                  <a:ext uri="{FF2B5EF4-FFF2-40B4-BE49-F238E27FC236}">
                    <a16:creationId xmlns:a16="http://schemas.microsoft.com/office/drawing/2014/main" id="{A9232887-5CAE-26E7-7391-D33AC7ADEB5A}"/>
                  </a:ext>
                </a:extLst>
              </p:cNvPr>
              <p:cNvSpPr txBox="1">
                <a:spLocks/>
              </p:cNvSpPr>
              <p:nvPr/>
            </p:nvSpPr>
            <p:spPr>
              <a:xfrm>
                <a:off x="5496656" y="6605788"/>
                <a:ext cx="1532793" cy="70698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Fragile connection</a:t>
                </a:r>
              </a:p>
            </p:txBody>
          </p:sp>
        </p:grpSp>
        <p:sp>
          <p:nvSpPr>
            <p:cNvPr id="20" name="Rectangle: Rounded Corners 19">
              <a:extLst>
                <a:ext uri="{FF2B5EF4-FFF2-40B4-BE49-F238E27FC236}">
                  <a16:creationId xmlns:a16="http://schemas.microsoft.com/office/drawing/2014/main" id="{0E6688CA-4328-8804-F833-E05965587C88}"/>
                </a:ext>
              </a:extLst>
            </p:cNvPr>
            <p:cNvSpPr/>
            <p:nvPr/>
          </p:nvSpPr>
          <p:spPr>
            <a:xfrm>
              <a:off x="4378246" y="4297745"/>
              <a:ext cx="502735" cy="169951"/>
            </a:xfrm>
            <a:prstGeom prst="roundRect">
              <a:avLst>
                <a:gd name="adj" fmla="val 6102"/>
              </a:avLst>
            </a:prstGeom>
            <a:solidFill>
              <a:schemeClr val="bg1"/>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mj-lt"/>
                </a:rPr>
                <a:t> </a:t>
              </a:r>
              <a:endParaRPr lang="en-IN" dirty="0">
                <a:solidFill>
                  <a:schemeClr val="tx1">
                    <a:lumMod val="75000"/>
                    <a:lumOff val="25000"/>
                  </a:schemeClr>
                </a:solidFill>
                <a:latin typeface="+mj-lt"/>
              </a:endParaRPr>
            </a:p>
          </p:txBody>
        </p:sp>
      </p:grpSp>
      <p:grpSp>
        <p:nvGrpSpPr>
          <p:cNvPr id="40" name="Group 39">
            <a:extLst>
              <a:ext uri="{FF2B5EF4-FFF2-40B4-BE49-F238E27FC236}">
                <a16:creationId xmlns:a16="http://schemas.microsoft.com/office/drawing/2014/main" id="{343C19A1-569A-448D-FE46-B6B0DC62E871}"/>
              </a:ext>
            </a:extLst>
          </p:cNvPr>
          <p:cNvGrpSpPr/>
          <p:nvPr/>
        </p:nvGrpSpPr>
        <p:grpSpPr>
          <a:xfrm>
            <a:off x="2772237" y="6640743"/>
            <a:ext cx="1629229" cy="989215"/>
            <a:chOff x="9538738" y="7748547"/>
            <a:chExt cx="1629229" cy="899286"/>
          </a:xfrm>
        </p:grpSpPr>
        <p:sp>
          <p:nvSpPr>
            <p:cNvPr id="42" name="Rectangle: Rounded Corners 41">
              <a:extLst>
                <a:ext uri="{FF2B5EF4-FFF2-40B4-BE49-F238E27FC236}">
                  <a16:creationId xmlns:a16="http://schemas.microsoft.com/office/drawing/2014/main" id="{0F93C1A6-09E7-52BE-AA25-2EEC7DA5F882}"/>
                </a:ext>
              </a:extLst>
            </p:cNvPr>
            <p:cNvSpPr/>
            <p:nvPr/>
          </p:nvSpPr>
          <p:spPr>
            <a:xfrm>
              <a:off x="9538738" y="7748547"/>
              <a:ext cx="1629229" cy="899286"/>
            </a:xfrm>
            <a:prstGeom prst="roundRect">
              <a:avLst>
                <a:gd name="adj" fmla="val 4435"/>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 Placeholder 4">
              <a:extLst>
                <a:ext uri="{FF2B5EF4-FFF2-40B4-BE49-F238E27FC236}">
                  <a16:creationId xmlns:a16="http://schemas.microsoft.com/office/drawing/2014/main" id="{9C4BA710-D4BA-5A68-6320-992443548A45}"/>
                </a:ext>
              </a:extLst>
            </p:cNvPr>
            <p:cNvSpPr txBox="1">
              <a:spLocks/>
            </p:cNvSpPr>
            <p:nvPr/>
          </p:nvSpPr>
          <p:spPr>
            <a:xfrm>
              <a:off x="9573864" y="7878406"/>
              <a:ext cx="1550139" cy="64271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Hours of coding</a:t>
              </a:r>
            </a:p>
          </p:txBody>
        </p:sp>
      </p:grpSp>
      <p:grpSp>
        <p:nvGrpSpPr>
          <p:cNvPr id="44" name="Group 43">
            <a:extLst>
              <a:ext uri="{FF2B5EF4-FFF2-40B4-BE49-F238E27FC236}">
                <a16:creationId xmlns:a16="http://schemas.microsoft.com/office/drawing/2014/main" id="{EB888FC8-FB3C-7E89-F0CD-7ADC12A0DE96}"/>
              </a:ext>
            </a:extLst>
          </p:cNvPr>
          <p:cNvGrpSpPr/>
          <p:nvPr/>
        </p:nvGrpSpPr>
        <p:grpSpPr>
          <a:xfrm>
            <a:off x="4790295" y="6640743"/>
            <a:ext cx="1629229" cy="989215"/>
            <a:chOff x="9538738" y="7748547"/>
            <a:chExt cx="1629229" cy="899286"/>
          </a:xfrm>
        </p:grpSpPr>
        <p:sp>
          <p:nvSpPr>
            <p:cNvPr id="45" name="Rectangle: Rounded Corners 44">
              <a:extLst>
                <a:ext uri="{FF2B5EF4-FFF2-40B4-BE49-F238E27FC236}">
                  <a16:creationId xmlns:a16="http://schemas.microsoft.com/office/drawing/2014/main" id="{69F57835-B08F-B54E-E3D7-0051AA301B20}"/>
                </a:ext>
              </a:extLst>
            </p:cNvPr>
            <p:cNvSpPr/>
            <p:nvPr/>
          </p:nvSpPr>
          <p:spPr>
            <a:xfrm>
              <a:off x="9538738" y="7748547"/>
              <a:ext cx="1629229" cy="899286"/>
            </a:xfrm>
            <a:prstGeom prst="roundRect">
              <a:avLst>
                <a:gd name="adj" fmla="val 4435"/>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 Placeholder 4">
              <a:extLst>
                <a:ext uri="{FF2B5EF4-FFF2-40B4-BE49-F238E27FC236}">
                  <a16:creationId xmlns:a16="http://schemas.microsoft.com/office/drawing/2014/main" id="{5840984B-570B-F965-C95E-CEFABE87E0CA}"/>
                </a:ext>
              </a:extLst>
            </p:cNvPr>
            <p:cNvSpPr txBox="1">
              <a:spLocks/>
            </p:cNvSpPr>
            <p:nvPr/>
          </p:nvSpPr>
          <p:spPr>
            <a:xfrm>
              <a:off x="9573864" y="7878406"/>
              <a:ext cx="1550139" cy="64271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rPr>
                <a:t>Fragile connection</a:t>
              </a:r>
            </a:p>
          </p:txBody>
        </p:sp>
      </p:grpSp>
    </p:spTree>
    <p:custDataLst>
      <p:tags r:id="rId1"/>
    </p:custDataLst>
    <p:extLst>
      <p:ext uri="{BB962C8B-B14F-4D97-AF65-F5344CB8AC3E}">
        <p14:creationId xmlns:p14="http://schemas.microsoft.com/office/powerpoint/2010/main" val="3016315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FD85-F735-5D1D-65D7-C8C0228054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1EF5AA-A20E-9F66-A78A-976E2324A1A4}"/>
              </a:ext>
            </a:extLst>
          </p:cNvPr>
          <p:cNvSpPr>
            <a:spLocks noGrp="1"/>
          </p:cNvSpPr>
          <p:nvPr>
            <p:ph type="title"/>
          </p:nvPr>
        </p:nvSpPr>
        <p:spPr>
          <a:xfrm>
            <a:off x="-10160" y="229878"/>
            <a:ext cx="16276320" cy="687244"/>
          </a:xfrm>
        </p:spPr>
        <p:txBody>
          <a:bodyPr>
            <a:normAutofit/>
          </a:bodyPr>
          <a:lstStyle/>
          <a:p>
            <a:r>
              <a:rPr lang="en-US"/>
              <a:t>Three Roles: Host, Client, Server</a:t>
            </a:r>
            <a:endParaRPr lang="en-US"/>
          </a:p>
        </p:txBody>
      </p:sp>
      <p:sp>
        <p:nvSpPr>
          <p:cNvPr id="5" name="Text Placeholder 4">
            <a:extLst>
              <a:ext uri="{FF2B5EF4-FFF2-40B4-BE49-F238E27FC236}">
                <a16:creationId xmlns:a16="http://schemas.microsoft.com/office/drawing/2014/main" id="{2B2F0CF0-2BCA-4087-8E02-E448EA2CFECA}"/>
              </a:ext>
            </a:extLst>
          </p:cNvPr>
          <p:cNvSpPr>
            <a:spLocks noGrp="1"/>
          </p:cNvSpPr>
          <p:nvPr>
            <p:ph type="body" idx="10"/>
          </p:nvPr>
        </p:nvSpPr>
        <p:spPr/>
        <p:txBody>
          <a:bodyPr/>
          <a:lstStyle/>
          <a:p>
            <a:r>
              <a:rPr lang="en-US"/>
              <a:t>Think of ordering food on Swiggy:</a:t>
            </a:r>
            <a:endParaRPr lang="en-US"/>
          </a:p>
        </p:txBody>
      </p:sp>
      <p:sp>
        <p:nvSpPr>
          <p:cNvPr id="22" name="TextBox 21">
            <a:extLst>
              <a:ext uri="{FF2B5EF4-FFF2-40B4-BE49-F238E27FC236}">
                <a16:creationId xmlns:a16="http://schemas.microsoft.com/office/drawing/2014/main" id="{D47BFBB4-2F8B-445D-40C7-6E16F8CDF476}"/>
              </a:ext>
            </a:extLst>
          </p:cNvPr>
          <p:cNvSpPr txBox="1"/>
          <p:nvPr/>
        </p:nvSpPr>
        <p:spPr>
          <a:xfrm>
            <a:off x="3779520" y="7859737"/>
            <a:ext cx="8696960" cy="457176"/>
          </a:xfrm>
          <a:prstGeom prst="rect">
            <a:avLst/>
          </a:prstGeom>
          <a:noFill/>
        </p:spPr>
        <p:txBody>
          <a:bodyPr wrap="square">
            <a:spAutoFit/>
          </a:bodyPr>
          <a:lstStyle/>
          <a:p>
            <a:pPr algn="ctr">
              <a:lnSpc>
                <a:spcPct val="115000"/>
              </a:lnSpc>
            </a:pPr>
            <a:r>
              <a:rPr lang="en-US" sz="2200">
                <a:solidFill>
                  <a:srgbClr val="404040"/>
                </a:solidFill>
                <a:latin typeface="Open Sans" panose="020B0606030504020204" pitchFamily="34" charset="0"/>
              </a:rPr>
              <a:t>They talk in JSON-RPC: a standard “order slip” every side understands.</a:t>
            </a:r>
            <a:endParaRPr lang="en-US" sz="2200">
              <a:solidFill>
                <a:srgbClr val="404040"/>
              </a:solidFill>
              <a:latin typeface="Open Sans" panose="020B0606030504020204" pitchFamily="34" charset="0"/>
            </a:endParaRPr>
          </a:p>
        </p:txBody>
      </p:sp>
      <p:grpSp>
        <p:nvGrpSpPr>
          <p:cNvPr id="34" name="Group 33">
            <a:extLst>
              <a:ext uri="{FF2B5EF4-FFF2-40B4-BE49-F238E27FC236}">
                <a16:creationId xmlns:a16="http://schemas.microsoft.com/office/drawing/2014/main" id="{D995535C-E5F5-0251-6ECF-2AE918E74DED}"/>
              </a:ext>
            </a:extLst>
          </p:cNvPr>
          <p:cNvGrpSpPr/>
          <p:nvPr/>
        </p:nvGrpSpPr>
        <p:grpSpPr>
          <a:xfrm>
            <a:off x="3251200" y="2621284"/>
            <a:ext cx="10062148" cy="4658739"/>
            <a:chOff x="3251200" y="2621284"/>
            <a:chExt cx="10062148" cy="4658739"/>
          </a:xfrm>
        </p:grpSpPr>
        <p:grpSp>
          <p:nvGrpSpPr>
            <p:cNvPr id="2" name="Group 1">
              <a:extLst>
                <a:ext uri="{FF2B5EF4-FFF2-40B4-BE49-F238E27FC236}">
                  <a16:creationId xmlns:a16="http://schemas.microsoft.com/office/drawing/2014/main" id="{7AA3E347-4BFA-FD3A-3A03-40FFF7EEACEF}"/>
                </a:ext>
              </a:extLst>
            </p:cNvPr>
            <p:cNvGrpSpPr/>
            <p:nvPr/>
          </p:nvGrpSpPr>
          <p:grpSpPr>
            <a:xfrm rot="10800000">
              <a:off x="3251200" y="2621284"/>
              <a:ext cx="10062148" cy="4658739"/>
              <a:chOff x="4190739" y="3255483"/>
              <a:chExt cx="7874524" cy="3645877"/>
            </a:xfrm>
          </p:grpSpPr>
          <p:sp>
            <p:nvSpPr>
              <p:cNvPr id="3" name="Rectangle 7">
                <a:extLst>
                  <a:ext uri="{FF2B5EF4-FFF2-40B4-BE49-F238E27FC236}">
                    <a16:creationId xmlns:a16="http://schemas.microsoft.com/office/drawing/2014/main" id="{F500570E-4C41-387F-9504-CD55422777B4}"/>
                  </a:ext>
                </a:extLst>
              </p:cNvPr>
              <p:cNvSpPr/>
              <p:nvPr/>
            </p:nvSpPr>
            <p:spPr>
              <a:xfrm rot="16200000">
                <a:off x="5042732" y="5227045"/>
                <a:ext cx="822319" cy="2526306"/>
              </a:xfrm>
              <a:prstGeom prst="roundRect">
                <a:avLst/>
              </a:prstGeom>
              <a:noFill/>
              <a:ln>
                <a:solidFill>
                  <a:srgbClr val="4EB0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Rounded Corners 5">
                <a:extLst>
                  <a:ext uri="{FF2B5EF4-FFF2-40B4-BE49-F238E27FC236}">
                    <a16:creationId xmlns:a16="http://schemas.microsoft.com/office/drawing/2014/main" id="{8F13C559-B3C9-DA7E-EBB9-C1A1EBBDE005}"/>
                  </a:ext>
                </a:extLst>
              </p:cNvPr>
              <p:cNvSpPr/>
              <p:nvPr/>
            </p:nvSpPr>
            <p:spPr>
              <a:xfrm rot="16200000">
                <a:off x="4112205" y="3334017"/>
                <a:ext cx="2683373" cy="2526305"/>
              </a:xfrm>
              <a:prstGeom prst="roundRect">
                <a:avLst>
                  <a:gd name="adj" fmla="val 7015"/>
                </a:avLst>
              </a:prstGeom>
              <a:solidFill>
                <a:srgbClr val="4EB0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Rectangle: Rounded Corners 6">
                <a:extLst>
                  <a:ext uri="{FF2B5EF4-FFF2-40B4-BE49-F238E27FC236}">
                    <a16:creationId xmlns:a16="http://schemas.microsoft.com/office/drawing/2014/main" id="{06694256-225D-65B7-ED6B-8E4EDFA27805}"/>
                  </a:ext>
                </a:extLst>
              </p:cNvPr>
              <p:cNvSpPr/>
              <p:nvPr/>
            </p:nvSpPr>
            <p:spPr>
              <a:xfrm>
                <a:off x="4960860" y="5538592"/>
                <a:ext cx="986062" cy="845196"/>
              </a:xfrm>
              <a:prstGeom prst="roundRect">
                <a:avLst/>
              </a:prstGeom>
              <a:solidFill>
                <a:schemeClr val="bg1"/>
              </a:solidFill>
              <a:ln>
                <a:solidFill>
                  <a:srgbClr val="4EB0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7">
                <a:extLst>
                  <a:ext uri="{FF2B5EF4-FFF2-40B4-BE49-F238E27FC236}">
                    <a16:creationId xmlns:a16="http://schemas.microsoft.com/office/drawing/2014/main" id="{60B5A8EC-D93B-E1EC-065B-0AF786CD16FA}"/>
                  </a:ext>
                </a:extLst>
              </p:cNvPr>
              <p:cNvSpPr/>
              <p:nvPr/>
            </p:nvSpPr>
            <p:spPr>
              <a:xfrm rot="16200000">
                <a:off x="7716840" y="5227046"/>
                <a:ext cx="822321" cy="2526306"/>
              </a:xfrm>
              <a:prstGeom prst="roundRect">
                <a:avLst/>
              </a:prstGeom>
              <a:noFill/>
              <a:ln>
                <a:solidFill>
                  <a:srgbClr val="BB7B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Rounded Corners 9">
                <a:extLst>
                  <a:ext uri="{FF2B5EF4-FFF2-40B4-BE49-F238E27FC236}">
                    <a16:creationId xmlns:a16="http://schemas.microsoft.com/office/drawing/2014/main" id="{4B76D331-1108-37F1-92CD-FCEB00DACEB4}"/>
                  </a:ext>
                </a:extLst>
              </p:cNvPr>
              <p:cNvSpPr/>
              <p:nvPr/>
            </p:nvSpPr>
            <p:spPr>
              <a:xfrm rot="16200000">
                <a:off x="6786314" y="3334017"/>
                <a:ext cx="2683373" cy="2526305"/>
              </a:xfrm>
              <a:prstGeom prst="roundRect">
                <a:avLst>
                  <a:gd name="adj" fmla="val 7819"/>
                </a:avLst>
              </a:prstGeom>
              <a:solidFill>
                <a:srgbClr val="BB7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Rounded Corners 10">
                <a:extLst>
                  <a:ext uri="{FF2B5EF4-FFF2-40B4-BE49-F238E27FC236}">
                    <a16:creationId xmlns:a16="http://schemas.microsoft.com/office/drawing/2014/main" id="{E1EC0480-328F-DC16-558A-C951D6F8C4E8}"/>
                  </a:ext>
                </a:extLst>
              </p:cNvPr>
              <p:cNvSpPr/>
              <p:nvPr/>
            </p:nvSpPr>
            <p:spPr>
              <a:xfrm>
                <a:off x="7634970" y="5523878"/>
                <a:ext cx="986062" cy="845196"/>
              </a:xfrm>
              <a:prstGeom prst="roundRect">
                <a:avLst/>
              </a:prstGeom>
              <a:solidFill>
                <a:schemeClr val="bg1"/>
              </a:solidFill>
              <a:ln>
                <a:solidFill>
                  <a:srgbClr val="BB7B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7">
                <a:extLst>
                  <a:ext uri="{FF2B5EF4-FFF2-40B4-BE49-F238E27FC236}">
                    <a16:creationId xmlns:a16="http://schemas.microsoft.com/office/drawing/2014/main" id="{33FA20A9-2FC5-0CA8-E711-F51B8DEA86D8}"/>
                  </a:ext>
                </a:extLst>
              </p:cNvPr>
              <p:cNvSpPr/>
              <p:nvPr/>
            </p:nvSpPr>
            <p:spPr>
              <a:xfrm rot="16200000">
                <a:off x="10390949" y="5227046"/>
                <a:ext cx="822322" cy="2526306"/>
              </a:xfrm>
              <a:prstGeom prst="roundRect">
                <a:avLst/>
              </a:prstGeom>
              <a:noFill/>
              <a:ln>
                <a:solidFill>
                  <a:srgbClr val="848C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Rounded Corners 13">
                <a:extLst>
                  <a:ext uri="{FF2B5EF4-FFF2-40B4-BE49-F238E27FC236}">
                    <a16:creationId xmlns:a16="http://schemas.microsoft.com/office/drawing/2014/main" id="{C0DFAF83-899B-03C0-2330-8548E9EDB991}"/>
                  </a:ext>
                </a:extLst>
              </p:cNvPr>
              <p:cNvSpPr/>
              <p:nvPr/>
            </p:nvSpPr>
            <p:spPr>
              <a:xfrm rot="16200000">
                <a:off x="9460423" y="3334017"/>
                <a:ext cx="2683373" cy="2526305"/>
              </a:xfrm>
              <a:prstGeom prst="roundRect">
                <a:avLst>
                  <a:gd name="adj" fmla="val 6211"/>
                </a:avLst>
              </a:prstGeom>
              <a:solidFill>
                <a:srgbClr val="848C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Rounded Corners 14">
                <a:extLst>
                  <a:ext uri="{FF2B5EF4-FFF2-40B4-BE49-F238E27FC236}">
                    <a16:creationId xmlns:a16="http://schemas.microsoft.com/office/drawing/2014/main" id="{BC9D78FF-7DCC-FBB4-4E36-4A4FED590EEB}"/>
                  </a:ext>
                </a:extLst>
              </p:cNvPr>
              <p:cNvSpPr/>
              <p:nvPr/>
            </p:nvSpPr>
            <p:spPr>
              <a:xfrm>
                <a:off x="10328779" y="5507513"/>
                <a:ext cx="986062" cy="845196"/>
              </a:xfrm>
              <a:prstGeom prst="roundRect">
                <a:avLst/>
              </a:prstGeom>
              <a:solidFill>
                <a:schemeClr val="bg1"/>
              </a:solidFill>
              <a:ln>
                <a:solidFill>
                  <a:srgbClr val="848C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200">
                  <a:latin typeface="Open Sans" panose="020B0606030504020204" pitchFamily="34" charset="0"/>
                  <a:ea typeface="Open Sans" panose="020B0606030504020204" pitchFamily="34" charset="0"/>
                  <a:cs typeface="Open Sans" panose="020B0606030504020204" pitchFamily="34" charset="0"/>
                </a:endParaRPr>
              </a:p>
            </p:txBody>
          </p:sp>
        </p:grpSp>
        <p:sp>
          <p:nvSpPr>
            <p:cNvPr id="18" name="TextBox 17">
              <a:extLst>
                <a:ext uri="{FF2B5EF4-FFF2-40B4-BE49-F238E27FC236}">
                  <a16:creationId xmlns:a16="http://schemas.microsoft.com/office/drawing/2014/main" id="{F756A2D8-60E0-148B-D477-73183BCB88DA}"/>
                </a:ext>
              </a:extLst>
            </p:cNvPr>
            <p:cNvSpPr txBox="1"/>
            <p:nvPr/>
          </p:nvSpPr>
          <p:spPr>
            <a:xfrm>
              <a:off x="4362919" y="2825467"/>
              <a:ext cx="1004700" cy="457176"/>
            </a:xfrm>
            <a:prstGeom prst="rect">
              <a:avLst/>
            </a:prstGeom>
            <a:noFill/>
          </p:spPr>
          <p:txBody>
            <a:bodyPr wrap="square">
              <a:spAutoFit/>
            </a:bodyPr>
            <a:lstStyle/>
            <a:p>
              <a:pPr algn="ctr">
                <a:lnSpc>
                  <a:spcPct val="115000"/>
                </a:lnSpc>
              </a:pPr>
              <a:r>
                <a:rPr lang="en-US" sz="2200" b="1">
                  <a:solidFill>
                    <a:srgbClr val="404040"/>
                  </a:solidFill>
                  <a:latin typeface="Open Sans" panose="020B0606030504020204" pitchFamily="34" charset="0"/>
                </a:rPr>
                <a:t>Host</a:t>
              </a:r>
            </a:p>
          </p:txBody>
        </p:sp>
        <p:sp>
          <p:nvSpPr>
            <p:cNvPr id="19" name="TextBox 18">
              <a:extLst>
                <a:ext uri="{FF2B5EF4-FFF2-40B4-BE49-F238E27FC236}">
                  <a16:creationId xmlns:a16="http://schemas.microsoft.com/office/drawing/2014/main" id="{E994340A-3901-E04B-66F4-8501E4968A10}"/>
                </a:ext>
              </a:extLst>
            </p:cNvPr>
            <p:cNvSpPr txBox="1"/>
            <p:nvPr/>
          </p:nvSpPr>
          <p:spPr>
            <a:xfrm>
              <a:off x="7779924" y="2825467"/>
              <a:ext cx="1004700" cy="457176"/>
            </a:xfrm>
            <a:prstGeom prst="rect">
              <a:avLst/>
            </a:prstGeom>
            <a:noFill/>
          </p:spPr>
          <p:txBody>
            <a:bodyPr wrap="square">
              <a:spAutoFit/>
            </a:bodyPr>
            <a:lstStyle/>
            <a:p>
              <a:pPr algn="ctr">
                <a:lnSpc>
                  <a:spcPct val="115000"/>
                </a:lnSpc>
              </a:pPr>
              <a:r>
                <a:rPr lang="en-US" sz="2200" b="1">
                  <a:solidFill>
                    <a:srgbClr val="404040"/>
                  </a:solidFill>
                  <a:latin typeface="Open Sans" panose="020B0606030504020204" pitchFamily="34" charset="0"/>
                </a:rPr>
                <a:t>Client</a:t>
              </a:r>
            </a:p>
          </p:txBody>
        </p:sp>
        <p:sp>
          <p:nvSpPr>
            <p:cNvPr id="20" name="TextBox 19">
              <a:extLst>
                <a:ext uri="{FF2B5EF4-FFF2-40B4-BE49-F238E27FC236}">
                  <a16:creationId xmlns:a16="http://schemas.microsoft.com/office/drawing/2014/main" id="{37D046CA-D02A-EF7B-DC71-A1AA95D8F44B}"/>
                </a:ext>
              </a:extLst>
            </p:cNvPr>
            <p:cNvSpPr txBox="1"/>
            <p:nvPr/>
          </p:nvSpPr>
          <p:spPr>
            <a:xfrm>
              <a:off x="11108658" y="2825467"/>
              <a:ext cx="1181242" cy="457176"/>
            </a:xfrm>
            <a:prstGeom prst="rect">
              <a:avLst/>
            </a:prstGeom>
            <a:noFill/>
          </p:spPr>
          <p:txBody>
            <a:bodyPr wrap="square">
              <a:spAutoFit/>
            </a:bodyPr>
            <a:lstStyle/>
            <a:p>
              <a:pPr algn="ctr">
                <a:lnSpc>
                  <a:spcPct val="115000"/>
                </a:lnSpc>
              </a:pPr>
              <a:r>
                <a:rPr lang="en-US" sz="2200" b="1">
                  <a:solidFill>
                    <a:srgbClr val="404040"/>
                  </a:solidFill>
                  <a:latin typeface="Open Sans" panose="020B0606030504020204" pitchFamily="34" charset="0"/>
                </a:rPr>
                <a:t>Server</a:t>
              </a:r>
            </a:p>
          </p:txBody>
        </p:sp>
        <p:sp>
          <p:nvSpPr>
            <p:cNvPr id="25" name="TextBox 24">
              <a:extLst>
                <a:ext uri="{FF2B5EF4-FFF2-40B4-BE49-F238E27FC236}">
                  <a16:creationId xmlns:a16="http://schemas.microsoft.com/office/drawing/2014/main" id="{40136B32-5570-329C-3316-9BC8A08E35FB}"/>
                </a:ext>
              </a:extLst>
            </p:cNvPr>
            <p:cNvSpPr txBox="1"/>
            <p:nvPr/>
          </p:nvSpPr>
          <p:spPr>
            <a:xfrm>
              <a:off x="3312161" y="4714916"/>
              <a:ext cx="3261612" cy="846514"/>
            </a:xfrm>
            <a:prstGeom prst="rect">
              <a:avLst/>
            </a:prstGeom>
            <a:noFill/>
          </p:spPr>
          <p:txBody>
            <a:bodyPr wrap="square">
              <a:spAutoFit/>
            </a:bodyPr>
            <a:lstStyle/>
            <a:p>
              <a:pPr marL="342900" indent="-342900">
                <a:lnSpc>
                  <a:spcPct val="115000"/>
                </a:lnSpc>
                <a:buFont typeface="Arial" panose="020B0604020202020204" pitchFamily="34" charset="0"/>
                <a:buChar char="•"/>
              </a:pPr>
              <a:r>
                <a:rPr lang="en-US" sz="2200">
                  <a:solidFill>
                    <a:schemeClr val="bg1"/>
                  </a:solidFill>
                  <a:latin typeface="Open Sans" panose="020B0606030504020204" pitchFamily="34" charset="0"/>
                </a:rPr>
                <a:t>The AI app you use (ChatGPT, Claude)</a:t>
              </a:r>
              <a:endParaRPr lang="en-US" sz="2200">
                <a:solidFill>
                  <a:schemeClr val="bg1"/>
                </a:solidFill>
                <a:latin typeface="Open Sans" panose="020B0606030504020204" pitchFamily="34" charset="0"/>
              </a:endParaRPr>
            </a:p>
            <a:p>
              <a:pPr marL="342900" indent="-342900">
                <a:lnSpc>
                  <a:spcPct val="115000"/>
                </a:lnSpc>
                <a:buFont typeface="Arial" panose="020B0604020202020204" pitchFamily="34" charset="0"/>
                <a:buChar char="•"/>
              </a:pPr>
              <a:r>
                <a:rPr lang="en-US" sz="2200">
                  <a:solidFill>
                    <a:schemeClr val="bg1"/>
                  </a:solidFill>
                  <a:latin typeface="Open Sans" panose="020B0606030504020204" pitchFamily="34" charset="0"/>
                </a:rPr>
                <a:t>Like the Swiggy app</a:t>
              </a:r>
              <a:endParaRPr lang="en-US" sz="2200">
                <a:solidFill>
                  <a:schemeClr val="bg1"/>
                </a:solidFill>
                <a:latin typeface="Open Sans" panose="020B0606030504020204" pitchFamily="34" charset="0"/>
              </a:endParaRPr>
            </a:p>
          </p:txBody>
        </p:sp>
        <p:sp>
          <p:nvSpPr>
            <p:cNvPr id="27" name="TextBox 26">
              <a:extLst>
                <a:ext uri="{FF2B5EF4-FFF2-40B4-BE49-F238E27FC236}">
                  <a16:creationId xmlns:a16="http://schemas.microsoft.com/office/drawing/2014/main" id="{73D75D00-DEDC-F0C7-06D0-83AC602F6048}"/>
                </a:ext>
              </a:extLst>
            </p:cNvPr>
            <p:cNvSpPr txBox="1"/>
            <p:nvPr/>
          </p:nvSpPr>
          <p:spPr>
            <a:xfrm>
              <a:off x="6786629" y="4690469"/>
              <a:ext cx="3298580" cy="1235851"/>
            </a:xfrm>
            <a:prstGeom prst="rect">
              <a:avLst/>
            </a:prstGeom>
            <a:noFill/>
          </p:spPr>
          <p:txBody>
            <a:bodyPr wrap="square">
              <a:spAutoFit/>
            </a:bodyPr>
            <a:lstStyle/>
            <a:p>
              <a:pPr marL="342900" indent="-342900">
                <a:lnSpc>
                  <a:spcPct val="115000"/>
                </a:lnSpc>
                <a:buFont typeface="Arial" panose="020B0604020202020204" pitchFamily="34" charset="0"/>
                <a:buChar char="•"/>
              </a:pPr>
              <a:r>
                <a:rPr lang="en-US" sz="2200">
                  <a:solidFill>
                    <a:schemeClr val="bg1"/>
                  </a:solidFill>
                  <a:latin typeface="Open Sans" panose="020B0606030504020204" pitchFamily="34" charset="0"/>
                </a:rPr>
                <a:t>The connector inside the app, one per server</a:t>
              </a:r>
              <a:endParaRPr lang="en-US" sz="2200">
                <a:solidFill>
                  <a:schemeClr val="bg1"/>
                </a:solidFill>
                <a:latin typeface="Open Sans" panose="020B0606030504020204" pitchFamily="34" charset="0"/>
              </a:endParaRPr>
            </a:p>
            <a:p>
              <a:pPr marL="342900" indent="-342900">
                <a:lnSpc>
                  <a:spcPct val="115000"/>
                </a:lnSpc>
                <a:buFont typeface="Arial" panose="020B0604020202020204" pitchFamily="34" charset="0"/>
                <a:buChar char="•"/>
              </a:pPr>
              <a:r>
                <a:rPr lang="en-US" sz="2200">
                  <a:solidFill>
                    <a:schemeClr val="bg1"/>
                  </a:solidFill>
                  <a:latin typeface="Open Sans" panose="020B0606030504020204" pitchFamily="34" charset="0"/>
                </a:rPr>
                <a:t>Like the delivery partner</a:t>
              </a:r>
              <a:endParaRPr lang="en-US" sz="2200">
                <a:solidFill>
                  <a:schemeClr val="bg1"/>
                </a:solidFill>
                <a:latin typeface="Open Sans" panose="020B0606030504020204" pitchFamily="34" charset="0"/>
              </a:endParaRPr>
            </a:p>
          </p:txBody>
        </p:sp>
        <p:sp>
          <p:nvSpPr>
            <p:cNvPr id="30" name="TextBox 29">
              <a:extLst>
                <a:ext uri="{FF2B5EF4-FFF2-40B4-BE49-F238E27FC236}">
                  <a16:creationId xmlns:a16="http://schemas.microsoft.com/office/drawing/2014/main" id="{10DABEC0-5CAD-1E8F-2110-FE3D83B7C34D}"/>
                </a:ext>
              </a:extLst>
            </p:cNvPr>
            <p:cNvSpPr txBox="1"/>
            <p:nvPr/>
          </p:nvSpPr>
          <p:spPr>
            <a:xfrm>
              <a:off x="10203633" y="4689673"/>
              <a:ext cx="2858660" cy="1625188"/>
            </a:xfrm>
            <a:prstGeom prst="rect">
              <a:avLst/>
            </a:prstGeom>
            <a:noFill/>
          </p:spPr>
          <p:txBody>
            <a:bodyPr wrap="square">
              <a:spAutoFit/>
            </a:bodyPr>
            <a:lstStyle/>
            <a:p>
              <a:pPr marL="342900" indent="-342900">
                <a:lnSpc>
                  <a:spcPct val="115000"/>
                </a:lnSpc>
                <a:buFont typeface="Arial" panose="020B0604020202020204" pitchFamily="34" charset="0"/>
                <a:buChar char="•"/>
              </a:pPr>
              <a:r>
                <a:rPr lang="en-US" sz="2200">
                  <a:solidFill>
                    <a:schemeClr val="bg1"/>
                  </a:solidFill>
                  <a:latin typeface="Open Sans" panose="020B0606030504020204" pitchFamily="34" charset="0"/>
                </a:rPr>
                <a:t>Offers tools and data</a:t>
              </a:r>
              <a:endParaRPr lang="en-US" sz="2200">
                <a:solidFill>
                  <a:schemeClr val="bg1"/>
                </a:solidFill>
                <a:latin typeface="Open Sans" panose="020B0606030504020204" pitchFamily="34" charset="0"/>
              </a:endParaRPr>
            </a:p>
            <a:p>
              <a:pPr marL="342900" indent="-342900">
                <a:lnSpc>
                  <a:spcPct val="115000"/>
                </a:lnSpc>
                <a:buFont typeface="Arial" panose="020B0604020202020204" pitchFamily="34" charset="0"/>
                <a:buChar char="•"/>
              </a:pPr>
              <a:r>
                <a:rPr lang="en-US" sz="2200">
                  <a:solidFill>
                    <a:schemeClr val="bg1"/>
                  </a:solidFill>
                  <a:latin typeface="Open Sans" panose="020B0606030504020204" pitchFamily="34" charset="0"/>
                </a:rPr>
                <a:t>Like the restaurant and its menu</a:t>
              </a:r>
              <a:endParaRPr lang="en-US" sz="2200">
                <a:solidFill>
                  <a:schemeClr val="bg1"/>
                </a:solidFill>
                <a:latin typeface="Open Sans" panose="020B0606030504020204" pitchFamily="34" charset="0"/>
              </a:endParaRPr>
            </a:p>
          </p:txBody>
        </p:sp>
        <p:pic>
          <p:nvPicPr>
            <p:cNvPr id="31" name="Picture 30">
              <a:extLst>
                <a:ext uri="{FF2B5EF4-FFF2-40B4-BE49-F238E27FC236}">
                  <a16:creationId xmlns:a16="http://schemas.microsoft.com/office/drawing/2014/main" id="{F655F715-5B96-735A-A1DD-B4F3D93EE128}"/>
                </a:ext>
              </a:extLst>
            </p:cNvPr>
            <p:cNvPicPr>
              <a:picLocks noChangeAspect="1"/>
            </p:cNvPicPr>
            <p:nvPr/>
          </p:nvPicPr>
          <p:blipFill>
            <a:blip r:embed="rId3"/>
            <a:stretch>
              <a:fillRect/>
            </a:stretch>
          </p:blipFill>
          <p:spPr>
            <a:xfrm>
              <a:off x="11263037" y="3399328"/>
              <a:ext cx="872484" cy="872484"/>
            </a:xfrm>
            <a:prstGeom prst="rect">
              <a:avLst/>
            </a:prstGeom>
          </p:spPr>
        </p:pic>
        <p:pic>
          <p:nvPicPr>
            <p:cNvPr id="32" name="Picture 31">
              <a:extLst>
                <a:ext uri="{FF2B5EF4-FFF2-40B4-BE49-F238E27FC236}">
                  <a16:creationId xmlns:a16="http://schemas.microsoft.com/office/drawing/2014/main" id="{FB6D7DF8-FE1D-30B7-3747-564AB3FB25C1}"/>
                </a:ext>
              </a:extLst>
            </p:cNvPr>
            <p:cNvPicPr>
              <a:picLocks noChangeAspect="1"/>
            </p:cNvPicPr>
            <p:nvPr/>
          </p:nvPicPr>
          <p:blipFill>
            <a:blip r:embed="rId4"/>
            <a:srcRect l="16815" t="15010" r="12667" b="13721"/>
            <a:stretch/>
          </p:blipFill>
          <p:spPr>
            <a:xfrm>
              <a:off x="7848194" y="3390262"/>
              <a:ext cx="934374" cy="944317"/>
            </a:xfrm>
            <a:prstGeom prst="rect">
              <a:avLst/>
            </a:prstGeom>
          </p:spPr>
        </p:pic>
        <p:pic>
          <p:nvPicPr>
            <p:cNvPr id="33" name="Picture 32">
              <a:extLst>
                <a:ext uri="{FF2B5EF4-FFF2-40B4-BE49-F238E27FC236}">
                  <a16:creationId xmlns:a16="http://schemas.microsoft.com/office/drawing/2014/main" id="{A3D0D01A-A650-0D79-7660-D6FB0D116497}"/>
                </a:ext>
              </a:extLst>
            </p:cNvPr>
            <p:cNvPicPr>
              <a:picLocks noChangeAspect="1"/>
            </p:cNvPicPr>
            <p:nvPr/>
          </p:nvPicPr>
          <p:blipFill>
            <a:blip r:embed="rId5"/>
            <a:stretch>
              <a:fillRect/>
            </a:stretch>
          </p:blipFill>
          <p:spPr>
            <a:xfrm>
              <a:off x="4451725" y="3477619"/>
              <a:ext cx="827087" cy="827087"/>
            </a:xfrm>
            <a:prstGeom prst="rect">
              <a:avLst/>
            </a:prstGeom>
          </p:spPr>
        </p:pic>
      </p:grpSp>
      <p:sp>
        <p:nvSpPr>
          <p:cNvPr id="12" name="Brandline">
            <a:extLst>
              <a:ext uri="{FF2B5EF4-FFF2-40B4-BE49-F238E27FC236}">
                <a16:creationId xmlns:a16="http://schemas.microsoft.com/office/drawing/2014/main" id="{229D4BCC-489C-B061-86A3-7D9C9EC34D44}"/>
              </a:ext>
            </a:extLst>
          </p:cNvPr>
          <p:cNvSpPr/>
          <p:nvPr/>
        </p:nvSpPr>
        <p:spPr>
          <a:xfrm>
            <a:off x="4483100" y="816324"/>
            <a:ext cx="729670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2009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9077A-5A6C-2B71-7442-4DC24F6FEB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58B2205-2487-A578-C0D6-85B85F71346E}"/>
              </a:ext>
            </a:extLst>
          </p:cNvPr>
          <p:cNvSpPr>
            <a:spLocks noGrp="1"/>
          </p:cNvSpPr>
          <p:nvPr>
            <p:ph type="title"/>
          </p:nvPr>
        </p:nvSpPr>
        <p:spPr/>
        <p:txBody>
          <a:bodyPr/>
          <a:lstStyle/>
          <a:p>
            <a:r>
              <a:rPr lang="en-US"/>
              <a:t>How Messages Travel: Same Computer or Internet</a:t>
            </a:r>
            <a:endParaRPr lang="en-US"/>
          </a:p>
        </p:txBody>
      </p:sp>
      <p:sp>
        <p:nvSpPr>
          <p:cNvPr id="10" name="TextBox 9">
            <a:extLst>
              <a:ext uri="{FF2B5EF4-FFF2-40B4-BE49-F238E27FC236}">
                <a16:creationId xmlns:a16="http://schemas.microsoft.com/office/drawing/2014/main" id="{5A782418-9AA4-4FCD-67BF-EED8CF90660C}"/>
              </a:ext>
            </a:extLst>
          </p:cNvPr>
          <p:cNvSpPr txBox="1"/>
          <p:nvPr/>
        </p:nvSpPr>
        <p:spPr>
          <a:xfrm>
            <a:off x="2099524" y="7696660"/>
            <a:ext cx="12056952" cy="769441"/>
          </a:xfrm>
          <a:prstGeom prst="rect">
            <a:avLst/>
          </a:prstGeom>
          <a:noFill/>
        </p:spPr>
        <p:txBody>
          <a:bodyPr wrap="square">
            <a:spAutoFit/>
          </a:bodyPr>
          <a:lstStyle/>
          <a:p>
            <a:pPr algn="ctr"/>
            <a:r>
              <a:rPr lang="en-US" sz="2200" dirty="0">
                <a:solidFill>
                  <a:schemeClr val="tx1">
                    <a:lumMod val="75000"/>
                    <a:lumOff val="25000"/>
                  </a:schemeClr>
                </a:solidFill>
              </a:rPr>
              <a:t>Whichever route, every message uses the same format (JSON-RPC 2.0), like a standard printed order slip.</a:t>
            </a:r>
            <a:endParaRPr lang="en-US" sz="2200" dirty="0">
              <a:solidFill>
                <a:schemeClr val="tx1">
                  <a:lumMod val="75000"/>
                  <a:lumOff val="25000"/>
                </a:schemeClr>
              </a:solidFill>
            </a:endParaRPr>
          </a:p>
        </p:txBody>
      </p:sp>
      <p:sp>
        <p:nvSpPr>
          <p:cNvPr id="12" name="TextBox 11">
            <a:extLst>
              <a:ext uri="{FF2B5EF4-FFF2-40B4-BE49-F238E27FC236}">
                <a16:creationId xmlns:a16="http://schemas.microsoft.com/office/drawing/2014/main" id="{DD7128DB-F7CD-ECA1-8C0F-89FD62B0EA20}"/>
              </a:ext>
            </a:extLst>
          </p:cNvPr>
          <p:cNvSpPr txBox="1"/>
          <p:nvPr/>
        </p:nvSpPr>
        <p:spPr>
          <a:xfrm>
            <a:off x="1762631" y="1513615"/>
            <a:ext cx="12730739" cy="769441"/>
          </a:xfrm>
          <a:prstGeom prst="rect">
            <a:avLst/>
          </a:prstGeom>
          <a:noFill/>
        </p:spPr>
        <p:txBody>
          <a:bodyPr wrap="square">
            <a:spAutoFit/>
          </a:bodyPr>
          <a:lstStyle/>
          <a:p>
            <a:pPr algn="ctr"/>
            <a:r>
              <a:rPr lang="en-IN" sz="2200" dirty="0">
                <a:solidFill>
                  <a:schemeClr val="tx1">
                    <a:lumMod val="75000"/>
                    <a:lumOff val="25000"/>
                  </a:schemeClr>
                </a:solidFill>
              </a:rPr>
              <a:t>stdio: both sides on the same computer, like an office intercom. HTTP: over the internet, like a phone call. Our demo server uses HTTP.</a:t>
            </a:r>
            <a:endParaRPr lang="en-IN" sz="2200" dirty="0">
              <a:solidFill>
                <a:schemeClr val="tx1">
                  <a:lumMod val="75000"/>
                  <a:lumOff val="25000"/>
                </a:schemeClr>
              </a:solidFill>
            </a:endParaRPr>
          </a:p>
        </p:txBody>
      </p:sp>
      <p:sp>
        <p:nvSpPr>
          <p:cNvPr id="16" name="Brandline_LVC">
            <a:extLst>
              <a:ext uri="{FF2B5EF4-FFF2-40B4-BE49-F238E27FC236}">
                <a16:creationId xmlns:a16="http://schemas.microsoft.com/office/drawing/2014/main" id="{664C1F57-558F-BEB9-9FF9-92DC81310681}"/>
              </a:ext>
            </a:extLst>
          </p:cNvPr>
          <p:cNvSpPr/>
          <p:nvPr/>
        </p:nvSpPr>
        <p:spPr>
          <a:xfrm>
            <a:off x="6375400" y="816324"/>
            <a:ext cx="35131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5" name="Group 94">
            <a:extLst>
              <a:ext uri="{FF2B5EF4-FFF2-40B4-BE49-F238E27FC236}">
                <a16:creationId xmlns:a16="http://schemas.microsoft.com/office/drawing/2014/main" id="{D39C2BBE-6E6C-0B48-A305-7DD0953848D9}"/>
              </a:ext>
            </a:extLst>
          </p:cNvPr>
          <p:cNvGrpSpPr/>
          <p:nvPr/>
        </p:nvGrpSpPr>
        <p:grpSpPr>
          <a:xfrm>
            <a:off x="1156663" y="2697913"/>
            <a:ext cx="13942673" cy="4413094"/>
            <a:chOff x="1156663" y="2697913"/>
            <a:chExt cx="13942673" cy="4413094"/>
          </a:xfrm>
        </p:grpSpPr>
        <p:grpSp>
          <p:nvGrpSpPr>
            <p:cNvPr id="90" name="Group 89">
              <a:extLst>
                <a:ext uri="{FF2B5EF4-FFF2-40B4-BE49-F238E27FC236}">
                  <a16:creationId xmlns:a16="http://schemas.microsoft.com/office/drawing/2014/main" id="{9B164089-D9F2-37B6-9A82-A39F8511265C}"/>
                </a:ext>
              </a:extLst>
            </p:cNvPr>
            <p:cNvGrpSpPr/>
            <p:nvPr/>
          </p:nvGrpSpPr>
          <p:grpSpPr>
            <a:xfrm>
              <a:off x="1156663" y="2697913"/>
              <a:ext cx="13942673" cy="4413094"/>
              <a:chOff x="840129" y="2673223"/>
              <a:chExt cx="13942673" cy="4413094"/>
            </a:xfrm>
          </p:grpSpPr>
          <p:grpSp>
            <p:nvGrpSpPr>
              <p:cNvPr id="65" name="Group 64">
                <a:extLst>
                  <a:ext uri="{FF2B5EF4-FFF2-40B4-BE49-F238E27FC236}">
                    <a16:creationId xmlns:a16="http://schemas.microsoft.com/office/drawing/2014/main" id="{89EAD05D-9F79-26A0-A938-9F855A725097}"/>
                  </a:ext>
                </a:extLst>
              </p:cNvPr>
              <p:cNvGrpSpPr/>
              <p:nvPr/>
            </p:nvGrpSpPr>
            <p:grpSpPr>
              <a:xfrm>
                <a:off x="840129" y="2673223"/>
                <a:ext cx="12928782" cy="4413093"/>
                <a:chOff x="1114449" y="2673223"/>
                <a:chExt cx="12928782" cy="4413093"/>
              </a:xfrm>
            </p:grpSpPr>
            <p:grpSp>
              <p:nvGrpSpPr>
                <p:cNvPr id="2" name="Group 1">
                  <a:extLst>
                    <a:ext uri="{FF2B5EF4-FFF2-40B4-BE49-F238E27FC236}">
                      <a16:creationId xmlns:a16="http://schemas.microsoft.com/office/drawing/2014/main" id="{825203CB-CAF0-BA1D-8158-2D0EA8CD2D08}"/>
                    </a:ext>
                  </a:extLst>
                </p:cNvPr>
                <p:cNvGrpSpPr/>
                <p:nvPr/>
              </p:nvGrpSpPr>
              <p:grpSpPr>
                <a:xfrm>
                  <a:off x="1114449" y="2673223"/>
                  <a:ext cx="12928782" cy="4413093"/>
                  <a:chOff x="1114449" y="2844673"/>
                  <a:chExt cx="12928782" cy="4413093"/>
                </a:xfrm>
              </p:grpSpPr>
              <p:grpSp>
                <p:nvGrpSpPr>
                  <p:cNvPr id="3" name="Group 2">
                    <a:extLst>
                      <a:ext uri="{FF2B5EF4-FFF2-40B4-BE49-F238E27FC236}">
                        <a16:creationId xmlns:a16="http://schemas.microsoft.com/office/drawing/2014/main" id="{0B310AF4-7EE5-A51B-FC70-729E80BB60E2}"/>
                      </a:ext>
                    </a:extLst>
                  </p:cNvPr>
                  <p:cNvGrpSpPr/>
                  <p:nvPr/>
                </p:nvGrpSpPr>
                <p:grpSpPr>
                  <a:xfrm>
                    <a:off x="1114449" y="2844673"/>
                    <a:ext cx="12928782" cy="4413093"/>
                    <a:chOff x="-160061" y="2858321"/>
                    <a:chExt cx="12928782" cy="4413093"/>
                  </a:xfrm>
                </p:grpSpPr>
                <p:grpSp>
                  <p:nvGrpSpPr>
                    <p:cNvPr id="14" name="Group 13">
                      <a:extLst>
                        <a:ext uri="{FF2B5EF4-FFF2-40B4-BE49-F238E27FC236}">
                          <a16:creationId xmlns:a16="http://schemas.microsoft.com/office/drawing/2014/main" id="{6E336C96-A6BE-0AE1-204C-249410BDB5C8}"/>
                        </a:ext>
                      </a:extLst>
                    </p:cNvPr>
                    <p:cNvGrpSpPr/>
                    <p:nvPr/>
                  </p:nvGrpSpPr>
                  <p:grpSpPr>
                    <a:xfrm>
                      <a:off x="-160061" y="2858321"/>
                      <a:ext cx="12920705" cy="4413093"/>
                      <a:chOff x="-661200" y="2221439"/>
                      <a:chExt cx="12920705" cy="4413093"/>
                    </a:xfrm>
                  </p:grpSpPr>
                  <p:cxnSp>
                    <p:nvCxnSpPr>
                      <p:cNvPr id="17" name="Straight Connector 16">
                        <a:extLst>
                          <a:ext uri="{FF2B5EF4-FFF2-40B4-BE49-F238E27FC236}">
                            <a16:creationId xmlns:a16="http://schemas.microsoft.com/office/drawing/2014/main" id="{F9459597-4182-B9BF-4429-D0FA38D76A1F}"/>
                          </a:ext>
                        </a:extLst>
                      </p:cNvPr>
                      <p:cNvCxnSpPr>
                        <a:cxnSpLocks/>
                      </p:cNvCxnSpPr>
                      <p:nvPr/>
                    </p:nvCxnSpPr>
                    <p:spPr>
                      <a:xfrm>
                        <a:off x="-661200" y="3258274"/>
                        <a:ext cx="4268081"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63D7EA9E-17BD-54D6-8485-0BB8B8A7E43A}"/>
                          </a:ext>
                        </a:extLst>
                      </p:cNvPr>
                      <p:cNvSpPr txBox="1">
                        <a:spLocks/>
                      </p:cNvSpPr>
                      <p:nvPr/>
                    </p:nvSpPr>
                    <p:spPr>
                      <a:xfrm>
                        <a:off x="392338" y="2744803"/>
                        <a:ext cx="2161003" cy="45339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AI application</a:t>
                        </a:r>
                      </a:p>
                    </p:txBody>
                  </p:sp>
                  <p:sp>
                    <p:nvSpPr>
                      <p:cNvPr id="19" name="Rectangle: Rounded Corners 18">
                        <a:extLst>
                          <a:ext uri="{FF2B5EF4-FFF2-40B4-BE49-F238E27FC236}">
                            <a16:creationId xmlns:a16="http://schemas.microsoft.com/office/drawing/2014/main" id="{C0BD98D5-F7F1-DA67-2445-BAE773624100}"/>
                          </a:ext>
                        </a:extLst>
                      </p:cNvPr>
                      <p:cNvSpPr/>
                      <p:nvPr/>
                    </p:nvSpPr>
                    <p:spPr>
                      <a:xfrm>
                        <a:off x="-661199" y="2671994"/>
                        <a:ext cx="4268080" cy="3962538"/>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0" name="Group 19">
                        <a:extLst>
                          <a:ext uri="{FF2B5EF4-FFF2-40B4-BE49-F238E27FC236}">
                            <a16:creationId xmlns:a16="http://schemas.microsoft.com/office/drawing/2014/main" id="{F97305B5-7A5A-934A-4A52-A3BD66726634}"/>
                          </a:ext>
                        </a:extLst>
                      </p:cNvPr>
                      <p:cNvGrpSpPr/>
                      <p:nvPr/>
                    </p:nvGrpSpPr>
                    <p:grpSpPr>
                      <a:xfrm>
                        <a:off x="4094917" y="3387701"/>
                        <a:ext cx="2588609" cy="1293281"/>
                        <a:chOff x="5117434" y="1568166"/>
                        <a:chExt cx="1454633" cy="2289031"/>
                      </a:xfrm>
                    </p:grpSpPr>
                    <p:sp>
                      <p:nvSpPr>
                        <p:cNvPr id="31" name="Rectangle: Rounded Corners 30">
                          <a:extLst>
                            <a:ext uri="{FF2B5EF4-FFF2-40B4-BE49-F238E27FC236}">
                              <a16:creationId xmlns:a16="http://schemas.microsoft.com/office/drawing/2014/main" id="{70DDE127-FD8D-C89E-76C1-7D10C28BF231}"/>
                            </a:ext>
                          </a:extLst>
                        </p:cNvPr>
                        <p:cNvSpPr/>
                        <p:nvPr/>
                      </p:nvSpPr>
                      <p:spPr>
                        <a:xfrm>
                          <a:off x="5117434" y="1568166"/>
                          <a:ext cx="1454633" cy="2289031"/>
                        </a:xfrm>
                        <a:prstGeom prst="roundRect">
                          <a:avLst>
                            <a:gd name="adj" fmla="val 3369"/>
                          </a:avLst>
                        </a:prstGeom>
                        <a:solidFill>
                          <a:srgbClr val="E2E4A4"/>
                        </a:solid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 Placeholder 4">
                          <a:extLst>
                            <a:ext uri="{FF2B5EF4-FFF2-40B4-BE49-F238E27FC236}">
                              <a16:creationId xmlns:a16="http://schemas.microsoft.com/office/drawing/2014/main" id="{645A83F3-A5CE-1024-84E2-6BACD17C12E8}"/>
                            </a:ext>
                          </a:extLst>
                        </p:cNvPr>
                        <p:cNvSpPr txBox="1">
                          <a:spLocks/>
                        </p:cNvSpPr>
                        <p:nvPr/>
                      </p:nvSpPr>
                      <p:spPr>
                        <a:xfrm>
                          <a:off x="5152364" y="1662564"/>
                          <a:ext cx="1403912" cy="690213"/>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Transport layer</a:t>
                          </a:r>
                        </a:p>
                      </p:txBody>
                    </p:sp>
                  </p:grpSp>
                  <p:sp>
                    <p:nvSpPr>
                      <p:cNvPr id="21" name="Text Placeholder 4">
                        <a:extLst>
                          <a:ext uri="{FF2B5EF4-FFF2-40B4-BE49-F238E27FC236}">
                            <a16:creationId xmlns:a16="http://schemas.microsoft.com/office/drawing/2014/main" id="{D7750AC0-E55D-F21F-7FFD-818214FDD771}"/>
                          </a:ext>
                        </a:extLst>
                      </p:cNvPr>
                      <p:cNvSpPr txBox="1">
                        <a:spLocks/>
                      </p:cNvSpPr>
                      <p:nvPr/>
                    </p:nvSpPr>
                    <p:spPr>
                      <a:xfrm>
                        <a:off x="1030056" y="2221439"/>
                        <a:ext cx="1622126" cy="45339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MCP host</a:t>
                        </a:r>
                      </a:p>
                    </p:txBody>
                  </p:sp>
                  <p:sp>
                    <p:nvSpPr>
                      <p:cNvPr id="22" name="Rectangle: Rounded Corners 21">
                        <a:extLst>
                          <a:ext uri="{FF2B5EF4-FFF2-40B4-BE49-F238E27FC236}">
                            <a16:creationId xmlns:a16="http://schemas.microsoft.com/office/drawing/2014/main" id="{84C25D91-21DD-E6A2-B616-CB7B1033A0D8}"/>
                          </a:ext>
                        </a:extLst>
                      </p:cNvPr>
                      <p:cNvSpPr/>
                      <p:nvPr/>
                    </p:nvSpPr>
                    <p:spPr>
                      <a:xfrm>
                        <a:off x="-501464" y="3636381"/>
                        <a:ext cx="1428123" cy="779904"/>
                      </a:xfrm>
                      <a:prstGeom prst="roundRect">
                        <a:avLst>
                          <a:gd name="adj" fmla="val 6102"/>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mj-lt"/>
                          </a:rPr>
                          <a:t>MCP client 1</a:t>
                        </a:r>
                        <a:endParaRPr lang="en-IN" sz="2200" b="1" dirty="0">
                          <a:latin typeface="+mj-lt"/>
                        </a:endParaRPr>
                      </a:p>
                    </p:txBody>
                  </p:sp>
                  <p:sp>
                    <p:nvSpPr>
                      <p:cNvPr id="30" name="Text Placeholder 4">
                        <a:extLst>
                          <a:ext uri="{FF2B5EF4-FFF2-40B4-BE49-F238E27FC236}">
                            <a16:creationId xmlns:a16="http://schemas.microsoft.com/office/drawing/2014/main" id="{DE6595F6-5243-1D9D-0567-0C3D2312341E}"/>
                          </a:ext>
                        </a:extLst>
                      </p:cNvPr>
                      <p:cNvSpPr txBox="1">
                        <a:spLocks/>
                      </p:cNvSpPr>
                      <p:nvPr/>
                    </p:nvSpPr>
                    <p:spPr>
                      <a:xfrm>
                        <a:off x="10885036" y="3823432"/>
                        <a:ext cx="1374469" cy="33877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Server 1</a:t>
                        </a:r>
                      </a:p>
                    </p:txBody>
                  </p:sp>
                </p:grpSp>
                <p:sp>
                  <p:nvSpPr>
                    <p:cNvPr id="7" name="Rectangle: Rounded Corners 6">
                      <a:extLst>
                        <a:ext uri="{FF2B5EF4-FFF2-40B4-BE49-F238E27FC236}">
                          <a16:creationId xmlns:a16="http://schemas.microsoft.com/office/drawing/2014/main" id="{12D12F15-4A9E-FD50-A994-AEF30F358F9E}"/>
                        </a:ext>
                      </a:extLst>
                    </p:cNvPr>
                    <p:cNvSpPr/>
                    <p:nvPr/>
                  </p:nvSpPr>
                  <p:spPr>
                    <a:xfrm>
                      <a:off x="8441" y="6021275"/>
                      <a:ext cx="1428123" cy="779904"/>
                    </a:xfrm>
                    <a:prstGeom prst="roundRect">
                      <a:avLst>
                        <a:gd name="adj" fmla="val 6102"/>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mj-lt"/>
                        </a:rPr>
                        <a:t>MCP client 2</a:t>
                      </a:r>
                      <a:endParaRPr lang="en-IN" sz="2200" b="1" dirty="0">
                        <a:latin typeface="+mj-lt"/>
                      </a:endParaRPr>
                    </a:p>
                  </p:txBody>
                </p:sp>
                <p:sp>
                  <p:nvSpPr>
                    <p:cNvPr id="9" name="Text Placeholder 4">
                      <a:extLst>
                        <a:ext uri="{FF2B5EF4-FFF2-40B4-BE49-F238E27FC236}">
                          <a16:creationId xmlns:a16="http://schemas.microsoft.com/office/drawing/2014/main" id="{D3FE471D-B29E-28E3-8B3B-4ADEC176EDFF}"/>
                        </a:ext>
                      </a:extLst>
                    </p:cNvPr>
                    <p:cNvSpPr txBox="1">
                      <a:spLocks/>
                    </p:cNvSpPr>
                    <p:nvPr/>
                  </p:nvSpPr>
                  <p:spPr>
                    <a:xfrm>
                      <a:off x="11394249" y="6188747"/>
                      <a:ext cx="1374472" cy="33877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Server 2</a:t>
                      </a:r>
                    </a:p>
                  </p:txBody>
                </p:sp>
              </p:grpSp>
              <p:cxnSp>
                <p:nvCxnSpPr>
                  <p:cNvPr id="5" name="Straight Connector 4">
                    <a:extLst>
                      <a:ext uri="{FF2B5EF4-FFF2-40B4-BE49-F238E27FC236}">
                        <a16:creationId xmlns:a16="http://schemas.microsoft.com/office/drawing/2014/main" id="{BA62EFF1-7D83-A62A-00DC-A513B3B5B082}"/>
                      </a:ext>
                    </a:extLst>
                  </p:cNvPr>
                  <p:cNvCxnSpPr>
                    <a:cxnSpLocks/>
                  </p:cNvCxnSpPr>
                  <p:nvPr/>
                </p:nvCxnSpPr>
                <p:spPr>
                  <a:xfrm>
                    <a:off x="4771137" y="4657575"/>
                    <a:ext cx="1103886" cy="1"/>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7DF1307D-24DB-EE83-B3DC-0446C85071F7}"/>
                    </a:ext>
                  </a:extLst>
                </p:cNvPr>
                <p:cNvGrpSpPr/>
                <p:nvPr/>
              </p:nvGrpSpPr>
              <p:grpSpPr>
                <a:xfrm>
                  <a:off x="3230384" y="4050811"/>
                  <a:ext cx="1545964" cy="883327"/>
                  <a:chOff x="2680868" y="4077946"/>
                  <a:chExt cx="1545964" cy="883327"/>
                </a:xfrm>
              </p:grpSpPr>
              <p:sp>
                <p:nvSpPr>
                  <p:cNvPr id="34" name="Rectangle: Rounded Corners 33">
                    <a:extLst>
                      <a:ext uri="{FF2B5EF4-FFF2-40B4-BE49-F238E27FC236}">
                        <a16:creationId xmlns:a16="http://schemas.microsoft.com/office/drawing/2014/main" id="{DF5D0B0B-CD2A-D2FB-3EF4-EFDD5B63C6F4}"/>
                      </a:ext>
                    </a:extLst>
                  </p:cNvPr>
                  <p:cNvSpPr/>
                  <p:nvPr/>
                </p:nvSpPr>
                <p:spPr>
                  <a:xfrm>
                    <a:off x="2680868" y="4077946"/>
                    <a:ext cx="1545964" cy="883327"/>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 Placeholder 4">
                    <a:extLst>
                      <a:ext uri="{FF2B5EF4-FFF2-40B4-BE49-F238E27FC236}">
                        <a16:creationId xmlns:a16="http://schemas.microsoft.com/office/drawing/2014/main" id="{C79867C2-E96C-6BF4-B70A-2569F48B2116}"/>
                      </a:ext>
                    </a:extLst>
                  </p:cNvPr>
                  <p:cNvSpPr txBox="1">
                    <a:spLocks/>
                  </p:cNvSpPr>
                  <p:nvPr/>
                </p:nvSpPr>
                <p:spPr>
                  <a:xfrm>
                    <a:off x="2746720" y="4197891"/>
                    <a:ext cx="1428123" cy="665360"/>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Protocol layer</a:t>
                    </a:r>
                  </a:p>
                </p:txBody>
              </p:sp>
            </p:grpSp>
            <p:grpSp>
              <p:nvGrpSpPr>
                <p:cNvPr id="36" name="Group 35">
                  <a:extLst>
                    <a:ext uri="{FF2B5EF4-FFF2-40B4-BE49-F238E27FC236}">
                      <a16:creationId xmlns:a16="http://schemas.microsoft.com/office/drawing/2014/main" id="{C3BF8508-8BA0-6907-B46A-F985AE288F15}"/>
                    </a:ext>
                  </a:extLst>
                </p:cNvPr>
                <p:cNvGrpSpPr/>
                <p:nvPr/>
              </p:nvGrpSpPr>
              <p:grpSpPr>
                <a:xfrm>
                  <a:off x="3229734" y="5784349"/>
                  <a:ext cx="1545964" cy="883327"/>
                  <a:chOff x="2680868" y="4077946"/>
                  <a:chExt cx="1545964" cy="883327"/>
                </a:xfrm>
              </p:grpSpPr>
              <p:sp>
                <p:nvSpPr>
                  <p:cNvPr id="37" name="Rectangle: Rounded Corners 36">
                    <a:extLst>
                      <a:ext uri="{FF2B5EF4-FFF2-40B4-BE49-F238E27FC236}">
                        <a16:creationId xmlns:a16="http://schemas.microsoft.com/office/drawing/2014/main" id="{18E2CDBA-2490-1B8A-756E-10F07D726146}"/>
                      </a:ext>
                    </a:extLst>
                  </p:cNvPr>
                  <p:cNvSpPr/>
                  <p:nvPr/>
                </p:nvSpPr>
                <p:spPr>
                  <a:xfrm>
                    <a:off x="2680868" y="4077946"/>
                    <a:ext cx="1545964" cy="883327"/>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 Placeholder 4">
                    <a:extLst>
                      <a:ext uri="{FF2B5EF4-FFF2-40B4-BE49-F238E27FC236}">
                        <a16:creationId xmlns:a16="http://schemas.microsoft.com/office/drawing/2014/main" id="{9D3091EA-F03A-982C-48E9-92BFC5E1E628}"/>
                      </a:ext>
                    </a:extLst>
                  </p:cNvPr>
                  <p:cNvSpPr txBox="1">
                    <a:spLocks/>
                  </p:cNvSpPr>
                  <p:nvPr/>
                </p:nvSpPr>
                <p:spPr>
                  <a:xfrm>
                    <a:off x="2746720" y="4197891"/>
                    <a:ext cx="1428123" cy="665360"/>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a:t>Protocol layer</a:t>
                    </a:r>
                    <a:endParaRPr lang="en-US" b="1" dirty="0"/>
                  </a:p>
                </p:txBody>
              </p:sp>
            </p:grpSp>
            <p:grpSp>
              <p:nvGrpSpPr>
                <p:cNvPr id="39" name="Group 38">
                  <a:extLst>
                    <a:ext uri="{FF2B5EF4-FFF2-40B4-BE49-F238E27FC236}">
                      <a16:creationId xmlns:a16="http://schemas.microsoft.com/office/drawing/2014/main" id="{3D4746AB-71C8-ADA3-80C0-21E9467E2652}"/>
                    </a:ext>
                  </a:extLst>
                </p:cNvPr>
                <p:cNvGrpSpPr/>
                <p:nvPr/>
              </p:nvGrpSpPr>
              <p:grpSpPr>
                <a:xfrm>
                  <a:off x="9302021" y="4033898"/>
                  <a:ext cx="1545964" cy="883327"/>
                  <a:chOff x="1918868" y="4077946"/>
                  <a:chExt cx="1545964" cy="883327"/>
                </a:xfrm>
              </p:grpSpPr>
              <p:sp>
                <p:nvSpPr>
                  <p:cNvPr id="40" name="Rectangle: Rounded Corners 39">
                    <a:extLst>
                      <a:ext uri="{FF2B5EF4-FFF2-40B4-BE49-F238E27FC236}">
                        <a16:creationId xmlns:a16="http://schemas.microsoft.com/office/drawing/2014/main" id="{919D56E0-C0B6-F0D4-0ABE-C1E44A90ADA9}"/>
                      </a:ext>
                    </a:extLst>
                  </p:cNvPr>
                  <p:cNvSpPr/>
                  <p:nvPr/>
                </p:nvSpPr>
                <p:spPr>
                  <a:xfrm>
                    <a:off x="1918868" y="4077946"/>
                    <a:ext cx="1545964" cy="883327"/>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 Placeholder 4">
                    <a:extLst>
                      <a:ext uri="{FF2B5EF4-FFF2-40B4-BE49-F238E27FC236}">
                        <a16:creationId xmlns:a16="http://schemas.microsoft.com/office/drawing/2014/main" id="{34B13867-832F-232C-7577-668FB2956295}"/>
                      </a:ext>
                    </a:extLst>
                  </p:cNvPr>
                  <p:cNvSpPr txBox="1">
                    <a:spLocks/>
                  </p:cNvSpPr>
                  <p:nvPr/>
                </p:nvSpPr>
                <p:spPr>
                  <a:xfrm>
                    <a:off x="1961860" y="4197891"/>
                    <a:ext cx="1428123" cy="665360"/>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Protocol layer</a:t>
                    </a:r>
                  </a:p>
                </p:txBody>
              </p:sp>
            </p:grpSp>
            <p:cxnSp>
              <p:nvCxnSpPr>
                <p:cNvPr id="43" name="Straight Connector 42">
                  <a:extLst>
                    <a:ext uri="{FF2B5EF4-FFF2-40B4-BE49-F238E27FC236}">
                      <a16:creationId xmlns:a16="http://schemas.microsoft.com/office/drawing/2014/main" id="{81A6E602-3984-DCDE-599C-D9C9746A3FE3}"/>
                    </a:ext>
                  </a:extLst>
                </p:cNvPr>
                <p:cNvCxnSpPr>
                  <a:cxnSpLocks/>
                </p:cNvCxnSpPr>
                <p:nvPr/>
              </p:nvCxnSpPr>
              <p:spPr>
                <a:xfrm>
                  <a:off x="4771137" y="6236481"/>
                  <a:ext cx="1103886" cy="1"/>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5339F9F-9CD5-C430-5E53-3023B8C50076}"/>
                    </a:ext>
                  </a:extLst>
                </p:cNvPr>
                <p:cNvCxnSpPr>
                  <a:cxnSpLocks/>
                </p:cNvCxnSpPr>
                <p:nvPr/>
              </p:nvCxnSpPr>
              <p:spPr>
                <a:xfrm>
                  <a:off x="2683817" y="4486125"/>
                  <a:ext cx="532434" cy="0"/>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8F1E8C6-1BB3-093D-3B03-CF670435647A}"/>
                    </a:ext>
                  </a:extLst>
                </p:cNvPr>
                <p:cNvCxnSpPr>
                  <a:cxnSpLocks/>
                </p:cNvCxnSpPr>
                <p:nvPr/>
              </p:nvCxnSpPr>
              <p:spPr>
                <a:xfrm>
                  <a:off x="2706027" y="6219663"/>
                  <a:ext cx="532434" cy="0"/>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0EBFF327-AB99-773C-0598-2EE237A68CC2}"/>
                    </a:ext>
                  </a:extLst>
                </p:cNvPr>
                <p:cNvGrpSpPr/>
                <p:nvPr/>
              </p:nvGrpSpPr>
              <p:grpSpPr>
                <a:xfrm>
                  <a:off x="9301371" y="5767436"/>
                  <a:ext cx="1545964" cy="883327"/>
                  <a:chOff x="1918868" y="4077946"/>
                  <a:chExt cx="1545964" cy="883327"/>
                </a:xfrm>
              </p:grpSpPr>
              <p:sp>
                <p:nvSpPr>
                  <p:cNvPr id="50" name="Rectangle: Rounded Corners 49">
                    <a:extLst>
                      <a:ext uri="{FF2B5EF4-FFF2-40B4-BE49-F238E27FC236}">
                        <a16:creationId xmlns:a16="http://schemas.microsoft.com/office/drawing/2014/main" id="{3F92B1BF-958D-B8F9-45C0-DCE926A58E75}"/>
                      </a:ext>
                    </a:extLst>
                  </p:cNvPr>
                  <p:cNvSpPr/>
                  <p:nvPr/>
                </p:nvSpPr>
                <p:spPr>
                  <a:xfrm>
                    <a:off x="1918868" y="4077946"/>
                    <a:ext cx="1545964" cy="883327"/>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 Placeholder 4">
                    <a:extLst>
                      <a:ext uri="{FF2B5EF4-FFF2-40B4-BE49-F238E27FC236}">
                        <a16:creationId xmlns:a16="http://schemas.microsoft.com/office/drawing/2014/main" id="{C235B70B-B537-F5E6-2F42-73860771A12D}"/>
                      </a:ext>
                    </a:extLst>
                  </p:cNvPr>
                  <p:cNvSpPr txBox="1">
                    <a:spLocks/>
                  </p:cNvSpPr>
                  <p:nvPr/>
                </p:nvSpPr>
                <p:spPr>
                  <a:xfrm>
                    <a:off x="1984720" y="4197891"/>
                    <a:ext cx="1428123" cy="665360"/>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dirty="0"/>
                      <a:t>Protocol layer</a:t>
                    </a:r>
                  </a:p>
                </p:txBody>
              </p:sp>
            </p:grpSp>
            <p:cxnSp>
              <p:nvCxnSpPr>
                <p:cNvPr id="53" name="Straight Connector 52">
                  <a:extLst>
                    <a:ext uri="{FF2B5EF4-FFF2-40B4-BE49-F238E27FC236}">
                      <a16:creationId xmlns:a16="http://schemas.microsoft.com/office/drawing/2014/main" id="{F65CEDFB-DFDD-E67E-842B-DF254DA13F07}"/>
                    </a:ext>
                  </a:extLst>
                </p:cNvPr>
                <p:cNvCxnSpPr>
                  <a:cxnSpLocks/>
                </p:cNvCxnSpPr>
                <p:nvPr/>
              </p:nvCxnSpPr>
              <p:spPr>
                <a:xfrm>
                  <a:off x="5870567" y="4282783"/>
                  <a:ext cx="2588608"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3DC3ECDE-82C5-0DA6-2C3A-3A57C71F1B14}"/>
                  </a:ext>
                </a:extLst>
              </p:cNvPr>
              <p:cNvGrpSpPr/>
              <p:nvPr/>
            </p:nvGrpSpPr>
            <p:grpSpPr>
              <a:xfrm>
                <a:off x="8695721" y="2681281"/>
                <a:ext cx="6087081" cy="4405036"/>
                <a:chOff x="9054990" y="2046565"/>
                <a:chExt cx="5199769" cy="4420829"/>
              </a:xfrm>
            </p:grpSpPr>
            <p:sp>
              <p:nvSpPr>
                <p:cNvPr id="52" name="Text Placeholder 4">
                  <a:extLst>
                    <a:ext uri="{FF2B5EF4-FFF2-40B4-BE49-F238E27FC236}">
                      <a16:creationId xmlns:a16="http://schemas.microsoft.com/office/drawing/2014/main" id="{67C47588-D657-8651-BCD9-118C8554EA7C}"/>
                    </a:ext>
                  </a:extLst>
                </p:cNvPr>
                <p:cNvSpPr txBox="1">
                  <a:spLocks/>
                </p:cNvSpPr>
                <p:nvPr/>
              </p:nvSpPr>
              <p:spPr>
                <a:xfrm>
                  <a:off x="10975894" y="2046565"/>
                  <a:ext cx="1784740" cy="45339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MCP server</a:t>
                  </a:r>
                </a:p>
              </p:txBody>
            </p:sp>
            <p:sp>
              <p:nvSpPr>
                <p:cNvPr id="55" name="Rectangle: Rounded Corners 54">
                  <a:extLst>
                    <a:ext uri="{FF2B5EF4-FFF2-40B4-BE49-F238E27FC236}">
                      <a16:creationId xmlns:a16="http://schemas.microsoft.com/office/drawing/2014/main" id="{029F582A-8195-07DC-A998-7A1EDB1B5373}"/>
                    </a:ext>
                  </a:extLst>
                </p:cNvPr>
                <p:cNvSpPr/>
                <p:nvPr/>
              </p:nvSpPr>
              <p:spPr>
                <a:xfrm>
                  <a:off x="9054990" y="2504856"/>
                  <a:ext cx="5194288" cy="3962538"/>
                </a:xfrm>
                <a:prstGeom prst="roundRect">
                  <a:avLst>
                    <a:gd name="adj" fmla="val 3369"/>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Connector 57">
                  <a:extLst>
                    <a:ext uri="{FF2B5EF4-FFF2-40B4-BE49-F238E27FC236}">
                      <a16:creationId xmlns:a16="http://schemas.microsoft.com/office/drawing/2014/main" id="{D3A9324D-177F-0FF4-9A56-21F5EE73CE74}"/>
                    </a:ext>
                  </a:extLst>
                </p:cNvPr>
                <p:cNvCxnSpPr>
                  <a:cxnSpLocks/>
                </p:cNvCxnSpPr>
                <p:nvPr/>
              </p:nvCxnSpPr>
              <p:spPr>
                <a:xfrm>
                  <a:off x="9060471" y="3082918"/>
                  <a:ext cx="5194288"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9" name="Text Placeholder 4">
                  <a:extLst>
                    <a:ext uri="{FF2B5EF4-FFF2-40B4-BE49-F238E27FC236}">
                      <a16:creationId xmlns:a16="http://schemas.microsoft.com/office/drawing/2014/main" id="{98095676-AC35-8A6B-B189-CAC1D57EA93E}"/>
                    </a:ext>
                  </a:extLst>
                </p:cNvPr>
                <p:cNvSpPr txBox="1">
                  <a:spLocks/>
                </p:cNvSpPr>
                <p:nvPr/>
              </p:nvSpPr>
              <p:spPr>
                <a:xfrm>
                  <a:off x="9524707" y="2599717"/>
                  <a:ext cx="4509907" cy="45339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a:t>Servers with sources and tools</a:t>
                  </a:r>
                </a:p>
              </p:txBody>
            </p:sp>
          </p:grpSp>
          <p:cxnSp>
            <p:nvCxnSpPr>
              <p:cNvPr id="66" name="Straight Connector 65">
                <a:extLst>
                  <a:ext uri="{FF2B5EF4-FFF2-40B4-BE49-F238E27FC236}">
                    <a16:creationId xmlns:a16="http://schemas.microsoft.com/office/drawing/2014/main" id="{E029F859-A52B-2DD4-D854-A2A7759412D3}"/>
                  </a:ext>
                </a:extLst>
              </p:cNvPr>
              <p:cNvCxnSpPr>
                <a:cxnSpLocks/>
              </p:cNvCxnSpPr>
              <p:nvPr/>
            </p:nvCxnSpPr>
            <p:spPr>
              <a:xfrm>
                <a:off x="8214738" y="4486125"/>
                <a:ext cx="829366" cy="1"/>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191D51C-9216-5413-25F1-2C040D996C3E}"/>
                  </a:ext>
                </a:extLst>
              </p:cNvPr>
              <p:cNvCxnSpPr>
                <a:cxnSpLocks/>
              </p:cNvCxnSpPr>
              <p:nvPr/>
            </p:nvCxnSpPr>
            <p:spPr>
              <a:xfrm>
                <a:off x="8214738" y="6236481"/>
                <a:ext cx="829366" cy="1"/>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69" name="Rectangle: Rounded Corners 68">
                <a:extLst>
                  <a:ext uri="{FF2B5EF4-FFF2-40B4-BE49-F238E27FC236}">
                    <a16:creationId xmlns:a16="http://schemas.microsoft.com/office/drawing/2014/main" id="{4C8A4ED8-87F4-9535-43BB-B60220CBC732}"/>
                  </a:ext>
                </a:extLst>
              </p:cNvPr>
              <p:cNvSpPr/>
              <p:nvPr/>
            </p:nvSpPr>
            <p:spPr>
              <a:xfrm>
                <a:off x="5596246" y="5576064"/>
                <a:ext cx="2588609" cy="1293281"/>
              </a:xfrm>
              <a:prstGeom prst="roundRect">
                <a:avLst>
                  <a:gd name="adj" fmla="val 3369"/>
                </a:avLst>
              </a:prstGeom>
              <a:solidFill>
                <a:srgbClr val="E2E4A4"/>
              </a:solid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Text Placeholder 4">
                <a:extLst>
                  <a:ext uri="{FF2B5EF4-FFF2-40B4-BE49-F238E27FC236}">
                    <a16:creationId xmlns:a16="http://schemas.microsoft.com/office/drawing/2014/main" id="{737AF879-E469-792F-998C-682FA0DC973B}"/>
                  </a:ext>
                </a:extLst>
              </p:cNvPr>
              <p:cNvSpPr txBox="1">
                <a:spLocks/>
              </p:cNvSpPr>
              <p:nvPr/>
            </p:nvSpPr>
            <p:spPr>
              <a:xfrm>
                <a:off x="5658406" y="5629398"/>
                <a:ext cx="2498348" cy="38996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t>Transport layer</a:t>
                </a:r>
              </a:p>
            </p:txBody>
          </p:sp>
          <p:cxnSp>
            <p:nvCxnSpPr>
              <p:cNvPr id="71" name="Straight Connector 70">
                <a:extLst>
                  <a:ext uri="{FF2B5EF4-FFF2-40B4-BE49-F238E27FC236}">
                    <a16:creationId xmlns:a16="http://schemas.microsoft.com/office/drawing/2014/main" id="{55628A5C-BC31-654B-1F55-8C367EA1752E}"/>
                  </a:ext>
                </a:extLst>
              </p:cNvPr>
              <p:cNvCxnSpPr>
                <a:cxnSpLocks/>
              </p:cNvCxnSpPr>
              <p:nvPr/>
            </p:nvCxnSpPr>
            <p:spPr>
              <a:xfrm>
                <a:off x="5596247" y="6019362"/>
                <a:ext cx="2588608"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2" name="Rectangle: Rounded Corners 71">
                <a:extLst>
                  <a:ext uri="{FF2B5EF4-FFF2-40B4-BE49-F238E27FC236}">
                    <a16:creationId xmlns:a16="http://schemas.microsoft.com/office/drawing/2014/main" id="{6846AA81-AFF4-0F2D-8908-1C0972126FF4}"/>
                  </a:ext>
                </a:extLst>
              </p:cNvPr>
              <p:cNvSpPr/>
              <p:nvPr/>
            </p:nvSpPr>
            <p:spPr>
              <a:xfrm>
                <a:off x="11107604" y="4140527"/>
                <a:ext cx="1379195" cy="691197"/>
              </a:xfrm>
              <a:prstGeom prst="roundRect">
                <a:avLst>
                  <a:gd name="adj" fmla="val 3369"/>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4">
                <a:extLst>
                  <a:ext uri="{FF2B5EF4-FFF2-40B4-BE49-F238E27FC236}">
                    <a16:creationId xmlns:a16="http://schemas.microsoft.com/office/drawing/2014/main" id="{D1ED5BC3-788E-F2AF-AA45-9B157F59BB06}"/>
                  </a:ext>
                </a:extLst>
              </p:cNvPr>
              <p:cNvSpPr txBox="1">
                <a:spLocks/>
              </p:cNvSpPr>
              <p:nvPr/>
            </p:nvSpPr>
            <p:spPr>
              <a:xfrm>
                <a:off x="11143168" y="4298246"/>
                <a:ext cx="1344972" cy="33877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Server 1</a:t>
                </a:r>
              </a:p>
            </p:txBody>
          </p:sp>
          <p:grpSp>
            <p:nvGrpSpPr>
              <p:cNvPr id="80" name="Group 79">
                <a:extLst>
                  <a:ext uri="{FF2B5EF4-FFF2-40B4-BE49-F238E27FC236}">
                    <a16:creationId xmlns:a16="http://schemas.microsoft.com/office/drawing/2014/main" id="{71D0258C-B28E-3F5A-F02A-9382C856D0C5}"/>
                  </a:ext>
                </a:extLst>
              </p:cNvPr>
              <p:cNvGrpSpPr/>
              <p:nvPr/>
            </p:nvGrpSpPr>
            <p:grpSpPr>
              <a:xfrm>
                <a:off x="13001798" y="4034526"/>
                <a:ext cx="1507687" cy="866212"/>
                <a:chOff x="13924581" y="4034526"/>
                <a:chExt cx="916506" cy="866212"/>
              </a:xfrm>
            </p:grpSpPr>
            <p:sp>
              <p:nvSpPr>
                <p:cNvPr id="74" name="Rectangle: Rounded Corners 73">
                  <a:extLst>
                    <a:ext uri="{FF2B5EF4-FFF2-40B4-BE49-F238E27FC236}">
                      <a16:creationId xmlns:a16="http://schemas.microsoft.com/office/drawing/2014/main" id="{3FCD0DE1-0847-F9F7-79B8-BB1BAF808E71}"/>
                    </a:ext>
                  </a:extLst>
                </p:cNvPr>
                <p:cNvSpPr/>
                <p:nvPr/>
              </p:nvSpPr>
              <p:spPr>
                <a:xfrm>
                  <a:off x="13960795" y="4034526"/>
                  <a:ext cx="844077" cy="866212"/>
                </a:xfrm>
                <a:prstGeom prst="roundRect">
                  <a:avLst>
                    <a:gd name="adj" fmla="val 3369"/>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Text Placeholder 4">
                  <a:extLst>
                    <a:ext uri="{FF2B5EF4-FFF2-40B4-BE49-F238E27FC236}">
                      <a16:creationId xmlns:a16="http://schemas.microsoft.com/office/drawing/2014/main" id="{AE00B96C-3503-628D-CED4-1F76B9A84E6D}"/>
                    </a:ext>
                  </a:extLst>
                </p:cNvPr>
                <p:cNvSpPr txBox="1">
                  <a:spLocks/>
                </p:cNvSpPr>
                <p:nvPr/>
              </p:nvSpPr>
              <p:spPr>
                <a:xfrm>
                  <a:off x="13924581" y="4074240"/>
                  <a:ext cx="916506" cy="75748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Local file system</a:t>
                  </a:r>
                </a:p>
              </p:txBody>
            </p:sp>
          </p:grpSp>
          <p:sp>
            <p:nvSpPr>
              <p:cNvPr id="76" name="Rectangle: Rounded Corners 75">
                <a:extLst>
                  <a:ext uri="{FF2B5EF4-FFF2-40B4-BE49-F238E27FC236}">
                    <a16:creationId xmlns:a16="http://schemas.microsoft.com/office/drawing/2014/main" id="{0A60E41A-1D46-843B-7C02-47651404F528}"/>
                  </a:ext>
                </a:extLst>
              </p:cNvPr>
              <p:cNvSpPr/>
              <p:nvPr/>
            </p:nvSpPr>
            <p:spPr>
              <a:xfrm>
                <a:off x="11107604" y="5871961"/>
                <a:ext cx="1379195" cy="691197"/>
              </a:xfrm>
              <a:prstGeom prst="roundRect">
                <a:avLst>
                  <a:gd name="adj" fmla="val 3369"/>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 Placeholder 4">
                <a:extLst>
                  <a:ext uri="{FF2B5EF4-FFF2-40B4-BE49-F238E27FC236}">
                    <a16:creationId xmlns:a16="http://schemas.microsoft.com/office/drawing/2014/main" id="{1AC67419-D8D2-F737-76B9-556084B0BE13}"/>
                  </a:ext>
                </a:extLst>
              </p:cNvPr>
              <p:cNvSpPr txBox="1">
                <a:spLocks/>
              </p:cNvSpPr>
              <p:nvPr/>
            </p:nvSpPr>
            <p:spPr>
              <a:xfrm>
                <a:off x="11143168" y="6029680"/>
                <a:ext cx="1344972" cy="33877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a:solidFill>
                      <a:schemeClr val="bg1"/>
                    </a:solidFill>
                  </a:rPr>
                  <a:t>Server 2</a:t>
                </a:r>
              </a:p>
            </p:txBody>
          </p:sp>
          <p:grpSp>
            <p:nvGrpSpPr>
              <p:cNvPr id="81" name="Group 80">
                <a:extLst>
                  <a:ext uri="{FF2B5EF4-FFF2-40B4-BE49-F238E27FC236}">
                    <a16:creationId xmlns:a16="http://schemas.microsoft.com/office/drawing/2014/main" id="{FEA1C74D-3F0C-78D8-3FC0-27040E770D8C}"/>
                  </a:ext>
                </a:extLst>
              </p:cNvPr>
              <p:cNvGrpSpPr/>
              <p:nvPr/>
            </p:nvGrpSpPr>
            <p:grpSpPr>
              <a:xfrm>
                <a:off x="13001796" y="5767436"/>
                <a:ext cx="1507687" cy="866212"/>
                <a:chOff x="13924581" y="4034526"/>
                <a:chExt cx="916506" cy="866212"/>
              </a:xfrm>
            </p:grpSpPr>
            <p:sp>
              <p:nvSpPr>
                <p:cNvPr id="82" name="Rectangle: Rounded Corners 81">
                  <a:extLst>
                    <a:ext uri="{FF2B5EF4-FFF2-40B4-BE49-F238E27FC236}">
                      <a16:creationId xmlns:a16="http://schemas.microsoft.com/office/drawing/2014/main" id="{3C15DFB5-3BB0-0DAB-9248-03AA71441566}"/>
                    </a:ext>
                  </a:extLst>
                </p:cNvPr>
                <p:cNvSpPr/>
                <p:nvPr/>
              </p:nvSpPr>
              <p:spPr>
                <a:xfrm>
                  <a:off x="13960795" y="4034526"/>
                  <a:ext cx="844077" cy="866212"/>
                </a:xfrm>
                <a:prstGeom prst="roundRect">
                  <a:avLst>
                    <a:gd name="adj" fmla="val 3369"/>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Text Placeholder 4">
                  <a:extLst>
                    <a:ext uri="{FF2B5EF4-FFF2-40B4-BE49-F238E27FC236}">
                      <a16:creationId xmlns:a16="http://schemas.microsoft.com/office/drawing/2014/main" id="{87153A29-10DB-FA93-ABE5-C5BCC4E61A25}"/>
                    </a:ext>
                  </a:extLst>
                </p:cNvPr>
                <p:cNvSpPr txBox="1">
                  <a:spLocks/>
                </p:cNvSpPr>
                <p:nvPr/>
              </p:nvSpPr>
              <p:spPr>
                <a:xfrm>
                  <a:off x="13924581" y="4074240"/>
                  <a:ext cx="916506" cy="75748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Remote services</a:t>
                  </a:r>
                </a:p>
              </p:txBody>
            </p:sp>
          </p:grpSp>
          <p:cxnSp>
            <p:nvCxnSpPr>
              <p:cNvPr id="84" name="Straight Connector 83">
                <a:extLst>
                  <a:ext uri="{FF2B5EF4-FFF2-40B4-BE49-F238E27FC236}">
                    <a16:creationId xmlns:a16="http://schemas.microsoft.com/office/drawing/2014/main" id="{0B0C817F-2161-2C7E-11DB-FE35B8FB8ED5}"/>
                  </a:ext>
                </a:extLst>
              </p:cNvPr>
              <p:cNvCxnSpPr>
                <a:cxnSpLocks/>
              </p:cNvCxnSpPr>
              <p:nvPr/>
            </p:nvCxnSpPr>
            <p:spPr>
              <a:xfrm>
                <a:off x="10575170" y="4486125"/>
                <a:ext cx="532434" cy="0"/>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61B6243-17CF-E6CC-78F7-70DF52F11DC2}"/>
                  </a:ext>
                </a:extLst>
              </p:cNvPr>
              <p:cNvCxnSpPr>
                <a:cxnSpLocks/>
              </p:cNvCxnSpPr>
              <p:nvPr/>
            </p:nvCxnSpPr>
            <p:spPr>
              <a:xfrm>
                <a:off x="10573015" y="6264906"/>
                <a:ext cx="532434" cy="0"/>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F8CFB6D-80E3-19DB-2D1B-F5220C8E6EC8}"/>
                  </a:ext>
                </a:extLst>
              </p:cNvPr>
              <p:cNvCxnSpPr>
                <a:cxnSpLocks/>
              </p:cNvCxnSpPr>
              <p:nvPr/>
            </p:nvCxnSpPr>
            <p:spPr>
              <a:xfrm>
                <a:off x="12432507" y="4486125"/>
                <a:ext cx="644245" cy="0"/>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C962EF0-F41D-1D70-D495-AC6BAF432419}"/>
                  </a:ext>
                </a:extLst>
              </p:cNvPr>
              <p:cNvCxnSpPr>
                <a:cxnSpLocks/>
              </p:cNvCxnSpPr>
              <p:nvPr/>
            </p:nvCxnSpPr>
            <p:spPr>
              <a:xfrm>
                <a:off x="12432507" y="6264906"/>
                <a:ext cx="644245" cy="0"/>
              </a:xfrm>
              <a:prstGeom prst="line">
                <a:avLst/>
              </a:prstGeom>
              <a:ln w="22225">
                <a:solidFill>
                  <a:schemeClr val="tx1">
                    <a:lumMod val="75000"/>
                    <a:lumOff val="2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sp>
          <p:nvSpPr>
            <p:cNvPr id="91" name="Rectangle: Rounded Corners 90">
              <a:extLst>
                <a:ext uri="{FF2B5EF4-FFF2-40B4-BE49-F238E27FC236}">
                  <a16:creationId xmlns:a16="http://schemas.microsoft.com/office/drawing/2014/main" id="{C20F8190-E522-BDEC-0185-92EAD089E61F}"/>
                </a:ext>
              </a:extLst>
            </p:cNvPr>
            <p:cNvSpPr/>
            <p:nvPr/>
          </p:nvSpPr>
          <p:spPr>
            <a:xfrm>
              <a:off x="6667941" y="4519061"/>
              <a:ext cx="1078497" cy="453004"/>
            </a:xfrm>
            <a:prstGeom prst="roundRect">
              <a:avLst>
                <a:gd name="adj" fmla="val 6102"/>
              </a:avLst>
            </a:prstGeom>
            <a:solidFill>
              <a:schemeClr val="tx1">
                <a:lumMod val="75000"/>
                <a:lumOff val="25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stdio</a:t>
              </a:r>
              <a:endParaRPr lang="en-IN" sz="2000" b="1" dirty="0">
                <a:latin typeface="+mj-lt"/>
              </a:endParaRPr>
            </a:p>
          </p:txBody>
        </p:sp>
        <p:sp>
          <p:nvSpPr>
            <p:cNvPr id="93" name="Rectangle: Rounded Corners 92">
              <a:extLst>
                <a:ext uri="{FF2B5EF4-FFF2-40B4-BE49-F238E27FC236}">
                  <a16:creationId xmlns:a16="http://schemas.microsoft.com/office/drawing/2014/main" id="{BD4EA51F-6582-E50B-05FF-363DB47B27F6}"/>
                </a:ext>
              </a:extLst>
            </p:cNvPr>
            <p:cNvSpPr/>
            <p:nvPr/>
          </p:nvSpPr>
          <p:spPr>
            <a:xfrm>
              <a:off x="6077953" y="6210582"/>
              <a:ext cx="1078497" cy="453004"/>
            </a:xfrm>
            <a:prstGeom prst="roundRect">
              <a:avLst>
                <a:gd name="adj" fmla="val 6102"/>
              </a:avLst>
            </a:prstGeom>
            <a:solidFill>
              <a:schemeClr val="tx1">
                <a:lumMod val="75000"/>
                <a:lumOff val="25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HTTP</a:t>
              </a:r>
              <a:endParaRPr lang="en-US" sz="2000" dirty="0">
                <a:latin typeface="+mj-lt"/>
              </a:endParaRPr>
            </a:p>
          </p:txBody>
        </p:sp>
      </p:grpSp>
      <p:sp>
        <p:nvSpPr>
          <p:cNvPr id="6" name="Rectangle: Rounded Corners 5">
            <a:extLst>
              <a:ext uri="{FF2B5EF4-FFF2-40B4-BE49-F238E27FC236}">
                <a16:creationId xmlns:a16="http://schemas.microsoft.com/office/drawing/2014/main" id="{768B530F-3779-F003-7EB3-B688CA59FF5C}"/>
              </a:ext>
            </a:extLst>
          </p:cNvPr>
          <p:cNvSpPr/>
          <p:nvPr/>
        </p:nvSpPr>
        <p:spPr>
          <a:xfrm>
            <a:off x="7296802" y="6210581"/>
            <a:ext cx="1078497" cy="453004"/>
          </a:xfrm>
          <a:prstGeom prst="roundRect">
            <a:avLst>
              <a:gd name="adj" fmla="val 6102"/>
            </a:avLst>
          </a:prstGeom>
          <a:solidFill>
            <a:schemeClr val="tx1">
              <a:lumMod val="75000"/>
              <a:lumOff val="25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mj-lt"/>
              </a:rPr>
              <a:t>SSE</a:t>
            </a:r>
            <a:endParaRPr lang="en-IN" sz="2000" b="1" dirty="0">
              <a:latin typeface="+mj-lt"/>
            </a:endParaRPr>
          </a:p>
        </p:txBody>
      </p:sp>
    </p:spTree>
    <p:extLst>
      <p:ext uri="{BB962C8B-B14F-4D97-AF65-F5344CB8AC3E}">
        <p14:creationId xmlns:p14="http://schemas.microsoft.com/office/powerpoint/2010/main" val="2002115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CDF4E-1F86-7666-F681-95D140D5834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4350BD4-9D89-E340-F7A4-8A398EA6C976}"/>
              </a:ext>
            </a:extLst>
          </p:cNvPr>
          <p:cNvSpPr>
            <a:spLocks noGrp="1"/>
          </p:cNvSpPr>
          <p:nvPr>
            <p:ph type="body" idx="10"/>
          </p:nvPr>
        </p:nvSpPr>
        <p:spPr>
          <a:xfrm>
            <a:off x="1291857" y="1512833"/>
            <a:ext cx="13954769" cy="903776"/>
          </a:xfrm>
        </p:spPr>
        <p:txBody>
          <a:bodyPr>
            <a:noAutofit/>
          </a:bodyPr>
          <a:lstStyle/>
          <a:p>
            <a:r>
              <a:rPr lang="en-US"/>
              <a:t>Like the start of a phone call: “Hello, I’m ChatGPT.” “Hi, I’m MarketIntel, here’s what I offer.” “Great, let’s talk.”</a:t>
            </a:r>
            <a:endParaRPr lang="en-US"/>
          </a:p>
        </p:txBody>
      </p:sp>
      <p:sp>
        <p:nvSpPr>
          <p:cNvPr id="4" name="Title 3">
            <a:extLst>
              <a:ext uri="{FF2B5EF4-FFF2-40B4-BE49-F238E27FC236}">
                <a16:creationId xmlns:a16="http://schemas.microsoft.com/office/drawing/2014/main" id="{452F9D26-6D0B-2D3D-A847-8225E05D1AC4}"/>
              </a:ext>
            </a:extLst>
          </p:cNvPr>
          <p:cNvSpPr>
            <a:spLocks noGrp="1"/>
          </p:cNvSpPr>
          <p:nvPr>
            <p:ph type="title"/>
          </p:nvPr>
        </p:nvSpPr>
        <p:spPr/>
        <p:txBody>
          <a:bodyPr/>
          <a:lstStyle/>
          <a:p>
            <a:r>
              <a:rPr lang="en-US"/>
              <a:t>The Handshake: How a Connection Starts</a:t>
            </a:r>
            <a:endParaRPr lang="en-US"/>
          </a:p>
        </p:txBody>
      </p:sp>
      <p:sp>
        <p:nvSpPr>
          <p:cNvPr id="7" name="Brandline">
            <a:extLst>
              <a:ext uri="{FF2B5EF4-FFF2-40B4-BE49-F238E27FC236}">
                <a16:creationId xmlns:a16="http://schemas.microsoft.com/office/drawing/2014/main" id="{C7BD3948-C8B0-DEF0-D8B0-AF41B08CE78B}"/>
              </a:ext>
            </a:extLst>
          </p:cNvPr>
          <p:cNvSpPr/>
          <p:nvPr/>
        </p:nvSpPr>
        <p:spPr>
          <a:xfrm>
            <a:off x="5842000" y="816324"/>
            <a:ext cx="457009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randline_LVC">
            <a:extLst>
              <a:ext uri="{FF2B5EF4-FFF2-40B4-BE49-F238E27FC236}">
                <a16:creationId xmlns:a16="http://schemas.microsoft.com/office/drawing/2014/main" id="{80B743CC-605C-6CD3-1667-5BFF09DFD842}"/>
              </a:ext>
            </a:extLst>
          </p:cNvPr>
          <p:cNvSpPr/>
          <p:nvPr/>
        </p:nvSpPr>
        <p:spPr>
          <a:xfrm>
            <a:off x="3810000" y="816324"/>
            <a:ext cx="864997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a:extLst>
              <a:ext uri="{FF2B5EF4-FFF2-40B4-BE49-F238E27FC236}">
                <a16:creationId xmlns:a16="http://schemas.microsoft.com/office/drawing/2014/main" id="{8557C82E-3EC8-E9CE-4305-A9AFA5B40EAC}"/>
              </a:ext>
            </a:extLst>
          </p:cNvPr>
          <p:cNvGrpSpPr/>
          <p:nvPr/>
        </p:nvGrpSpPr>
        <p:grpSpPr>
          <a:xfrm>
            <a:off x="5295331" y="2517680"/>
            <a:ext cx="6714699" cy="5823026"/>
            <a:chOff x="5295331" y="2680029"/>
            <a:chExt cx="6714699" cy="5823026"/>
          </a:xfrm>
        </p:grpSpPr>
        <p:sp>
          <p:nvSpPr>
            <p:cNvPr id="2" name="Rectangle: Rounded Corners 1">
              <a:extLst>
                <a:ext uri="{FF2B5EF4-FFF2-40B4-BE49-F238E27FC236}">
                  <a16:creationId xmlns:a16="http://schemas.microsoft.com/office/drawing/2014/main" id="{6C6D1DC5-CF56-4000-4BA8-688635C436C6}"/>
                </a:ext>
              </a:extLst>
            </p:cNvPr>
            <p:cNvSpPr/>
            <p:nvPr/>
          </p:nvSpPr>
          <p:spPr>
            <a:xfrm>
              <a:off x="5295331" y="2680029"/>
              <a:ext cx="6714699" cy="5823026"/>
            </a:xfrm>
            <a:prstGeom prst="roundRect">
              <a:avLst>
                <a:gd name="adj" fmla="val 2197"/>
              </a:avLst>
            </a:prstGeom>
            <a:noFill/>
            <a:ln w="2222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8DFC7143-AF5B-B2F6-5A5B-1A55820537F2}"/>
                </a:ext>
              </a:extLst>
            </p:cNvPr>
            <p:cNvCxnSpPr>
              <a:cxnSpLocks/>
            </p:cNvCxnSpPr>
            <p:nvPr/>
          </p:nvCxnSpPr>
          <p:spPr>
            <a:xfrm>
              <a:off x="5295331" y="3283626"/>
              <a:ext cx="6714699" cy="0"/>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545A6AD2-1DC9-16CF-E58B-450451535C70}"/>
                </a:ext>
              </a:extLst>
            </p:cNvPr>
            <p:cNvSpPr txBox="1">
              <a:spLocks/>
            </p:cNvSpPr>
            <p:nvPr/>
          </p:nvSpPr>
          <p:spPr>
            <a:xfrm>
              <a:off x="6200772" y="2797173"/>
              <a:ext cx="4890056" cy="382756"/>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b="1"/>
                <a:t>Protocol layer</a:t>
              </a:r>
            </a:p>
          </p:txBody>
        </p:sp>
      </p:grpSp>
      <p:grpSp>
        <p:nvGrpSpPr>
          <p:cNvPr id="23" name="Group 22">
            <a:extLst>
              <a:ext uri="{FF2B5EF4-FFF2-40B4-BE49-F238E27FC236}">
                <a16:creationId xmlns:a16="http://schemas.microsoft.com/office/drawing/2014/main" id="{B32F62FD-1AA7-7A1E-3C3B-C18352D8F68E}"/>
              </a:ext>
            </a:extLst>
          </p:cNvPr>
          <p:cNvGrpSpPr/>
          <p:nvPr/>
        </p:nvGrpSpPr>
        <p:grpSpPr>
          <a:xfrm>
            <a:off x="5523724" y="3325719"/>
            <a:ext cx="6234409" cy="4810546"/>
            <a:chOff x="5441838" y="3332296"/>
            <a:chExt cx="6234409" cy="4810546"/>
          </a:xfrm>
        </p:grpSpPr>
        <p:sp>
          <p:nvSpPr>
            <p:cNvPr id="14" name="Rectangle: Rounded Corners 13">
              <a:extLst>
                <a:ext uri="{FF2B5EF4-FFF2-40B4-BE49-F238E27FC236}">
                  <a16:creationId xmlns:a16="http://schemas.microsoft.com/office/drawing/2014/main" id="{6E1951EC-A850-CD14-8C18-55B4BEE62FFB}"/>
                </a:ext>
              </a:extLst>
            </p:cNvPr>
            <p:cNvSpPr/>
            <p:nvPr/>
          </p:nvSpPr>
          <p:spPr>
            <a:xfrm>
              <a:off x="5441838" y="3332296"/>
              <a:ext cx="1428123" cy="779904"/>
            </a:xfrm>
            <a:prstGeom prst="roundRect">
              <a:avLst>
                <a:gd name="adj" fmla="val 6102"/>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Client</a:t>
              </a:r>
              <a:endParaRPr lang="en-IN" sz="2000" b="1">
                <a:latin typeface="+mj-lt"/>
              </a:endParaRPr>
            </a:p>
          </p:txBody>
        </p:sp>
        <p:sp>
          <p:nvSpPr>
            <p:cNvPr id="15" name="Rectangle: Rounded Corners 14">
              <a:extLst>
                <a:ext uri="{FF2B5EF4-FFF2-40B4-BE49-F238E27FC236}">
                  <a16:creationId xmlns:a16="http://schemas.microsoft.com/office/drawing/2014/main" id="{C895B748-18FC-FABE-74F7-16BD3832A3F1}"/>
                </a:ext>
              </a:extLst>
            </p:cNvPr>
            <p:cNvSpPr/>
            <p:nvPr/>
          </p:nvSpPr>
          <p:spPr>
            <a:xfrm>
              <a:off x="10248124" y="3332296"/>
              <a:ext cx="1428123" cy="779904"/>
            </a:xfrm>
            <a:prstGeom prst="roundRect">
              <a:avLst>
                <a:gd name="adj" fmla="val 6102"/>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Server</a:t>
              </a:r>
              <a:endParaRPr lang="en-IN" sz="2000" b="1">
                <a:latin typeface="+mj-lt"/>
              </a:endParaRPr>
            </a:p>
          </p:txBody>
        </p:sp>
        <p:cxnSp>
          <p:nvCxnSpPr>
            <p:cNvPr id="16" name="Straight Connector 15">
              <a:extLst>
                <a:ext uri="{FF2B5EF4-FFF2-40B4-BE49-F238E27FC236}">
                  <a16:creationId xmlns:a16="http://schemas.microsoft.com/office/drawing/2014/main" id="{6CC350CF-CEC7-35C4-0A8E-4B5103B117AC}"/>
                </a:ext>
              </a:extLst>
            </p:cNvPr>
            <p:cNvCxnSpPr>
              <a:cxnSpLocks/>
              <a:endCxn id="20" idx="0"/>
            </p:cNvCxnSpPr>
            <p:nvPr/>
          </p:nvCxnSpPr>
          <p:spPr>
            <a:xfrm flipH="1">
              <a:off x="6155900" y="4112200"/>
              <a:ext cx="1902" cy="3250738"/>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3A7AC074-555A-8EDC-CCA6-4D0DACD9C017}"/>
                </a:ext>
              </a:extLst>
            </p:cNvPr>
            <p:cNvSpPr/>
            <p:nvPr/>
          </p:nvSpPr>
          <p:spPr>
            <a:xfrm>
              <a:off x="5441838" y="7362938"/>
              <a:ext cx="1428123" cy="779904"/>
            </a:xfrm>
            <a:prstGeom prst="roundRect">
              <a:avLst>
                <a:gd name="adj" fmla="val 6102"/>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Client</a:t>
              </a:r>
              <a:endParaRPr lang="en-IN" sz="2000" b="1">
                <a:latin typeface="+mj-lt"/>
              </a:endParaRPr>
            </a:p>
          </p:txBody>
        </p:sp>
        <p:cxnSp>
          <p:nvCxnSpPr>
            <p:cNvPr id="21" name="Straight Connector 20">
              <a:extLst>
                <a:ext uri="{FF2B5EF4-FFF2-40B4-BE49-F238E27FC236}">
                  <a16:creationId xmlns:a16="http://schemas.microsoft.com/office/drawing/2014/main" id="{4FD238B4-81DA-D2E4-EF78-7C9E7ECB0E85}"/>
                </a:ext>
              </a:extLst>
            </p:cNvPr>
            <p:cNvCxnSpPr>
              <a:cxnSpLocks/>
              <a:endCxn id="22" idx="0"/>
            </p:cNvCxnSpPr>
            <p:nvPr/>
          </p:nvCxnSpPr>
          <p:spPr>
            <a:xfrm flipH="1">
              <a:off x="10962186" y="4112200"/>
              <a:ext cx="1902" cy="3250738"/>
            </a:xfrm>
            <a:prstGeom prst="line">
              <a:avLst/>
            </a:prstGeom>
            <a:ln w="22225">
              <a:solidFill>
                <a:schemeClr val="tx1">
                  <a:lumMod val="75000"/>
                  <a:lumOff val="2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94D7A46D-28F7-B1AF-AC29-4F2C0C25EC2A}"/>
                </a:ext>
              </a:extLst>
            </p:cNvPr>
            <p:cNvSpPr/>
            <p:nvPr/>
          </p:nvSpPr>
          <p:spPr>
            <a:xfrm>
              <a:off x="10248124" y="7362938"/>
              <a:ext cx="1428123" cy="779904"/>
            </a:xfrm>
            <a:prstGeom prst="roundRect">
              <a:avLst>
                <a:gd name="adj" fmla="val 6102"/>
              </a:avLst>
            </a:prstGeom>
            <a:solidFill>
              <a:schemeClr val="tx2">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mj-lt"/>
                </a:rPr>
                <a:t>Server</a:t>
              </a:r>
              <a:endParaRPr lang="en-IN" sz="2000" b="1">
                <a:latin typeface="+mj-lt"/>
              </a:endParaRPr>
            </a:p>
          </p:txBody>
        </p:sp>
      </p:grpSp>
      <p:cxnSp>
        <p:nvCxnSpPr>
          <p:cNvPr id="26" name="Straight Connector 25">
            <a:extLst>
              <a:ext uri="{FF2B5EF4-FFF2-40B4-BE49-F238E27FC236}">
                <a16:creationId xmlns:a16="http://schemas.microsoft.com/office/drawing/2014/main" id="{158557E3-D89C-C2F2-00F2-00DF8C2FCC10}"/>
              </a:ext>
            </a:extLst>
          </p:cNvPr>
          <p:cNvCxnSpPr>
            <a:cxnSpLocks/>
          </p:cNvCxnSpPr>
          <p:nvPr/>
        </p:nvCxnSpPr>
        <p:spPr>
          <a:xfrm>
            <a:off x="6239688" y="4708477"/>
            <a:ext cx="4806286" cy="0"/>
          </a:xfrm>
          <a:prstGeom prst="line">
            <a:avLst/>
          </a:prstGeom>
          <a:ln w="22225">
            <a:solidFill>
              <a:schemeClr val="tx1">
                <a:lumMod val="75000"/>
                <a:lumOff val="25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18E68C8-DAD3-DAA8-EC20-5922C708ACF1}"/>
              </a:ext>
            </a:extLst>
          </p:cNvPr>
          <p:cNvCxnSpPr>
            <a:cxnSpLocks/>
          </p:cNvCxnSpPr>
          <p:nvPr/>
        </p:nvCxnSpPr>
        <p:spPr>
          <a:xfrm>
            <a:off x="6239688" y="6212005"/>
            <a:ext cx="4806286" cy="0"/>
          </a:xfrm>
          <a:prstGeom prst="line">
            <a:avLst/>
          </a:prstGeom>
          <a:ln w="22225">
            <a:solidFill>
              <a:schemeClr val="tx1">
                <a:lumMod val="75000"/>
                <a:lumOff val="25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180FE0-C581-A1C5-2744-4281A48E8934}"/>
              </a:ext>
            </a:extLst>
          </p:cNvPr>
          <p:cNvCxnSpPr>
            <a:cxnSpLocks/>
          </p:cNvCxnSpPr>
          <p:nvPr/>
        </p:nvCxnSpPr>
        <p:spPr>
          <a:xfrm>
            <a:off x="6239688" y="5450005"/>
            <a:ext cx="4806286" cy="0"/>
          </a:xfrm>
          <a:prstGeom prst="line">
            <a:avLst/>
          </a:prstGeom>
          <a:ln w="22225">
            <a:solidFill>
              <a:schemeClr val="tx1">
                <a:lumMod val="75000"/>
                <a:lumOff val="25000"/>
              </a:schemeClr>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30" name="Text Placeholder 2">
            <a:extLst>
              <a:ext uri="{FF2B5EF4-FFF2-40B4-BE49-F238E27FC236}">
                <a16:creationId xmlns:a16="http://schemas.microsoft.com/office/drawing/2014/main" id="{34A6A149-328A-D1F7-BA98-6AB842B1A8A5}"/>
              </a:ext>
            </a:extLst>
          </p:cNvPr>
          <p:cNvSpPr txBox="1">
            <a:spLocks/>
          </p:cNvSpPr>
          <p:nvPr/>
        </p:nvSpPr>
        <p:spPr>
          <a:xfrm>
            <a:off x="7431240" y="4305650"/>
            <a:ext cx="2646874" cy="422825"/>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1. Client: hello</a:t>
            </a:r>
            <a:endParaRPr lang="en-US"/>
          </a:p>
        </p:txBody>
      </p:sp>
      <p:sp>
        <p:nvSpPr>
          <p:cNvPr id="31" name="Text Placeholder 2">
            <a:extLst>
              <a:ext uri="{FF2B5EF4-FFF2-40B4-BE49-F238E27FC236}">
                <a16:creationId xmlns:a16="http://schemas.microsoft.com/office/drawing/2014/main" id="{C5E50B5E-3B8B-C553-AD87-6A4EF6EB2DA8}"/>
              </a:ext>
            </a:extLst>
          </p:cNvPr>
          <p:cNvSpPr txBox="1">
            <a:spLocks/>
          </p:cNvSpPr>
          <p:nvPr/>
        </p:nvSpPr>
        <p:spPr>
          <a:xfrm>
            <a:off x="7327341" y="5034298"/>
            <a:ext cx="2687071" cy="39548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2. Server: hello</a:t>
            </a:r>
            <a:endParaRPr lang="en-US"/>
          </a:p>
        </p:txBody>
      </p:sp>
      <p:sp>
        <p:nvSpPr>
          <p:cNvPr id="32" name="Text Placeholder 2">
            <a:extLst>
              <a:ext uri="{FF2B5EF4-FFF2-40B4-BE49-F238E27FC236}">
                <a16:creationId xmlns:a16="http://schemas.microsoft.com/office/drawing/2014/main" id="{36175AA8-74AA-302E-D2E0-4AD207B1DB9D}"/>
              </a:ext>
            </a:extLst>
          </p:cNvPr>
          <p:cNvSpPr txBox="1">
            <a:spLocks/>
          </p:cNvSpPr>
          <p:nvPr/>
        </p:nvSpPr>
        <p:spPr>
          <a:xfrm>
            <a:off x="7151345" y="5775824"/>
            <a:ext cx="3002667" cy="409045"/>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3. Client: ready</a:t>
            </a:r>
            <a:endParaRPr lang="en-US"/>
          </a:p>
        </p:txBody>
      </p:sp>
      <p:sp>
        <p:nvSpPr>
          <p:cNvPr id="33" name="Rectangle: Rounded Corners 32">
            <a:extLst>
              <a:ext uri="{FF2B5EF4-FFF2-40B4-BE49-F238E27FC236}">
                <a16:creationId xmlns:a16="http://schemas.microsoft.com/office/drawing/2014/main" id="{79B6E4A9-22D8-E711-97CD-A8B232ED2852}"/>
              </a:ext>
            </a:extLst>
          </p:cNvPr>
          <p:cNvSpPr/>
          <p:nvPr/>
        </p:nvSpPr>
        <p:spPr>
          <a:xfrm>
            <a:off x="5411430" y="6517823"/>
            <a:ext cx="6462802" cy="478447"/>
          </a:xfrm>
          <a:prstGeom prst="roundRect">
            <a:avLst>
              <a:gd name="adj" fmla="val 29860"/>
            </a:avLst>
          </a:prstGeom>
          <a:solidFill>
            <a:schemeClr val="accent4">
              <a:lumMod val="60000"/>
              <a:lumOff val="40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lumMod val="75000"/>
                    <a:lumOff val="25000"/>
                  </a:schemeClr>
                </a:solidFill>
                <a:latin typeface="+mj-lt"/>
              </a:rPr>
              <a:t>Connected: list tools, then call them</a:t>
            </a:r>
            <a:endParaRPr lang="en-US" sz="2000">
              <a:solidFill>
                <a:schemeClr val="tx1">
                  <a:lumMod val="75000"/>
                  <a:lumOff val="25000"/>
                </a:schemeClr>
              </a:solidFill>
              <a:latin typeface="+mj-lt"/>
            </a:endParaRPr>
          </a:p>
        </p:txBody>
      </p:sp>
    </p:spTree>
    <p:extLst>
      <p:ext uri="{BB962C8B-B14F-4D97-AF65-F5344CB8AC3E}">
        <p14:creationId xmlns:p14="http://schemas.microsoft.com/office/powerpoint/2010/main" val="2549042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E05A8-E47E-64C4-B838-A3DCA4F8EFB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A6617AD-9EE8-B683-22D3-2A0D3B692BE6}"/>
              </a:ext>
            </a:extLst>
          </p:cNvPr>
          <p:cNvSpPr>
            <a:spLocks noGrp="1"/>
          </p:cNvSpPr>
          <p:nvPr>
            <p:ph type="body" idx="2"/>
          </p:nvPr>
        </p:nvSpPr>
        <p:spPr>
          <a:xfrm>
            <a:off x="7399607" y="3898381"/>
            <a:ext cx="8296812" cy="2213024"/>
          </a:xfrm>
        </p:spPr>
        <p:txBody>
          <a:bodyPr/>
          <a:lstStyle/>
          <a:p>
            <a:r>
              <a:rPr lang="en-US" dirty="0"/>
              <a:t>Custom code for every app–tool pair</a:t>
            </a:r>
            <a:endParaRPr lang="en-US" dirty="0"/>
          </a:p>
          <a:p>
            <a:r>
              <a:rPr lang="en-US" dirty="0"/>
              <a:t>One shared standard every app and tool connects to</a:t>
            </a:r>
            <a:endParaRPr lang="en-US" dirty="0"/>
          </a:p>
          <a:p>
            <a:r>
              <a:rPr lang="en-US" dirty="0"/>
              <a:t>Each AI model manages all its own connections</a:t>
            </a:r>
            <a:endParaRPr lang="en-US" dirty="0"/>
          </a:p>
          <a:p>
            <a:r>
              <a:rPr lang="en-US" dirty="0"/>
              <a:t>Replacing tools with the model’s own knowledge</a:t>
            </a:r>
            <a:endParaRPr lang="en-US" dirty="0"/>
          </a:p>
        </p:txBody>
      </p:sp>
      <p:sp>
        <p:nvSpPr>
          <p:cNvPr id="7" name="Text Placeholder 6">
            <a:extLst>
              <a:ext uri="{FF2B5EF4-FFF2-40B4-BE49-F238E27FC236}">
                <a16:creationId xmlns:a16="http://schemas.microsoft.com/office/drawing/2014/main" id="{DB41723E-91A7-437D-90F8-903D4EDF269B}"/>
              </a:ext>
            </a:extLst>
          </p:cNvPr>
          <p:cNvSpPr>
            <a:spLocks noGrp="1"/>
          </p:cNvSpPr>
          <p:nvPr>
            <p:ph type="body" idx="10"/>
          </p:nvPr>
        </p:nvSpPr>
        <p:spPr>
          <a:xfrm>
            <a:off x="7399607" y="2879707"/>
            <a:ext cx="7315200" cy="771878"/>
          </a:xfrm>
        </p:spPr>
        <p:txBody>
          <a:bodyPr/>
          <a:lstStyle/>
          <a:p>
            <a:r>
              <a:rPr lang="en-US"/>
              <a:t>How does MCP solve the M × N problem?</a:t>
            </a:r>
            <a:endParaRPr lang="en-US"/>
          </a:p>
        </p:txBody>
      </p:sp>
    </p:spTree>
    <p:custDataLst>
      <p:tags r:id="rId1"/>
    </p:custDataLst>
    <p:extLst>
      <p:ext uri="{BB962C8B-B14F-4D97-AF65-F5344CB8AC3E}">
        <p14:creationId xmlns:p14="http://schemas.microsoft.com/office/powerpoint/2010/main" val="2941162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12368-FD7F-9155-0BC5-448649B112A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1D724A3-CFC0-B77D-8968-29E5CE896B56}"/>
              </a:ext>
            </a:extLst>
          </p:cNvPr>
          <p:cNvSpPr>
            <a:spLocks noGrp="1"/>
          </p:cNvSpPr>
          <p:nvPr>
            <p:ph type="body" idx="10"/>
          </p:nvPr>
        </p:nvSpPr>
        <p:spPr>
          <a:xfrm>
            <a:off x="0" y="4114800"/>
            <a:ext cx="16256001" cy="914400"/>
          </a:xfrm>
        </p:spPr>
        <p:txBody>
          <a:bodyPr/>
          <a:lstStyle/>
          <a:p>
            <a:pPr>
              <a:lnSpc>
                <a:spcPct val="113999"/>
              </a:lnSpc>
            </a:pPr>
            <a:r>
              <a:rPr lang="en-US"/>
              <a:t>Part 3: What a Server Offers, and How to Build One</a:t>
            </a:r>
            <a:endParaRPr lang="en-US"/>
          </a:p>
        </p:txBody>
      </p:sp>
    </p:spTree>
    <p:custDataLst>
      <p:tags r:id="rId1"/>
    </p:custDataLst>
    <p:extLst>
      <p:ext uri="{BB962C8B-B14F-4D97-AF65-F5344CB8AC3E}">
        <p14:creationId xmlns:p14="http://schemas.microsoft.com/office/powerpoint/2010/main" val="642797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DF411-2ABB-1EBB-ABDF-DED5FBABA5F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8BAAB6E-8158-30F0-E718-FB5454F461DE}"/>
              </a:ext>
            </a:extLst>
          </p:cNvPr>
          <p:cNvSpPr>
            <a:spLocks noGrp="1"/>
          </p:cNvSpPr>
          <p:nvPr>
            <p:ph type="body" idx="10"/>
          </p:nvPr>
        </p:nvSpPr>
        <p:spPr/>
        <p:txBody>
          <a:bodyPr/>
          <a:lstStyle/>
          <a:p>
            <a:r>
              <a:rPr lang="en-US"/>
              <a:t>Three things, like a restaurant:</a:t>
            </a:r>
            <a:endParaRPr lang="en-US"/>
          </a:p>
        </p:txBody>
      </p:sp>
      <p:grpSp>
        <p:nvGrpSpPr>
          <p:cNvPr id="64" name="Group 63">
            <a:extLst>
              <a:ext uri="{FF2B5EF4-FFF2-40B4-BE49-F238E27FC236}">
                <a16:creationId xmlns:a16="http://schemas.microsoft.com/office/drawing/2014/main" id="{3782A531-D4E1-2C45-F796-26457ADC38B7}"/>
              </a:ext>
            </a:extLst>
          </p:cNvPr>
          <p:cNvGrpSpPr/>
          <p:nvPr/>
        </p:nvGrpSpPr>
        <p:grpSpPr>
          <a:xfrm>
            <a:off x="2332810" y="2619805"/>
            <a:ext cx="11590380" cy="4595131"/>
            <a:chOff x="2332810" y="2416609"/>
            <a:chExt cx="11590380" cy="4595131"/>
          </a:xfrm>
        </p:grpSpPr>
        <p:grpSp>
          <p:nvGrpSpPr>
            <p:cNvPr id="51" name="Group 50">
              <a:extLst>
                <a:ext uri="{FF2B5EF4-FFF2-40B4-BE49-F238E27FC236}">
                  <a16:creationId xmlns:a16="http://schemas.microsoft.com/office/drawing/2014/main" id="{9A3C1A6C-45AA-07D9-DFE8-D95F4F8B0EE5}"/>
                </a:ext>
              </a:extLst>
            </p:cNvPr>
            <p:cNvGrpSpPr/>
            <p:nvPr/>
          </p:nvGrpSpPr>
          <p:grpSpPr>
            <a:xfrm>
              <a:off x="2332810" y="2416609"/>
              <a:ext cx="11590380" cy="2318519"/>
              <a:chOff x="2830286" y="2717776"/>
              <a:chExt cx="11590380" cy="2318519"/>
            </a:xfrm>
          </p:grpSpPr>
          <p:grpSp>
            <p:nvGrpSpPr>
              <p:cNvPr id="42" name="Group 41">
                <a:extLst>
                  <a:ext uri="{FF2B5EF4-FFF2-40B4-BE49-F238E27FC236}">
                    <a16:creationId xmlns:a16="http://schemas.microsoft.com/office/drawing/2014/main" id="{25BF73E5-1A5C-BB00-5DD2-7F51C8904EFE}"/>
                  </a:ext>
                </a:extLst>
              </p:cNvPr>
              <p:cNvGrpSpPr/>
              <p:nvPr/>
            </p:nvGrpSpPr>
            <p:grpSpPr>
              <a:xfrm>
                <a:off x="2830286" y="2717776"/>
                <a:ext cx="3593008" cy="1990928"/>
                <a:chOff x="2830286" y="2717776"/>
                <a:chExt cx="3593008" cy="1990928"/>
              </a:xfrm>
            </p:grpSpPr>
            <p:sp>
              <p:nvSpPr>
                <p:cNvPr id="26" name="Rectangle: Rounded Corners 25">
                  <a:extLst>
                    <a:ext uri="{FF2B5EF4-FFF2-40B4-BE49-F238E27FC236}">
                      <a16:creationId xmlns:a16="http://schemas.microsoft.com/office/drawing/2014/main" id="{C53E339A-648D-0F2E-6469-111729E82A67}"/>
                    </a:ext>
                  </a:extLst>
                </p:cNvPr>
                <p:cNvSpPr/>
                <p:nvPr/>
              </p:nvSpPr>
              <p:spPr>
                <a:xfrm>
                  <a:off x="2830286" y="2991182"/>
                  <a:ext cx="3593008" cy="1717522"/>
                </a:xfrm>
                <a:prstGeom prst="roundRect">
                  <a:avLst>
                    <a:gd name="adj" fmla="val 567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Rectangle: Rounded Corners 27">
                  <a:extLst>
                    <a:ext uri="{FF2B5EF4-FFF2-40B4-BE49-F238E27FC236}">
                      <a16:creationId xmlns:a16="http://schemas.microsoft.com/office/drawing/2014/main" id="{02438EF6-8332-6C6A-4EE5-891857DF5356}"/>
                    </a:ext>
                  </a:extLst>
                </p:cNvPr>
                <p:cNvSpPr/>
                <p:nvPr/>
              </p:nvSpPr>
              <p:spPr>
                <a:xfrm>
                  <a:off x="3641186" y="2717776"/>
                  <a:ext cx="1854740" cy="5468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a:t>Tools</a:t>
                  </a:r>
                  <a:endParaRPr lang="en-IN" sz="2200" b="1"/>
                </a:p>
              </p:txBody>
            </p:sp>
            <p:sp>
              <p:nvSpPr>
                <p:cNvPr id="36" name="Text Placeholder 5">
                  <a:extLst>
                    <a:ext uri="{FF2B5EF4-FFF2-40B4-BE49-F238E27FC236}">
                      <a16:creationId xmlns:a16="http://schemas.microsoft.com/office/drawing/2014/main" id="{00D4205D-63B6-9B48-EA2D-3E2E24DD8DA4}"/>
                    </a:ext>
                  </a:extLst>
                </p:cNvPr>
                <p:cNvSpPr txBox="1">
                  <a:spLocks/>
                </p:cNvSpPr>
                <p:nvPr/>
              </p:nvSpPr>
              <p:spPr>
                <a:xfrm>
                  <a:off x="3320192" y="3424405"/>
                  <a:ext cx="2496727" cy="128429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Actions the AI can ask for, like placing an order</a:t>
                  </a:r>
                  <a:endParaRPr lang="en-US"/>
                </a:p>
              </p:txBody>
            </p:sp>
          </p:grpSp>
          <p:grpSp>
            <p:nvGrpSpPr>
              <p:cNvPr id="43" name="Group 42">
                <a:extLst>
                  <a:ext uri="{FF2B5EF4-FFF2-40B4-BE49-F238E27FC236}">
                    <a16:creationId xmlns:a16="http://schemas.microsoft.com/office/drawing/2014/main" id="{2DB4B892-0195-4D84-E316-266B96879D8E}"/>
                  </a:ext>
                </a:extLst>
              </p:cNvPr>
              <p:cNvGrpSpPr/>
              <p:nvPr/>
            </p:nvGrpSpPr>
            <p:grpSpPr>
              <a:xfrm>
                <a:off x="6828972" y="2717776"/>
                <a:ext cx="3593008" cy="2318519"/>
                <a:chOff x="2830286" y="2717776"/>
                <a:chExt cx="3593008" cy="2318519"/>
              </a:xfrm>
            </p:grpSpPr>
            <p:sp>
              <p:nvSpPr>
                <p:cNvPr id="44" name="Rectangle: Rounded Corners 43">
                  <a:extLst>
                    <a:ext uri="{FF2B5EF4-FFF2-40B4-BE49-F238E27FC236}">
                      <a16:creationId xmlns:a16="http://schemas.microsoft.com/office/drawing/2014/main" id="{269D1913-4B94-6A8E-5564-E43752125CD2}"/>
                    </a:ext>
                  </a:extLst>
                </p:cNvPr>
                <p:cNvSpPr/>
                <p:nvPr/>
              </p:nvSpPr>
              <p:spPr>
                <a:xfrm>
                  <a:off x="2830286" y="2991182"/>
                  <a:ext cx="3593008" cy="1725962"/>
                </a:xfrm>
                <a:prstGeom prst="roundRect">
                  <a:avLst>
                    <a:gd name="adj" fmla="val 567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Rounded Corners 44">
                  <a:extLst>
                    <a:ext uri="{FF2B5EF4-FFF2-40B4-BE49-F238E27FC236}">
                      <a16:creationId xmlns:a16="http://schemas.microsoft.com/office/drawing/2014/main" id="{D14C3DD3-500A-DEB7-67F6-9A7249DBFAB4}"/>
                    </a:ext>
                  </a:extLst>
                </p:cNvPr>
                <p:cNvSpPr/>
                <p:nvPr/>
              </p:nvSpPr>
              <p:spPr>
                <a:xfrm>
                  <a:off x="3641186" y="2717776"/>
                  <a:ext cx="1854740" cy="5468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a:t>Resources</a:t>
                  </a:r>
                  <a:endParaRPr lang="en-IN" sz="2200" b="1"/>
                </a:p>
              </p:txBody>
            </p:sp>
            <p:sp>
              <p:nvSpPr>
                <p:cNvPr id="46" name="Text Placeholder 5">
                  <a:extLst>
                    <a:ext uri="{FF2B5EF4-FFF2-40B4-BE49-F238E27FC236}">
                      <a16:creationId xmlns:a16="http://schemas.microsoft.com/office/drawing/2014/main" id="{8A269944-1639-8382-B8DF-22AF70B4687F}"/>
                    </a:ext>
                  </a:extLst>
                </p:cNvPr>
                <p:cNvSpPr txBox="1">
                  <a:spLocks/>
                </p:cNvSpPr>
                <p:nvPr/>
              </p:nvSpPr>
              <p:spPr>
                <a:xfrm>
                  <a:off x="3352326" y="3424405"/>
                  <a:ext cx="2432459" cy="1611890"/>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Information the AI can read, like the menu card</a:t>
                  </a:r>
                  <a:endParaRPr lang="en-US"/>
                </a:p>
              </p:txBody>
            </p:sp>
          </p:grpSp>
          <p:grpSp>
            <p:nvGrpSpPr>
              <p:cNvPr id="47" name="Group 46">
                <a:extLst>
                  <a:ext uri="{FF2B5EF4-FFF2-40B4-BE49-F238E27FC236}">
                    <a16:creationId xmlns:a16="http://schemas.microsoft.com/office/drawing/2014/main" id="{93E73913-2821-285A-6751-A22DDE1621CE}"/>
                  </a:ext>
                </a:extLst>
              </p:cNvPr>
              <p:cNvGrpSpPr/>
              <p:nvPr/>
            </p:nvGrpSpPr>
            <p:grpSpPr>
              <a:xfrm>
                <a:off x="10827658" y="2717776"/>
                <a:ext cx="3593008" cy="1999368"/>
                <a:chOff x="2830286" y="2717776"/>
                <a:chExt cx="3593008" cy="1999368"/>
              </a:xfrm>
            </p:grpSpPr>
            <p:sp>
              <p:nvSpPr>
                <p:cNvPr id="48" name="Rectangle: Rounded Corners 47">
                  <a:extLst>
                    <a:ext uri="{FF2B5EF4-FFF2-40B4-BE49-F238E27FC236}">
                      <a16:creationId xmlns:a16="http://schemas.microsoft.com/office/drawing/2014/main" id="{9B286B90-DE16-FDD8-4419-C9466076E495}"/>
                    </a:ext>
                  </a:extLst>
                </p:cNvPr>
                <p:cNvSpPr/>
                <p:nvPr/>
              </p:nvSpPr>
              <p:spPr>
                <a:xfrm>
                  <a:off x="2830286" y="2991182"/>
                  <a:ext cx="3593008" cy="1725962"/>
                </a:xfrm>
                <a:prstGeom prst="roundRect">
                  <a:avLst>
                    <a:gd name="adj" fmla="val 567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7562352B-36B0-433B-4EFC-988425A37EF8}"/>
                    </a:ext>
                  </a:extLst>
                </p:cNvPr>
                <p:cNvSpPr/>
                <p:nvPr/>
              </p:nvSpPr>
              <p:spPr>
                <a:xfrm>
                  <a:off x="3641186" y="2717776"/>
                  <a:ext cx="1854740" cy="5468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a:t>Prompts</a:t>
                  </a:r>
                  <a:endParaRPr lang="en-IN" sz="2200" b="1"/>
                </a:p>
              </p:txBody>
            </p:sp>
            <p:sp>
              <p:nvSpPr>
                <p:cNvPr id="50" name="Text Placeholder 5">
                  <a:extLst>
                    <a:ext uri="{FF2B5EF4-FFF2-40B4-BE49-F238E27FC236}">
                      <a16:creationId xmlns:a16="http://schemas.microsoft.com/office/drawing/2014/main" id="{597B62D8-9D19-FD18-386F-B068F3DEBC0B}"/>
                    </a:ext>
                  </a:extLst>
                </p:cNvPr>
                <p:cNvSpPr txBox="1">
                  <a:spLocks/>
                </p:cNvSpPr>
                <p:nvPr/>
              </p:nvSpPr>
              <p:spPr>
                <a:xfrm>
                  <a:off x="3081597" y="3424405"/>
                  <a:ext cx="3090386" cy="129273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Ready-made instructions, like the chef’s set combos</a:t>
                  </a:r>
                  <a:endParaRPr lang="en-US"/>
                </a:p>
              </p:txBody>
            </p:sp>
          </p:grpSp>
        </p:grpSp>
        <p:cxnSp>
          <p:nvCxnSpPr>
            <p:cNvPr id="53" name="Straight Connector 52">
              <a:extLst>
                <a:ext uri="{FF2B5EF4-FFF2-40B4-BE49-F238E27FC236}">
                  <a16:creationId xmlns:a16="http://schemas.microsoft.com/office/drawing/2014/main" id="{AD257D02-F7F8-8823-924E-DE30981B58D0}"/>
                </a:ext>
              </a:extLst>
            </p:cNvPr>
            <p:cNvCxnSpPr>
              <a:stCxn id="36" idx="2"/>
            </p:cNvCxnSpPr>
            <p:nvPr/>
          </p:nvCxnSpPr>
          <p:spPr>
            <a:xfrm flipH="1">
              <a:off x="4071079" y="4407536"/>
              <a:ext cx="1" cy="104983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6ABDD81-C35E-65FC-B75B-2F8E07C6D180}"/>
                </a:ext>
              </a:extLst>
            </p:cNvPr>
            <p:cNvCxnSpPr>
              <a:cxnSpLocks/>
            </p:cNvCxnSpPr>
            <p:nvPr/>
          </p:nvCxnSpPr>
          <p:spPr>
            <a:xfrm>
              <a:off x="8140357" y="4415976"/>
              <a:ext cx="0" cy="1549395"/>
            </a:xfrm>
            <a:prstGeom prst="line">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8709C6D-CCE9-BC0D-56C6-25DE8D7E72CA}"/>
                </a:ext>
              </a:extLst>
            </p:cNvPr>
            <p:cNvCxnSpPr/>
            <p:nvPr/>
          </p:nvCxnSpPr>
          <p:spPr>
            <a:xfrm flipH="1">
              <a:off x="12068451" y="4407536"/>
              <a:ext cx="1" cy="104983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3A9C84E-A128-F561-5DB0-FA9A2301DA69}"/>
                </a:ext>
              </a:extLst>
            </p:cNvPr>
            <p:cNvCxnSpPr>
              <a:cxnSpLocks/>
            </p:cNvCxnSpPr>
            <p:nvPr/>
          </p:nvCxnSpPr>
          <p:spPr>
            <a:xfrm flipH="1">
              <a:off x="4071079" y="5465811"/>
              <a:ext cx="799737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90E9B051-5E92-AA63-4AE1-DEFE7FF4B240}"/>
                </a:ext>
              </a:extLst>
            </p:cNvPr>
            <p:cNvSpPr/>
            <p:nvPr/>
          </p:nvSpPr>
          <p:spPr>
            <a:xfrm>
              <a:off x="4000890" y="5965371"/>
              <a:ext cx="8167136" cy="104636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a:t>Our demo server, MarketIntel, offers 7 tools: search, competitors, pricing, news and more.</a:t>
              </a:r>
              <a:endParaRPr lang="en-US" sz="2200"/>
            </a:p>
          </p:txBody>
        </p:sp>
      </p:grpSp>
      <p:sp>
        <p:nvSpPr>
          <p:cNvPr id="72" name="Brandline_LVC">
            <a:extLst>
              <a:ext uri="{FF2B5EF4-FFF2-40B4-BE49-F238E27FC236}">
                <a16:creationId xmlns:a16="http://schemas.microsoft.com/office/drawing/2014/main" id="{B7374F6C-EFF4-4704-0FCF-9D6655F611DB}"/>
              </a:ext>
            </a:extLst>
          </p:cNvPr>
          <p:cNvSpPr/>
          <p:nvPr/>
        </p:nvSpPr>
        <p:spPr>
          <a:xfrm>
            <a:off x="5130800" y="816324"/>
            <a:ext cx="601273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Title 73">
            <a:extLst>
              <a:ext uri="{FF2B5EF4-FFF2-40B4-BE49-F238E27FC236}">
                <a16:creationId xmlns:a16="http://schemas.microsoft.com/office/drawing/2014/main" id="{124F39B1-1234-C968-C1D3-4094E8A20D79}"/>
              </a:ext>
            </a:extLst>
          </p:cNvPr>
          <p:cNvSpPr>
            <a:spLocks noGrp="1"/>
          </p:cNvSpPr>
          <p:nvPr>
            <p:ph type="title"/>
          </p:nvPr>
        </p:nvSpPr>
        <p:spPr/>
        <p:txBody>
          <a:bodyPr/>
          <a:lstStyle/>
          <a:p>
            <a:r>
              <a:rPr lang="en-US"/>
              <a:t>What an MCP Server Offers</a:t>
            </a:r>
            <a:endParaRPr lang="en-US"/>
          </a:p>
        </p:txBody>
      </p:sp>
    </p:spTree>
    <p:extLst>
      <p:ext uri="{BB962C8B-B14F-4D97-AF65-F5344CB8AC3E}">
        <p14:creationId xmlns:p14="http://schemas.microsoft.com/office/powerpoint/2010/main" val="2790670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C6712-3496-7D83-12FE-43C67C611E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157A48-961C-5BCF-BCCC-84AA28688023}"/>
              </a:ext>
            </a:extLst>
          </p:cNvPr>
          <p:cNvSpPr>
            <a:spLocks noGrp="1"/>
          </p:cNvSpPr>
          <p:nvPr>
            <p:ph type="title"/>
          </p:nvPr>
        </p:nvSpPr>
        <p:spPr>
          <a:xfrm>
            <a:off x="-10160" y="229878"/>
            <a:ext cx="16276320" cy="687244"/>
          </a:xfrm>
        </p:spPr>
        <p:txBody>
          <a:bodyPr>
            <a:normAutofit/>
          </a:bodyPr>
          <a:lstStyle/>
          <a:p>
            <a:r>
              <a:rPr lang="en-US"/>
              <a:t>Building a Server in Python with FastMCP</a:t>
            </a:r>
            <a:endParaRPr lang="en-US"/>
          </a:p>
        </p:txBody>
      </p:sp>
      <p:sp>
        <p:nvSpPr>
          <p:cNvPr id="5" name="Text Placeholder 4">
            <a:extLst>
              <a:ext uri="{FF2B5EF4-FFF2-40B4-BE49-F238E27FC236}">
                <a16:creationId xmlns:a16="http://schemas.microsoft.com/office/drawing/2014/main" id="{A76AEC54-EE81-223B-ACC4-4971E61DFD31}"/>
              </a:ext>
            </a:extLst>
          </p:cNvPr>
          <p:cNvSpPr>
            <a:spLocks noGrp="1"/>
          </p:cNvSpPr>
          <p:nvPr>
            <p:ph type="body" idx="10"/>
          </p:nvPr>
        </p:nvSpPr>
        <p:spPr>
          <a:xfrm>
            <a:off x="2187744" y="1473131"/>
            <a:ext cx="11868361" cy="834640"/>
          </a:xfrm>
        </p:spPr>
        <p:txBody>
          <a:bodyPr>
            <a:noAutofit/>
          </a:bodyPr>
          <a:lstStyle/>
          <a:p>
            <a:r>
              <a:rPr lang="en-US"/>
              <a:t>FastMCP is a Python library that turns ordinary functions into tools, resources and prompts, with one line each.</a:t>
            </a:r>
            <a:endParaRPr lang="en-US"/>
          </a:p>
        </p:txBody>
      </p:sp>
      <p:sp>
        <p:nvSpPr>
          <p:cNvPr id="8" name="Brandline_LVC">
            <a:extLst>
              <a:ext uri="{FF2B5EF4-FFF2-40B4-BE49-F238E27FC236}">
                <a16:creationId xmlns:a16="http://schemas.microsoft.com/office/drawing/2014/main" id="{A0475D15-747B-6592-CC8D-FD1582B21C7F}"/>
              </a:ext>
            </a:extLst>
          </p:cNvPr>
          <p:cNvSpPr/>
          <p:nvPr/>
        </p:nvSpPr>
        <p:spPr>
          <a:xfrm>
            <a:off x="4432300" y="816324"/>
            <a:ext cx="740156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Placeholder 4">
            <a:extLst>
              <a:ext uri="{FF2B5EF4-FFF2-40B4-BE49-F238E27FC236}">
                <a16:creationId xmlns:a16="http://schemas.microsoft.com/office/drawing/2014/main" id="{63A87124-03B0-B36B-295D-79C1CD8F3B71}"/>
              </a:ext>
            </a:extLst>
          </p:cNvPr>
          <p:cNvSpPr txBox="1">
            <a:spLocks/>
          </p:cNvSpPr>
          <p:nvPr/>
        </p:nvSpPr>
        <p:spPr>
          <a:xfrm>
            <a:off x="1949626" y="7391524"/>
            <a:ext cx="12356749" cy="89170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The sentence in triple quotes tells the AI when to use the tool; the type hint (name: str) tells it what to send.</a:t>
            </a:r>
            <a:endParaRPr lang="en-US"/>
          </a:p>
        </p:txBody>
      </p:sp>
      <p:grpSp>
        <p:nvGrpSpPr>
          <p:cNvPr id="13" name="Group 12">
            <a:extLst>
              <a:ext uri="{FF2B5EF4-FFF2-40B4-BE49-F238E27FC236}">
                <a16:creationId xmlns:a16="http://schemas.microsoft.com/office/drawing/2014/main" id="{AF9B6E31-D571-20CF-880F-FF4E199F163C}"/>
              </a:ext>
            </a:extLst>
          </p:cNvPr>
          <p:cNvGrpSpPr/>
          <p:nvPr/>
        </p:nvGrpSpPr>
        <p:grpSpPr>
          <a:xfrm>
            <a:off x="2925239" y="2657654"/>
            <a:ext cx="10402819" cy="4178576"/>
            <a:chOff x="3684577" y="2407980"/>
            <a:chExt cx="10402819" cy="2636326"/>
          </a:xfrm>
        </p:grpSpPr>
        <p:grpSp>
          <p:nvGrpSpPr>
            <p:cNvPr id="19" name="BlackCodebox_BG">
              <a:extLst>
                <a:ext uri="{FF2B5EF4-FFF2-40B4-BE49-F238E27FC236}">
                  <a16:creationId xmlns:a16="http://schemas.microsoft.com/office/drawing/2014/main" id="{3193C8CA-E53C-DAAC-F969-9FE6482E909F}"/>
                </a:ext>
              </a:extLst>
            </p:cNvPr>
            <p:cNvGrpSpPr/>
            <p:nvPr/>
          </p:nvGrpSpPr>
          <p:grpSpPr>
            <a:xfrm>
              <a:off x="3684577" y="2407980"/>
              <a:ext cx="10402819" cy="2636326"/>
              <a:chOff x="3158868" y="2572819"/>
              <a:chExt cx="10060604" cy="3574832"/>
            </a:xfrm>
          </p:grpSpPr>
          <p:sp>
            <p:nvSpPr>
              <p:cNvPr id="35" name="Google Shape;972;g6d2a1fd03f_0_318">
                <a:extLst>
                  <a:ext uri="{FF2B5EF4-FFF2-40B4-BE49-F238E27FC236}">
                    <a16:creationId xmlns:a16="http://schemas.microsoft.com/office/drawing/2014/main" id="{4E28DEE7-7A25-01CA-4BF5-FBDA035260D7}"/>
                  </a:ext>
                </a:extLst>
              </p:cNvPr>
              <p:cNvSpPr/>
              <p:nvPr/>
            </p:nvSpPr>
            <p:spPr>
              <a:xfrm>
                <a:off x="3241576" y="3033475"/>
                <a:ext cx="9895189" cy="2966812"/>
              </a:xfrm>
              <a:prstGeom prst="rect">
                <a:avLst/>
              </a:prstGeom>
              <a:solidFill>
                <a:srgbClr val="666666"/>
              </a:solidFill>
              <a:ln w="9525" cap="flat" cmpd="sng">
                <a:solidFill>
                  <a:srgbClr val="CCCCCC"/>
                </a:solidFill>
                <a:prstDash val="solid"/>
                <a:round/>
                <a:headEnd type="none" w="sm" len="sm"/>
                <a:tailEnd type="none" w="sm" len="sm"/>
              </a:ln>
              <a:effectLst>
                <a:outerShdw blurRad="57150" dist="19050" dir="2820000" algn="bl" rotWithShape="0">
                  <a:srgbClr val="000000">
                    <a:alpha val="2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973;g6d2a1fd03f_0_318">
                <a:extLst>
                  <a:ext uri="{FF2B5EF4-FFF2-40B4-BE49-F238E27FC236}">
                    <a16:creationId xmlns:a16="http://schemas.microsoft.com/office/drawing/2014/main" id="{3ACAC8E4-84BC-74F5-3253-05E57BE0A7F3}"/>
                  </a:ext>
                </a:extLst>
              </p:cNvPr>
              <p:cNvSpPr/>
              <p:nvPr/>
            </p:nvSpPr>
            <p:spPr>
              <a:xfrm>
                <a:off x="3158868" y="2572819"/>
                <a:ext cx="10060604" cy="472677"/>
              </a:xfrm>
              <a:prstGeom prst="round2SameRect">
                <a:avLst>
                  <a:gd name="adj1" fmla="val 27454"/>
                  <a:gd name="adj2" fmla="val 0"/>
                </a:avLst>
              </a:prstGeom>
              <a:solidFill>
                <a:srgbClr val="CCCCCC"/>
              </a:solidFill>
              <a:ln>
                <a:noFill/>
              </a:ln>
              <a:effectLst>
                <a:outerShdw blurRad="57150" dist="19050" dir="2820000" algn="bl" rotWithShape="0">
                  <a:srgbClr val="000000">
                    <a:alpha val="2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974;g6d2a1fd03f_0_318">
                <a:extLst>
                  <a:ext uri="{FF2B5EF4-FFF2-40B4-BE49-F238E27FC236}">
                    <a16:creationId xmlns:a16="http://schemas.microsoft.com/office/drawing/2014/main" id="{542BE640-FA4A-2FD3-E9C1-3B7E5A608CED}"/>
                  </a:ext>
                </a:extLst>
              </p:cNvPr>
              <p:cNvSpPr/>
              <p:nvPr/>
            </p:nvSpPr>
            <p:spPr>
              <a:xfrm>
                <a:off x="3186578" y="6010189"/>
                <a:ext cx="9996047" cy="137462"/>
              </a:xfrm>
              <a:prstGeom prst="rect">
                <a:avLst/>
              </a:prstGeom>
              <a:solidFill>
                <a:srgbClr val="B7B7B7"/>
              </a:solidFill>
              <a:ln>
                <a:noFill/>
              </a:ln>
              <a:effectLst>
                <a:outerShdw blurRad="57150" dist="19050" dir="2820000" algn="bl" rotWithShape="0">
                  <a:srgbClr val="000000">
                    <a:alpha val="2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Demo_Title">
              <a:extLst>
                <a:ext uri="{FF2B5EF4-FFF2-40B4-BE49-F238E27FC236}">
                  <a16:creationId xmlns:a16="http://schemas.microsoft.com/office/drawing/2014/main" id="{F2B707B1-FC90-EF12-FB11-875384B0A096}"/>
                </a:ext>
              </a:extLst>
            </p:cNvPr>
            <p:cNvSpPr txBox="1"/>
            <p:nvPr/>
          </p:nvSpPr>
          <p:spPr>
            <a:xfrm>
              <a:off x="6289136" y="2471510"/>
              <a:ext cx="5184254" cy="24842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2200" b="1" i="0" u="none" strike="noStrike" cap="none">
                  <a:solidFill>
                    <a:schemeClr val="tx1">
                      <a:lumMod val="75000"/>
                      <a:lumOff val="25000"/>
                    </a:schemeClr>
                  </a:solidFill>
                  <a:latin typeface="Open Sans"/>
                  <a:ea typeface="Open Sans"/>
                  <a:cs typeface="Open Sans"/>
                  <a:sym typeface="Open Sans"/>
                </a:rPr>
                <a:t>From our demo server</a:t>
              </a:r>
              <a:endParaRPr lang="en-US" sz="2200" i="0" u="none" strike="noStrike" cap="none">
                <a:solidFill>
                  <a:schemeClr val="tx1">
                    <a:lumMod val="75000"/>
                    <a:lumOff val="25000"/>
                  </a:schemeClr>
                </a:solidFill>
                <a:latin typeface="Open Sans"/>
                <a:ea typeface="Open Sans"/>
                <a:cs typeface="Open Sans"/>
                <a:sym typeface="Open Sans"/>
              </a:endParaRPr>
            </a:p>
          </p:txBody>
        </p:sp>
        <p:sp>
          <p:nvSpPr>
            <p:cNvPr id="24" name="Code">
              <a:extLst>
                <a:ext uri="{FF2B5EF4-FFF2-40B4-BE49-F238E27FC236}">
                  <a16:creationId xmlns:a16="http://schemas.microsoft.com/office/drawing/2014/main" id="{70B259BA-ED60-CB8E-66FB-F5D40B3CA347}"/>
                </a:ext>
              </a:extLst>
            </p:cNvPr>
            <p:cNvSpPr txBox="1"/>
            <p:nvPr/>
          </p:nvSpPr>
          <p:spPr>
            <a:xfrm>
              <a:off x="3885102" y="2779680"/>
              <a:ext cx="9966121" cy="1902826"/>
            </a:xfrm>
            <a:prstGeom prst="rect">
              <a:avLst/>
            </a:prstGeom>
            <a:noFill/>
            <a:ln>
              <a:noFill/>
            </a:ln>
          </p:spPr>
          <p:txBody>
            <a:bodyPr spcFirstLastPara="1" wrap="square" lIns="91425" tIns="91425" rIns="91425" bIns="91425" anchor="t" anchorCtr="0">
              <a:noAutofit/>
            </a:bodyPr>
            <a:lstStyle/>
            <a:p>
              <a:r>
                <a:rPr lang="en-US" dirty="0">
                  <a:solidFill>
                    <a:schemeClr val="accent4">
                      <a:lumMod val="60000"/>
                      <a:lumOff val="40000"/>
                    </a:schemeClr>
                  </a:solidFill>
                  <a:latin typeface="Courier New" panose="02070309020205020404" pitchFamily="49" charset="0"/>
                  <a:cs typeface="Courier New" panose="02070309020205020404" pitchFamily="49" charset="0"/>
                </a:rPr>
                <a:t>from fastmcp import FastMCP</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bg1"/>
                  </a:solidFill>
                  <a:latin typeface="Courier New" panose="02070309020205020404" pitchFamily="49" charset="0"/>
                  <a:cs typeface="Courier New" panose="02070309020205020404" pitchFamily="49" charset="0"/>
                </a:rPr>
                <a:t>mcp = FastMCP(name="MarketIntel")                      # name it</a:t>
              </a:r>
              <a:endParaRPr lang="en-US" dirty="0">
                <a:solidFill>
                  <a:schemeClr val="bg1"/>
                </a:solidFill>
                <a:latin typeface="Courier New" panose="02070309020205020404" pitchFamily="49" charset="0"/>
                <a:cs typeface="Courier New" panose="02070309020205020404" pitchFamily="49" charset="0"/>
              </a:endParaRPr>
            </a:p>
            <a:p>
              <a:r>
                <a:rPr lang="en-US" dirty="0" err="1">
                  <a:solidFill>
                    <a:schemeClr val="accent4">
                      <a:lumMod val="60000"/>
                      <a:lumOff val="40000"/>
                    </a:schemeClr>
                  </a:solidFill>
                  <a:latin typeface="Courier New" panose="02070309020205020404" pitchFamily="49" charset="0"/>
                  <a:cs typeface="Courier New" panose="02070309020205020404" pitchFamily="49" charset="0"/>
                </a:rPr>
                <a:t>@mcp.tool                                              # a TOOL</a:t>
              </a:r>
              <a:endParaRPr lang="en-US" dirty="0" err="1">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bg1"/>
                  </a:solidFill>
                  <a:latin typeface="Courier New" panose="02070309020205020404" pitchFamily="49" charset="0"/>
                  <a:cs typeface="Courier New" panose="02070309020205020404" pitchFamily="49" charset="0"/>
                </a:rPr>
                <a:t>def list_competitors(name: str) -&gt; dict:</a:t>
              </a:r>
              <a:endParaRPr lang="en-US" dirty="0">
                <a:solidFill>
                  <a:schemeClr val="bg1"/>
                </a:solidFill>
                <a:latin typeface="Courier New" panose="02070309020205020404" pitchFamily="49" charset="0"/>
                <a:cs typeface="Courier New" panose="02070309020205020404" pitchFamily="49" charset="0"/>
              </a:endParaRPr>
            </a:p>
            <a:p>
              <a:r>
                <a:rPr lang="en-US" dirty="0">
                  <a:solidFill>
                    <a:schemeClr val="accent4">
                      <a:lumMod val="60000"/>
                      <a:lumOff val="40000"/>
                    </a:schemeClr>
                  </a:solidFill>
                  <a:latin typeface="Courier New" panose="02070309020205020404" pitchFamily="49" charset="0"/>
                  <a:cs typeface="Courier New" panose="02070309020205020404" pitchFamily="49" charset="0"/>
                </a:rPr>
                <a:t>    """Top competitors of a company."""</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accent4">
                      <a:lumMod val="60000"/>
                      <a:lumOff val="40000"/>
                    </a:schemeClr>
                  </a:solidFill>
                  <a:latin typeface="Courier New" panose="02070309020205020404" pitchFamily="49" charset="0"/>
                  <a:cs typeface="Courier New" panose="02070309020205020404" pitchFamily="49" charset="0"/>
                </a:rPr>
                <a:t>    return search(f"Competitors of {name}")</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accent4">
                      <a:lumMod val="60000"/>
                      <a:lumOff val="40000"/>
                    </a:schemeClr>
                  </a:solidFill>
                  <a:latin typeface="Courier New" panose="02070309020205020404" pitchFamily="49" charset="0"/>
                  <a:cs typeface="Courier New" panose="02070309020205020404" pitchFamily="49" charset="0"/>
                </a:rPr>
                <a:t>@mcp.resource("data://watchlist")                      # a RESOURCE</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accent4">
                      <a:lumMod val="60000"/>
                      <a:lumOff val="40000"/>
                    </a:schemeClr>
                  </a:solidFill>
                  <a:latin typeface="Courier New" panose="02070309020205020404" pitchFamily="49" charset="0"/>
                  <a:cs typeface="Courier New" panose="02070309020205020404" pitchFamily="49" charset="0"/>
                </a:rPr>
                <a:t>def watchlist(): return ["NVIDIA", "AMD"]</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accent4">
                      <a:lumMod val="60000"/>
                      <a:lumOff val="40000"/>
                    </a:schemeClr>
                  </a:solidFill>
                  <a:latin typeface="Courier New" panose="02070309020205020404" pitchFamily="49" charset="0"/>
                  <a:cs typeface="Courier New" panose="02070309020205020404" pitchFamily="49" charset="0"/>
                </a:rPr>
                <a:t>@mcp.prompt                                            # a PROMPT</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accent4">
                      <a:lumMod val="60000"/>
                      <a:lumOff val="40000"/>
                    </a:schemeClr>
                  </a:solidFill>
                  <a:latin typeface="Courier New" panose="02070309020205020404" pitchFamily="49" charset="0"/>
                  <a:cs typeface="Courier New" panose="02070309020205020404" pitchFamily="49" charset="0"/>
                </a:rPr>
                <a:t>def brief(company: str): return f"Brief on {company}"</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a:p>
              <a:r>
                <a:rPr lang="en-US" dirty="0">
                  <a:solidFill>
                    <a:schemeClr val="accent4">
                      <a:lumMod val="60000"/>
                      <a:lumOff val="40000"/>
                    </a:schemeClr>
                  </a:solidFill>
                  <a:latin typeface="Courier New" panose="02070309020205020404" pitchFamily="49" charset="0"/>
                  <a:cs typeface="Courier New" panose="02070309020205020404" pitchFamily="49" charset="0"/>
                </a:rPr>
                <a:t>mcp.run(transport="http", port=8000)                   # open shop</a:t>
              </a:r>
              <a:endParaRPr lang="en-US" dirty="0">
                <a:solidFill>
                  <a:schemeClr val="accent4">
                    <a:lumMod val="60000"/>
                    <a:lumOff val="40000"/>
                  </a:schemeClr>
                </a:solidFill>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719801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859BCB-6F8B-75CF-F684-5F6992773424}"/>
              </a:ext>
            </a:extLst>
          </p:cNvPr>
          <p:cNvSpPr>
            <a:spLocks noGrp="1"/>
          </p:cNvSpPr>
          <p:nvPr>
            <p:ph type="title"/>
          </p:nvPr>
        </p:nvSpPr>
        <p:spPr>
          <a:xfrm>
            <a:off x="3215641" y="349071"/>
            <a:ext cx="9487485" cy="1137649"/>
          </a:xfrm>
        </p:spPr>
        <p:txBody>
          <a:bodyPr/>
          <a:lstStyle/>
          <a:p>
            <a:r>
              <a:rPr lang="en-US" dirty="0"/>
              <a:t>Demo: ChatGPT Uses Our MarketIntel MCP Server</a:t>
            </a:r>
            <a:endParaRPr lang="en-US" dirty="0"/>
          </a:p>
        </p:txBody>
      </p:sp>
      <p:sp>
        <p:nvSpPr>
          <p:cNvPr id="3" name="Text Placeholder 2">
            <a:extLst>
              <a:ext uri="{FF2B5EF4-FFF2-40B4-BE49-F238E27FC236}">
                <a16:creationId xmlns:a16="http://schemas.microsoft.com/office/drawing/2014/main" id="{A223C6BC-4925-6479-A437-5D171DBDDC7D}"/>
              </a:ext>
            </a:extLst>
          </p:cNvPr>
          <p:cNvSpPr>
            <a:spLocks noGrp="1"/>
          </p:cNvSpPr>
          <p:nvPr>
            <p:ph type="body" sz="quarter" idx="11"/>
          </p:nvPr>
        </p:nvSpPr>
        <p:spPr>
          <a:xfrm>
            <a:off x="1279500" y="2237936"/>
            <a:ext cx="13969878" cy="6556994"/>
          </a:xfrm>
        </p:spPr>
        <p:txBody>
          <a:bodyPr>
            <a:noAutofit/>
          </a:bodyPr>
          <a:lstStyle/>
          <a:p>
            <a:r>
              <a:rPr lang="en-US" b="1" dirty="0"/>
              <a:t>Scenario:</a:t>
            </a:r>
            <a:endParaRPr lang="en-US" dirty="0"/>
          </a:p>
          <a:p>
            <a:r>
              <a:rPr lang="en-US" dirty="0"/>
              <a:t>Priya needs a competitor brief on AMD before Monday’s strategy meeting. Instead of 20 browser tabs, she asks ChatGPT, and ChatGPT calls our MarketIntel MCP server.</a:t>
            </a:r>
            <a:endParaRPr lang="en-US" dirty="0"/>
          </a:p>
          <a:p>
            <a:endParaRPr lang="en-US" dirty="0"/>
          </a:p>
          <a:p>
            <a:r>
              <a:rPr lang="en-US" b="1" dirty="0"/>
              <a:t>What you’ll see:</a:t>
            </a:r>
            <a:endParaRPr lang="en-US" dirty="0"/>
          </a:p>
          <a:p>
            <a:pPr marL="342900" indent="-342900">
              <a:buFont typeface="Arial" panose="020B0604020202020204" pitchFamily="34" charset="0"/>
              <a:buChar char="•"/>
            </a:pPr>
            <a:r>
              <a:rPr lang="en-US" dirty="0"/>
              <a:t>The server starting up, offering 7 tools: company overview, competitors, product portfolio, pricing, recent news, an all-in-one competitor brief, and server status</a:t>
            </a:r>
            <a:endParaRPr lang="en-US" dirty="0"/>
          </a:p>
          <a:p>
            <a:pPr marL="342900" indent="-342900">
              <a:buFont typeface="Arial" panose="020B0604020202020204" pitchFamily="34" charset="0"/>
              <a:buChar char="•"/>
            </a:pPr>
            <a:r>
              <a:rPr lang="en-US" dirty="0"/>
              <a:t>ChatGPT connecting through a public link (ngrok) and asking for the list of tools</a:t>
            </a:r>
            <a:endParaRPr lang="en-US" dirty="0"/>
          </a:p>
          <a:p>
            <a:pPr marL="342900" indent="-342900">
              <a:buFont typeface="Arial" panose="020B0604020202020204" pitchFamily="34" charset="0"/>
              <a:buChar char="•"/>
            </a:pPr>
            <a:r>
              <a:rPr lang="en-US" dirty="0"/>
              <a:t>A live log line for every step: INIT (the handshake), LIST (the menu), CALL (the order), DONE (delivered)</a:t>
            </a:r>
            <a:endParaRPr lang="en-US" dirty="0"/>
          </a:p>
          <a:p>
            <a:pPr marL="342900" indent="-342900">
              <a:buFont typeface="Arial" panose="020B0604020202020204" pitchFamily="34" charset="0"/>
              <a:buChar char="•"/>
            </a:pPr>
            <a:r>
              <a:rPr lang="en-US" dirty="0"/>
              <a:t>Live web data from Tavily, or built-in demo data if there’s no key, so the demo never breaks</a:t>
            </a:r>
            <a:endParaRPr lang="en-US" dirty="0"/>
          </a:p>
          <a:p>
            <a:endParaRPr lang="en-US" dirty="0"/>
          </a:p>
          <a:p>
            <a:r>
              <a:rPr lang="en-US" b="1" dirty="0"/>
              <a:t>Watch for:</a:t>
            </a:r>
            <a:endParaRPr lang="en-US" dirty="0"/>
          </a:p>
          <a:p>
            <a:pPr marL="342900" indent="-342900">
              <a:buFont typeface="Arial" panose="020B0604020202020204" pitchFamily="34" charset="0"/>
              <a:buChar char="•"/>
            </a:pPr>
            <a:r>
              <a:rPr lang="en-US" dirty="0"/>
              <a:t>Which tool ChatGPT chooses by itself, and what it sends</a:t>
            </a:r>
            <a:endParaRPr lang="en-US" dirty="0"/>
          </a:p>
        </p:txBody>
      </p:sp>
      <p:sp>
        <p:nvSpPr>
          <p:cNvPr id="7" name="Text Placeholder 6">
            <a:extLst>
              <a:ext uri="{FF2B5EF4-FFF2-40B4-BE49-F238E27FC236}">
                <a16:creationId xmlns:a16="http://schemas.microsoft.com/office/drawing/2014/main" id="{DFED9747-0900-F2D8-5060-AD32266D8658}"/>
              </a:ext>
            </a:extLst>
          </p:cNvPr>
          <p:cNvSpPr>
            <a:spLocks noGrp="1"/>
          </p:cNvSpPr>
          <p:nvPr>
            <p:ph type="body" sz="quarter" idx="14"/>
          </p:nvPr>
        </p:nvSpPr>
        <p:spPr/>
        <p:txBody>
          <a:bodyPr/>
          <a:lstStyle/>
          <a:p>
            <a:r>
              <a:rPr lang="en-IN"/>
              <a:t>15</a:t>
            </a: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65F0-BC0D-9046-F03C-C738A38CB0B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F579F98-9947-AEB4-3168-E52C79D1A391}"/>
              </a:ext>
            </a:extLst>
          </p:cNvPr>
          <p:cNvSpPr>
            <a:spLocks noGrp="1"/>
          </p:cNvSpPr>
          <p:nvPr>
            <p:ph type="body" idx="2"/>
          </p:nvPr>
        </p:nvSpPr>
        <p:spPr>
          <a:xfrm>
            <a:off x="8128000" y="3737607"/>
            <a:ext cx="7315200" cy="2056717"/>
          </a:xfrm>
        </p:spPr>
        <p:txBody>
          <a:bodyPr/>
          <a:lstStyle/>
          <a:p>
            <a:r>
              <a:rPr lang="en-US"/>
              <a:t>Tools</a:t>
            </a:r>
          </a:p>
          <a:p>
            <a:r>
              <a:rPr lang="en-US"/>
              <a:t>Resources</a:t>
            </a:r>
          </a:p>
          <a:p>
            <a:r>
              <a:rPr lang="en-US"/>
              <a:t>Prompts</a:t>
            </a:r>
          </a:p>
          <a:p>
            <a:r>
              <a:rPr lang="en-US"/>
              <a:t>All of the above</a:t>
            </a:r>
          </a:p>
        </p:txBody>
      </p:sp>
      <p:sp>
        <p:nvSpPr>
          <p:cNvPr id="7" name="Text Placeholder 6">
            <a:extLst>
              <a:ext uri="{FF2B5EF4-FFF2-40B4-BE49-F238E27FC236}">
                <a16:creationId xmlns:a16="http://schemas.microsoft.com/office/drawing/2014/main" id="{8BAA9672-9F82-0151-4692-1953BBF3B22D}"/>
              </a:ext>
            </a:extLst>
          </p:cNvPr>
          <p:cNvSpPr>
            <a:spLocks noGrp="1"/>
          </p:cNvSpPr>
          <p:nvPr>
            <p:ph type="body" idx="10"/>
          </p:nvPr>
        </p:nvSpPr>
        <p:spPr>
          <a:xfrm>
            <a:off x="8128000" y="2865631"/>
            <a:ext cx="6117389" cy="771878"/>
          </a:xfrm>
        </p:spPr>
        <p:txBody>
          <a:bodyPr/>
          <a:lstStyle/>
          <a:p>
            <a:r>
              <a:rPr lang="en-US" dirty="0"/>
              <a:t>Which of these can an MCP server offer?</a:t>
            </a:r>
            <a:endParaRPr lang="en-US" dirty="0"/>
          </a:p>
        </p:txBody>
      </p:sp>
    </p:spTree>
    <p:custDataLst>
      <p:tags r:id="rId1"/>
    </p:custDataLst>
    <p:extLst>
      <p:ext uri="{BB962C8B-B14F-4D97-AF65-F5344CB8AC3E}">
        <p14:creationId xmlns:p14="http://schemas.microsoft.com/office/powerpoint/2010/main" val="2846950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2E0D-3A7B-0089-B5C6-1D620E5C3D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518B59-0AA9-500C-6EAD-3167E81F2A6C}"/>
              </a:ext>
            </a:extLst>
          </p:cNvPr>
          <p:cNvSpPr>
            <a:spLocks noGrp="1"/>
          </p:cNvSpPr>
          <p:nvPr>
            <p:ph type="title"/>
          </p:nvPr>
        </p:nvSpPr>
        <p:spPr>
          <a:xfrm>
            <a:off x="-10160" y="229878"/>
            <a:ext cx="16276320" cy="687244"/>
          </a:xfrm>
        </p:spPr>
        <p:txBody>
          <a:bodyPr>
            <a:normAutofit/>
          </a:bodyPr>
          <a:lstStyle/>
          <a:p>
            <a:r>
              <a:rPr lang="en-US"/>
              <a:t>Where MCP Servers Come From</a:t>
            </a:r>
            <a:endParaRPr lang="en-US"/>
          </a:p>
        </p:txBody>
      </p:sp>
      <p:sp>
        <p:nvSpPr>
          <p:cNvPr id="14" name="Brandline">
            <a:extLst>
              <a:ext uri="{FF2B5EF4-FFF2-40B4-BE49-F238E27FC236}">
                <a16:creationId xmlns:a16="http://schemas.microsoft.com/office/drawing/2014/main" id="{70DC0A11-C59E-110C-8071-8F0B726C7318}"/>
              </a:ext>
            </a:extLst>
          </p:cNvPr>
          <p:cNvSpPr/>
          <p:nvPr/>
        </p:nvSpPr>
        <p:spPr>
          <a:xfrm>
            <a:off x="6311900" y="816324"/>
            <a:ext cx="364839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randline_LVC">
            <a:extLst>
              <a:ext uri="{FF2B5EF4-FFF2-40B4-BE49-F238E27FC236}">
                <a16:creationId xmlns:a16="http://schemas.microsoft.com/office/drawing/2014/main" id="{A10450CD-9B5F-564E-EF8C-BA9DF909392A}"/>
              </a:ext>
            </a:extLst>
          </p:cNvPr>
          <p:cNvSpPr/>
          <p:nvPr/>
        </p:nvSpPr>
        <p:spPr>
          <a:xfrm>
            <a:off x="6337300" y="816324"/>
            <a:ext cx="358886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 Placeholder 4">
            <a:extLst>
              <a:ext uri="{FF2B5EF4-FFF2-40B4-BE49-F238E27FC236}">
                <a16:creationId xmlns:a16="http://schemas.microsoft.com/office/drawing/2014/main" id="{AB5E721D-7DE0-5ACA-58EB-C9886C1B7ADF}"/>
              </a:ext>
            </a:extLst>
          </p:cNvPr>
          <p:cNvSpPr txBox="1">
            <a:spLocks/>
          </p:cNvSpPr>
          <p:nvPr/>
        </p:nvSpPr>
        <p:spPr>
          <a:xfrm>
            <a:off x="1291857" y="1512833"/>
            <a:ext cx="13832029" cy="454691"/>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a:t>You don’t always build your own. MCP servers come in three kinds:</a:t>
            </a:r>
            <a:endParaRPr lang="en-US"/>
          </a:p>
        </p:txBody>
      </p:sp>
      <p:sp>
        <p:nvSpPr>
          <p:cNvPr id="15" name="Rectangle: Rounded Corners 14">
            <a:extLst>
              <a:ext uri="{FF2B5EF4-FFF2-40B4-BE49-F238E27FC236}">
                <a16:creationId xmlns:a16="http://schemas.microsoft.com/office/drawing/2014/main" id="{20E702C0-9789-2185-70A3-E80DED8A417B}"/>
              </a:ext>
            </a:extLst>
          </p:cNvPr>
          <p:cNvSpPr/>
          <p:nvPr/>
        </p:nvSpPr>
        <p:spPr>
          <a:xfrm>
            <a:off x="1291858" y="2854478"/>
            <a:ext cx="3896408" cy="5260822"/>
          </a:xfrm>
          <a:prstGeom prst="roundRect">
            <a:avLst>
              <a:gd name="adj" fmla="val 567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DCE3E064-EA8C-E23A-0669-7C80239792ED}"/>
              </a:ext>
            </a:extLst>
          </p:cNvPr>
          <p:cNvSpPr/>
          <p:nvPr/>
        </p:nvSpPr>
        <p:spPr>
          <a:xfrm>
            <a:off x="1729247" y="2541323"/>
            <a:ext cx="3057065" cy="5468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a:t>Reference servers</a:t>
            </a:r>
            <a:endParaRPr lang="en-IN" sz="2200" b="1"/>
          </a:p>
        </p:txBody>
      </p:sp>
      <p:sp>
        <p:nvSpPr>
          <p:cNvPr id="23" name="Text Placeholder 5">
            <a:extLst>
              <a:ext uri="{FF2B5EF4-FFF2-40B4-BE49-F238E27FC236}">
                <a16:creationId xmlns:a16="http://schemas.microsoft.com/office/drawing/2014/main" id="{61A36552-D128-6F4E-9FBA-D2055DA0B0A2}"/>
              </a:ext>
            </a:extLst>
          </p:cNvPr>
          <p:cNvSpPr txBox="1">
            <a:spLocks/>
          </p:cNvSpPr>
          <p:nvPr/>
        </p:nvSpPr>
        <p:spPr>
          <a:xfrm>
            <a:off x="1528267" y="3212847"/>
            <a:ext cx="3459023" cy="75907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Samples from the MCP team, to learn from</a:t>
            </a:r>
            <a:endParaRPr lang="en-US" sz="2000"/>
          </a:p>
        </p:txBody>
      </p:sp>
      <p:grpSp>
        <p:nvGrpSpPr>
          <p:cNvPr id="28" name="Group 27">
            <a:extLst>
              <a:ext uri="{FF2B5EF4-FFF2-40B4-BE49-F238E27FC236}">
                <a16:creationId xmlns:a16="http://schemas.microsoft.com/office/drawing/2014/main" id="{9B667D8B-0772-183A-7FE7-1C896DCC6553}"/>
              </a:ext>
            </a:extLst>
          </p:cNvPr>
          <p:cNvGrpSpPr/>
          <p:nvPr/>
        </p:nvGrpSpPr>
        <p:grpSpPr>
          <a:xfrm>
            <a:off x="1868118" y="4142616"/>
            <a:ext cx="2779319" cy="1553095"/>
            <a:chOff x="1635519" y="5059046"/>
            <a:chExt cx="2779319" cy="1553095"/>
          </a:xfrm>
        </p:grpSpPr>
        <p:sp>
          <p:nvSpPr>
            <p:cNvPr id="26" name="Text Placeholder 5">
              <a:extLst>
                <a:ext uri="{FF2B5EF4-FFF2-40B4-BE49-F238E27FC236}">
                  <a16:creationId xmlns:a16="http://schemas.microsoft.com/office/drawing/2014/main" id="{2093CF3E-EFC3-F152-4FA2-0794A621BA73}"/>
                </a:ext>
              </a:extLst>
            </p:cNvPr>
            <p:cNvSpPr txBox="1">
              <a:spLocks/>
            </p:cNvSpPr>
            <p:nvPr/>
          </p:nvSpPr>
          <p:spPr>
            <a:xfrm>
              <a:off x="1635519" y="5059046"/>
              <a:ext cx="2779319"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They include:</a:t>
              </a:r>
            </a:p>
          </p:txBody>
        </p:sp>
        <p:sp>
          <p:nvSpPr>
            <p:cNvPr id="27" name="Text Placeholder 5">
              <a:extLst>
                <a:ext uri="{FF2B5EF4-FFF2-40B4-BE49-F238E27FC236}">
                  <a16:creationId xmlns:a16="http://schemas.microsoft.com/office/drawing/2014/main" id="{AD2276CC-B9CE-04B6-8AF8-FCB68CE16B95}"/>
                </a:ext>
              </a:extLst>
            </p:cNvPr>
            <p:cNvSpPr txBox="1">
              <a:spLocks/>
            </p:cNvSpPr>
            <p:nvPr/>
          </p:nvSpPr>
          <p:spPr>
            <a:xfrm>
              <a:off x="1773645" y="5538738"/>
              <a:ext cx="2503063" cy="1073403"/>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000"/>
                <a:t>Sample tools </a:t>
              </a:r>
            </a:p>
            <a:p>
              <a:pPr marL="342900" indent="-342900" algn="l">
                <a:buFont typeface="Arial" panose="020B0604020202020204" pitchFamily="34" charset="0"/>
                <a:buChar char="•"/>
              </a:pPr>
              <a:r>
                <a:rPr lang="en-US" sz="2000"/>
                <a:t>Sample data</a:t>
              </a:r>
            </a:p>
            <a:p>
              <a:pPr marL="342900" indent="-342900" algn="l">
                <a:buFont typeface="Arial" panose="020B0604020202020204" pitchFamily="34" charset="0"/>
                <a:buChar char="•"/>
              </a:pPr>
              <a:r>
                <a:rPr lang="en-US" sz="2000"/>
                <a:t>Sample prompts</a:t>
              </a:r>
            </a:p>
          </p:txBody>
        </p:sp>
      </p:grpSp>
      <p:grpSp>
        <p:nvGrpSpPr>
          <p:cNvPr id="55" name="Group 54">
            <a:extLst>
              <a:ext uri="{FF2B5EF4-FFF2-40B4-BE49-F238E27FC236}">
                <a16:creationId xmlns:a16="http://schemas.microsoft.com/office/drawing/2014/main" id="{3B2F096D-72FA-C6E6-56FF-A884F1408BED}"/>
              </a:ext>
            </a:extLst>
          </p:cNvPr>
          <p:cNvGrpSpPr/>
          <p:nvPr/>
        </p:nvGrpSpPr>
        <p:grpSpPr>
          <a:xfrm>
            <a:off x="1675154" y="6611578"/>
            <a:ext cx="1566469" cy="1396554"/>
            <a:chOff x="1787448" y="6467200"/>
            <a:chExt cx="1566469" cy="1396554"/>
          </a:xfrm>
        </p:grpSpPr>
        <p:sp>
          <p:nvSpPr>
            <p:cNvPr id="36" name="Text Placeholder 5">
              <a:extLst>
                <a:ext uri="{FF2B5EF4-FFF2-40B4-BE49-F238E27FC236}">
                  <a16:creationId xmlns:a16="http://schemas.microsoft.com/office/drawing/2014/main" id="{A70E417F-3AEE-ED3D-22B9-F3AB113EBCC8}"/>
                </a:ext>
              </a:extLst>
            </p:cNvPr>
            <p:cNvSpPr txBox="1">
              <a:spLocks/>
            </p:cNvSpPr>
            <p:nvPr/>
          </p:nvSpPr>
          <p:spPr>
            <a:xfrm>
              <a:off x="1787448" y="7398580"/>
              <a:ext cx="1566469"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PostgreSQL</a:t>
              </a:r>
            </a:p>
          </p:txBody>
        </p:sp>
        <p:pic>
          <p:nvPicPr>
            <p:cNvPr id="35" name="Picture 34" descr="A blue elephant with black background&#10;&#10;AI-generated content may be incorrect.">
              <a:extLst>
                <a:ext uri="{FF2B5EF4-FFF2-40B4-BE49-F238E27FC236}">
                  <a16:creationId xmlns:a16="http://schemas.microsoft.com/office/drawing/2014/main" id="{DD9F8F69-FE32-8F8F-8F7D-89D275A5B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0060" y="6467200"/>
              <a:ext cx="790538" cy="815578"/>
            </a:xfrm>
            <a:prstGeom prst="rect">
              <a:avLst/>
            </a:prstGeom>
          </p:spPr>
        </p:pic>
      </p:grpSp>
      <p:grpSp>
        <p:nvGrpSpPr>
          <p:cNvPr id="54" name="Group 53">
            <a:extLst>
              <a:ext uri="{FF2B5EF4-FFF2-40B4-BE49-F238E27FC236}">
                <a16:creationId xmlns:a16="http://schemas.microsoft.com/office/drawing/2014/main" id="{AA7D4D7E-660A-76F5-D89C-3D196B6E6235}"/>
              </a:ext>
            </a:extLst>
          </p:cNvPr>
          <p:cNvGrpSpPr/>
          <p:nvPr/>
        </p:nvGrpSpPr>
        <p:grpSpPr>
          <a:xfrm>
            <a:off x="3778105" y="6641434"/>
            <a:ext cx="785723" cy="1366698"/>
            <a:chOff x="3649769" y="6497056"/>
            <a:chExt cx="785723" cy="1366698"/>
          </a:xfrm>
        </p:grpSpPr>
        <p:pic>
          <p:nvPicPr>
            <p:cNvPr id="39" name="Picture 38" descr="A colorful logo on a black background&#10;&#10;AI-generated content may be incorrect.">
              <a:extLst>
                <a:ext uri="{FF2B5EF4-FFF2-40B4-BE49-F238E27FC236}">
                  <a16:creationId xmlns:a16="http://schemas.microsoft.com/office/drawing/2014/main" id="{57E7F76F-B073-CAD4-A711-E67EFC91B7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9769" y="6497056"/>
              <a:ext cx="785722" cy="785722"/>
            </a:xfrm>
            <a:prstGeom prst="rect">
              <a:avLst/>
            </a:prstGeom>
          </p:spPr>
        </p:pic>
        <p:sp>
          <p:nvSpPr>
            <p:cNvPr id="42" name="Text Placeholder 5">
              <a:extLst>
                <a:ext uri="{FF2B5EF4-FFF2-40B4-BE49-F238E27FC236}">
                  <a16:creationId xmlns:a16="http://schemas.microsoft.com/office/drawing/2014/main" id="{3E1CACEE-047B-DF4C-62B0-0064CC4AE2BE}"/>
                </a:ext>
              </a:extLst>
            </p:cNvPr>
            <p:cNvSpPr txBox="1">
              <a:spLocks/>
            </p:cNvSpPr>
            <p:nvPr/>
          </p:nvSpPr>
          <p:spPr>
            <a:xfrm>
              <a:off x="3649769" y="7398580"/>
              <a:ext cx="785723"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Slack</a:t>
              </a:r>
            </a:p>
          </p:txBody>
        </p:sp>
      </p:grpSp>
      <p:cxnSp>
        <p:nvCxnSpPr>
          <p:cNvPr id="48" name="Straight Connector 47">
            <a:extLst>
              <a:ext uri="{FF2B5EF4-FFF2-40B4-BE49-F238E27FC236}">
                <a16:creationId xmlns:a16="http://schemas.microsoft.com/office/drawing/2014/main" id="{B78E7C6F-55AA-0744-F790-860F40CB4CA0}"/>
              </a:ext>
            </a:extLst>
          </p:cNvPr>
          <p:cNvCxnSpPr>
            <a:cxnSpLocks/>
          </p:cNvCxnSpPr>
          <p:nvPr/>
        </p:nvCxnSpPr>
        <p:spPr>
          <a:xfrm>
            <a:off x="1300855" y="5878676"/>
            <a:ext cx="3887411"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Text Placeholder 5">
            <a:extLst>
              <a:ext uri="{FF2B5EF4-FFF2-40B4-BE49-F238E27FC236}">
                <a16:creationId xmlns:a16="http://schemas.microsoft.com/office/drawing/2014/main" id="{FDE6631E-31AE-865B-0634-70F43F1B2C38}"/>
              </a:ext>
            </a:extLst>
          </p:cNvPr>
          <p:cNvSpPr txBox="1">
            <a:spLocks/>
          </p:cNvSpPr>
          <p:nvPr/>
        </p:nvSpPr>
        <p:spPr>
          <a:xfrm>
            <a:off x="2570683" y="6062018"/>
            <a:ext cx="1374187"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b="1"/>
              <a:t>Example:</a:t>
            </a:r>
          </a:p>
        </p:txBody>
      </p:sp>
      <p:sp>
        <p:nvSpPr>
          <p:cNvPr id="70" name="Rectangle: Rounded Corners 69">
            <a:extLst>
              <a:ext uri="{FF2B5EF4-FFF2-40B4-BE49-F238E27FC236}">
                <a16:creationId xmlns:a16="http://schemas.microsoft.com/office/drawing/2014/main" id="{B8FEA77F-148B-9DDE-03BF-1A4835381733}"/>
              </a:ext>
            </a:extLst>
          </p:cNvPr>
          <p:cNvSpPr/>
          <p:nvPr/>
        </p:nvSpPr>
        <p:spPr>
          <a:xfrm>
            <a:off x="5775491" y="2854478"/>
            <a:ext cx="4184801" cy="5260822"/>
          </a:xfrm>
          <a:prstGeom prst="roundRect">
            <a:avLst>
              <a:gd name="adj" fmla="val 567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Rectangle: Rounded Corners 70">
            <a:extLst>
              <a:ext uri="{FF2B5EF4-FFF2-40B4-BE49-F238E27FC236}">
                <a16:creationId xmlns:a16="http://schemas.microsoft.com/office/drawing/2014/main" id="{4B57D934-A10B-169D-834B-1B3664743B3F}"/>
              </a:ext>
            </a:extLst>
          </p:cNvPr>
          <p:cNvSpPr/>
          <p:nvPr/>
        </p:nvSpPr>
        <p:spPr>
          <a:xfrm>
            <a:off x="6218651" y="2541323"/>
            <a:ext cx="3325036" cy="5468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a:t>Official integrations</a:t>
            </a:r>
            <a:endParaRPr lang="en-IN" sz="2200" b="1"/>
          </a:p>
        </p:txBody>
      </p:sp>
      <p:sp>
        <p:nvSpPr>
          <p:cNvPr id="72" name="Text Placeholder 5">
            <a:extLst>
              <a:ext uri="{FF2B5EF4-FFF2-40B4-BE49-F238E27FC236}">
                <a16:creationId xmlns:a16="http://schemas.microsoft.com/office/drawing/2014/main" id="{A1A99CFD-A2E8-DA7F-FB95-4B5D8CB53371}"/>
              </a:ext>
            </a:extLst>
          </p:cNvPr>
          <p:cNvSpPr txBox="1">
            <a:spLocks/>
          </p:cNvSpPr>
          <p:nvPr/>
        </p:nvSpPr>
        <p:spPr>
          <a:xfrm>
            <a:off x="5919778" y="3212847"/>
            <a:ext cx="3922782" cy="75907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Built by companies for their own products</a:t>
            </a:r>
            <a:endParaRPr lang="en-US" sz="2000"/>
          </a:p>
        </p:txBody>
      </p:sp>
      <p:grpSp>
        <p:nvGrpSpPr>
          <p:cNvPr id="73" name="Group 72">
            <a:extLst>
              <a:ext uri="{FF2B5EF4-FFF2-40B4-BE49-F238E27FC236}">
                <a16:creationId xmlns:a16="http://schemas.microsoft.com/office/drawing/2014/main" id="{F3E15996-07CC-EA27-6FF3-66F550CF6A33}"/>
              </a:ext>
            </a:extLst>
          </p:cNvPr>
          <p:cNvGrpSpPr/>
          <p:nvPr/>
        </p:nvGrpSpPr>
        <p:grpSpPr>
          <a:xfrm>
            <a:off x="6015050" y="4140178"/>
            <a:ext cx="3732237" cy="1558000"/>
            <a:chOff x="1159060" y="5041414"/>
            <a:chExt cx="3732237" cy="1558000"/>
          </a:xfrm>
        </p:grpSpPr>
        <p:sp>
          <p:nvSpPr>
            <p:cNvPr id="74" name="Text Placeholder 5">
              <a:extLst>
                <a:ext uri="{FF2B5EF4-FFF2-40B4-BE49-F238E27FC236}">
                  <a16:creationId xmlns:a16="http://schemas.microsoft.com/office/drawing/2014/main" id="{DF31BE4C-2BEF-1370-AB07-81ED8A2CE7AF}"/>
                </a:ext>
              </a:extLst>
            </p:cNvPr>
            <p:cNvSpPr txBox="1">
              <a:spLocks/>
            </p:cNvSpPr>
            <p:nvPr/>
          </p:nvSpPr>
          <p:spPr>
            <a:xfrm>
              <a:off x="1159060" y="5041414"/>
              <a:ext cx="3732237" cy="74063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Used in real work because they are:</a:t>
              </a:r>
              <a:endParaRPr lang="en-US" sz="2000"/>
            </a:p>
          </p:txBody>
        </p:sp>
        <p:sp>
          <p:nvSpPr>
            <p:cNvPr id="75" name="Text Placeholder 5">
              <a:extLst>
                <a:ext uri="{FF2B5EF4-FFF2-40B4-BE49-F238E27FC236}">
                  <a16:creationId xmlns:a16="http://schemas.microsoft.com/office/drawing/2014/main" id="{09439226-EECC-121D-D2D3-72C510C78C2E}"/>
                </a:ext>
              </a:extLst>
            </p:cNvPr>
            <p:cNvSpPr txBox="1">
              <a:spLocks/>
            </p:cNvSpPr>
            <p:nvPr/>
          </p:nvSpPr>
          <p:spPr>
            <a:xfrm>
              <a:off x="1884468" y="5880252"/>
              <a:ext cx="2254866" cy="71916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000"/>
                <a:t>Ready to use </a:t>
              </a:r>
            </a:p>
            <a:p>
              <a:pPr marL="342900" indent="-342900" algn="l">
                <a:buFont typeface="Arial" panose="020B0604020202020204" pitchFamily="34" charset="0"/>
                <a:buChar char="•"/>
              </a:pPr>
              <a:r>
                <a:rPr lang="en-US" sz="2000"/>
                <a:t>Trusted</a:t>
              </a:r>
            </a:p>
          </p:txBody>
        </p:sp>
      </p:grpSp>
      <p:cxnSp>
        <p:nvCxnSpPr>
          <p:cNvPr id="82" name="Straight Connector 81">
            <a:extLst>
              <a:ext uri="{FF2B5EF4-FFF2-40B4-BE49-F238E27FC236}">
                <a16:creationId xmlns:a16="http://schemas.microsoft.com/office/drawing/2014/main" id="{23437115-8C4B-3331-E0A8-57F71E866719}"/>
              </a:ext>
            </a:extLst>
          </p:cNvPr>
          <p:cNvCxnSpPr>
            <a:cxnSpLocks/>
          </p:cNvCxnSpPr>
          <p:nvPr/>
        </p:nvCxnSpPr>
        <p:spPr>
          <a:xfrm>
            <a:off x="5775491" y="5902739"/>
            <a:ext cx="4184801" cy="0"/>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 Placeholder 5">
            <a:extLst>
              <a:ext uri="{FF2B5EF4-FFF2-40B4-BE49-F238E27FC236}">
                <a16:creationId xmlns:a16="http://schemas.microsoft.com/office/drawing/2014/main" id="{4D21DA80-8D30-AEC3-3BBC-00736BCEB133}"/>
              </a:ext>
            </a:extLst>
          </p:cNvPr>
          <p:cNvSpPr txBox="1">
            <a:spLocks/>
          </p:cNvSpPr>
          <p:nvPr/>
        </p:nvSpPr>
        <p:spPr>
          <a:xfrm>
            <a:off x="7194076" y="6062018"/>
            <a:ext cx="1374187"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b="1"/>
              <a:t>Example:</a:t>
            </a:r>
          </a:p>
        </p:txBody>
      </p:sp>
      <p:sp>
        <p:nvSpPr>
          <p:cNvPr id="86" name="Rectangle: Rounded Corners 85">
            <a:extLst>
              <a:ext uri="{FF2B5EF4-FFF2-40B4-BE49-F238E27FC236}">
                <a16:creationId xmlns:a16="http://schemas.microsoft.com/office/drawing/2014/main" id="{B57DEAF0-8B5C-C547-0231-32D0B2FC4C90}"/>
              </a:ext>
            </a:extLst>
          </p:cNvPr>
          <p:cNvSpPr/>
          <p:nvPr/>
        </p:nvSpPr>
        <p:spPr>
          <a:xfrm>
            <a:off x="10532866" y="2854478"/>
            <a:ext cx="4184801" cy="5260822"/>
          </a:xfrm>
          <a:prstGeom prst="roundRect">
            <a:avLst>
              <a:gd name="adj" fmla="val 567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Rectangle: Rounded Corners 86">
            <a:extLst>
              <a:ext uri="{FF2B5EF4-FFF2-40B4-BE49-F238E27FC236}">
                <a16:creationId xmlns:a16="http://schemas.microsoft.com/office/drawing/2014/main" id="{5BC6E500-BFAA-8E47-5047-B1AEE554EB61}"/>
              </a:ext>
            </a:extLst>
          </p:cNvPr>
          <p:cNvSpPr/>
          <p:nvPr/>
        </p:nvSpPr>
        <p:spPr>
          <a:xfrm>
            <a:off x="10976026" y="2541323"/>
            <a:ext cx="3325036" cy="5468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a:t>Community servers</a:t>
            </a:r>
            <a:endParaRPr lang="en-IN" sz="2200" b="1"/>
          </a:p>
        </p:txBody>
      </p:sp>
      <p:sp>
        <p:nvSpPr>
          <p:cNvPr id="88" name="Text Placeholder 5">
            <a:extLst>
              <a:ext uri="{FF2B5EF4-FFF2-40B4-BE49-F238E27FC236}">
                <a16:creationId xmlns:a16="http://schemas.microsoft.com/office/drawing/2014/main" id="{AB063ECB-92E2-1BA3-09BD-F31958090D6C}"/>
              </a:ext>
            </a:extLst>
          </p:cNvPr>
          <p:cNvSpPr txBox="1">
            <a:spLocks/>
          </p:cNvSpPr>
          <p:nvPr/>
        </p:nvSpPr>
        <p:spPr>
          <a:xfrm>
            <a:off x="10677153" y="3212847"/>
            <a:ext cx="3922782" cy="75907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Built by independent developers</a:t>
            </a:r>
            <a:endParaRPr lang="en-US" sz="2000"/>
          </a:p>
        </p:txBody>
      </p:sp>
      <p:grpSp>
        <p:nvGrpSpPr>
          <p:cNvPr id="89" name="Group 88">
            <a:extLst>
              <a:ext uri="{FF2B5EF4-FFF2-40B4-BE49-F238E27FC236}">
                <a16:creationId xmlns:a16="http://schemas.microsoft.com/office/drawing/2014/main" id="{975C878F-0EC1-70C8-9F5E-F351FAFF261D}"/>
              </a:ext>
            </a:extLst>
          </p:cNvPr>
          <p:cNvGrpSpPr/>
          <p:nvPr/>
        </p:nvGrpSpPr>
        <p:grpSpPr>
          <a:xfrm>
            <a:off x="11083752" y="4140178"/>
            <a:ext cx="3083028" cy="1558000"/>
            <a:chOff x="1470387" y="5041414"/>
            <a:chExt cx="3083028" cy="1558000"/>
          </a:xfrm>
        </p:grpSpPr>
        <p:sp>
          <p:nvSpPr>
            <p:cNvPr id="90" name="Text Placeholder 5">
              <a:extLst>
                <a:ext uri="{FF2B5EF4-FFF2-40B4-BE49-F238E27FC236}">
                  <a16:creationId xmlns:a16="http://schemas.microsoft.com/office/drawing/2014/main" id="{5418984C-C573-7446-92A4-0353F1FBAB70}"/>
                </a:ext>
              </a:extLst>
            </p:cNvPr>
            <p:cNvSpPr txBox="1">
              <a:spLocks/>
            </p:cNvSpPr>
            <p:nvPr/>
          </p:nvSpPr>
          <p:spPr>
            <a:xfrm>
              <a:off x="1470387" y="5041414"/>
              <a:ext cx="3083028" cy="740638"/>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Their use cases are often:</a:t>
              </a:r>
              <a:endParaRPr lang="en-US" sz="2000"/>
            </a:p>
          </p:txBody>
        </p:sp>
        <p:sp>
          <p:nvSpPr>
            <p:cNvPr id="91" name="Text Placeholder 5">
              <a:extLst>
                <a:ext uri="{FF2B5EF4-FFF2-40B4-BE49-F238E27FC236}">
                  <a16:creationId xmlns:a16="http://schemas.microsoft.com/office/drawing/2014/main" id="{1513F30F-EC19-0B75-CC49-3B1B744A3789}"/>
                </a:ext>
              </a:extLst>
            </p:cNvPr>
            <p:cNvSpPr txBox="1">
              <a:spLocks/>
            </p:cNvSpPr>
            <p:nvPr/>
          </p:nvSpPr>
          <p:spPr>
            <a:xfrm>
              <a:off x="1884468" y="5880252"/>
              <a:ext cx="2603178" cy="719162"/>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000"/>
                <a:t>Experimental</a:t>
              </a:r>
            </a:p>
            <a:p>
              <a:pPr marL="342900" indent="-342900" algn="l">
                <a:buFont typeface="Arial" panose="020B0604020202020204" pitchFamily="34" charset="0"/>
                <a:buChar char="•"/>
              </a:pPr>
              <a:r>
                <a:rPr lang="en-US" sz="2000"/>
                <a:t>Specialized </a:t>
              </a:r>
            </a:p>
          </p:txBody>
        </p:sp>
      </p:grpSp>
      <p:cxnSp>
        <p:nvCxnSpPr>
          <p:cNvPr id="98" name="Straight Connector 97">
            <a:extLst>
              <a:ext uri="{FF2B5EF4-FFF2-40B4-BE49-F238E27FC236}">
                <a16:creationId xmlns:a16="http://schemas.microsoft.com/office/drawing/2014/main" id="{0CEFDE59-25D7-35EB-3750-4294892F7EBC}"/>
              </a:ext>
            </a:extLst>
          </p:cNvPr>
          <p:cNvCxnSpPr>
            <a:cxnSpLocks/>
          </p:cNvCxnSpPr>
          <p:nvPr/>
        </p:nvCxnSpPr>
        <p:spPr>
          <a:xfrm>
            <a:off x="10532866" y="5902551"/>
            <a:ext cx="4184801"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 Placeholder 5">
            <a:extLst>
              <a:ext uri="{FF2B5EF4-FFF2-40B4-BE49-F238E27FC236}">
                <a16:creationId xmlns:a16="http://schemas.microsoft.com/office/drawing/2014/main" id="{1708854C-787B-33A1-E8C6-B2104B7E89E6}"/>
              </a:ext>
            </a:extLst>
          </p:cNvPr>
          <p:cNvSpPr txBox="1">
            <a:spLocks/>
          </p:cNvSpPr>
          <p:nvPr/>
        </p:nvSpPr>
        <p:spPr>
          <a:xfrm>
            <a:off x="11951451" y="6062018"/>
            <a:ext cx="1374187"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b="1"/>
              <a:t>Example:</a:t>
            </a:r>
          </a:p>
        </p:txBody>
      </p:sp>
      <p:grpSp>
        <p:nvGrpSpPr>
          <p:cNvPr id="102" name="Group 101">
            <a:extLst>
              <a:ext uri="{FF2B5EF4-FFF2-40B4-BE49-F238E27FC236}">
                <a16:creationId xmlns:a16="http://schemas.microsoft.com/office/drawing/2014/main" id="{BD81AB75-405C-B195-2E3F-C7DECB0DC89D}"/>
              </a:ext>
            </a:extLst>
          </p:cNvPr>
          <p:cNvGrpSpPr/>
          <p:nvPr/>
        </p:nvGrpSpPr>
        <p:grpSpPr>
          <a:xfrm>
            <a:off x="6234490" y="6677629"/>
            <a:ext cx="1566469" cy="1330503"/>
            <a:chOff x="6410841" y="6533251"/>
            <a:chExt cx="1566469" cy="1330503"/>
          </a:xfrm>
        </p:grpSpPr>
        <p:sp>
          <p:nvSpPr>
            <p:cNvPr id="77" name="Text Placeholder 5">
              <a:extLst>
                <a:ext uri="{FF2B5EF4-FFF2-40B4-BE49-F238E27FC236}">
                  <a16:creationId xmlns:a16="http://schemas.microsoft.com/office/drawing/2014/main" id="{3897995A-2DB9-E4BB-01B3-F4C6416E3AFD}"/>
                </a:ext>
              </a:extLst>
            </p:cNvPr>
            <p:cNvSpPr txBox="1">
              <a:spLocks/>
            </p:cNvSpPr>
            <p:nvPr/>
          </p:nvSpPr>
          <p:spPr>
            <a:xfrm>
              <a:off x="6410841" y="7398580"/>
              <a:ext cx="1566469"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Stripe</a:t>
              </a:r>
            </a:p>
          </p:txBody>
        </p:sp>
        <p:pic>
          <p:nvPicPr>
            <p:cNvPr id="101" name="Picture 100" descr="A blue letter on a black background&#10;&#10;AI-generated content may be incorrect.">
              <a:extLst>
                <a:ext uri="{FF2B5EF4-FFF2-40B4-BE49-F238E27FC236}">
                  <a16:creationId xmlns:a16="http://schemas.microsoft.com/office/drawing/2014/main" id="{FC8AC19D-0DE1-21F8-A26F-56100804F7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90470" y="6533251"/>
              <a:ext cx="807210" cy="807210"/>
            </a:xfrm>
            <a:prstGeom prst="rect">
              <a:avLst/>
            </a:prstGeom>
          </p:spPr>
        </p:pic>
      </p:grpSp>
      <p:grpSp>
        <p:nvGrpSpPr>
          <p:cNvPr id="105" name="Group 104">
            <a:extLst>
              <a:ext uri="{FF2B5EF4-FFF2-40B4-BE49-F238E27FC236}">
                <a16:creationId xmlns:a16="http://schemas.microsoft.com/office/drawing/2014/main" id="{2821B54F-D064-193D-8227-71088859B50F}"/>
              </a:ext>
            </a:extLst>
          </p:cNvPr>
          <p:cNvGrpSpPr/>
          <p:nvPr/>
        </p:nvGrpSpPr>
        <p:grpSpPr>
          <a:xfrm>
            <a:off x="8175282" y="6543234"/>
            <a:ext cx="1045872" cy="1464898"/>
            <a:chOff x="8143087" y="6398856"/>
            <a:chExt cx="1045872" cy="1464898"/>
          </a:xfrm>
        </p:grpSpPr>
        <p:sp>
          <p:nvSpPr>
            <p:cNvPr id="81" name="Text Placeholder 5">
              <a:extLst>
                <a:ext uri="{FF2B5EF4-FFF2-40B4-BE49-F238E27FC236}">
                  <a16:creationId xmlns:a16="http://schemas.microsoft.com/office/drawing/2014/main" id="{6B0A2028-9F04-D241-037B-D2AA3608BF7A}"/>
                </a:ext>
              </a:extLst>
            </p:cNvPr>
            <p:cNvSpPr txBox="1">
              <a:spLocks/>
            </p:cNvSpPr>
            <p:nvPr/>
          </p:nvSpPr>
          <p:spPr>
            <a:xfrm>
              <a:off x="8273162" y="7398580"/>
              <a:ext cx="785723"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Apify</a:t>
              </a:r>
            </a:p>
          </p:txBody>
        </p:sp>
        <p:pic>
          <p:nvPicPr>
            <p:cNvPr id="104" name="Picture 103" descr="A colorful logo on a black background&#10;&#10;AI-generated content may be incorrect.">
              <a:extLst>
                <a:ext uri="{FF2B5EF4-FFF2-40B4-BE49-F238E27FC236}">
                  <a16:creationId xmlns:a16="http://schemas.microsoft.com/office/drawing/2014/main" id="{A6E50D74-B8BC-D8C0-D721-FCD8BA1EFB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43087" y="6398856"/>
              <a:ext cx="1045872" cy="1045872"/>
            </a:xfrm>
            <a:prstGeom prst="rect">
              <a:avLst/>
            </a:prstGeom>
          </p:spPr>
        </p:pic>
      </p:grpSp>
      <p:grpSp>
        <p:nvGrpSpPr>
          <p:cNvPr id="108" name="Group 107">
            <a:extLst>
              <a:ext uri="{FF2B5EF4-FFF2-40B4-BE49-F238E27FC236}">
                <a16:creationId xmlns:a16="http://schemas.microsoft.com/office/drawing/2014/main" id="{199CDB5E-EC52-5B17-8068-5EB31FCD829C}"/>
              </a:ext>
            </a:extLst>
          </p:cNvPr>
          <p:cNvGrpSpPr/>
          <p:nvPr/>
        </p:nvGrpSpPr>
        <p:grpSpPr>
          <a:xfrm>
            <a:off x="10871530" y="6429965"/>
            <a:ext cx="1566469" cy="1593864"/>
            <a:chOff x="11168216" y="6269890"/>
            <a:chExt cx="1566469" cy="1593864"/>
          </a:xfrm>
        </p:grpSpPr>
        <p:sp>
          <p:nvSpPr>
            <p:cNvPr id="93" name="Text Placeholder 5">
              <a:extLst>
                <a:ext uri="{FF2B5EF4-FFF2-40B4-BE49-F238E27FC236}">
                  <a16:creationId xmlns:a16="http://schemas.microsoft.com/office/drawing/2014/main" id="{0BAFAD03-ABB5-8FE6-EA4B-DA7E8CBA35D1}"/>
                </a:ext>
              </a:extLst>
            </p:cNvPr>
            <p:cNvSpPr txBox="1">
              <a:spLocks/>
            </p:cNvSpPr>
            <p:nvPr/>
          </p:nvSpPr>
          <p:spPr>
            <a:xfrm>
              <a:off x="11168216" y="7398580"/>
              <a:ext cx="1566469"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Discord</a:t>
              </a:r>
            </a:p>
          </p:txBody>
        </p:sp>
        <p:pic>
          <p:nvPicPr>
            <p:cNvPr id="107" name="Picture 106" descr="A blue and black logo&#10;&#10;AI-generated content may be incorrect.">
              <a:extLst>
                <a:ext uri="{FF2B5EF4-FFF2-40B4-BE49-F238E27FC236}">
                  <a16:creationId xmlns:a16="http://schemas.microsoft.com/office/drawing/2014/main" id="{F44DD1D1-8D8C-FF78-7F7C-A2149247B2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59375" y="6269890"/>
              <a:ext cx="1384150" cy="1384150"/>
            </a:xfrm>
            <a:prstGeom prst="rect">
              <a:avLst/>
            </a:prstGeom>
          </p:spPr>
        </p:pic>
      </p:grpSp>
      <p:grpSp>
        <p:nvGrpSpPr>
          <p:cNvPr id="111" name="Group 110">
            <a:extLst>
              <a:ext uri="{FF2B5EF4-FFF2-40B4-BE49-F238E27FC236}">
                <a16:creationId xmlns:a16="http://schemas.microsoft.com/office/drawing/2014/main" id="{4E8EC391-89AB-0760-2D66-94E528128D9D}"/>
              </a:ext>
            </a:extLst>
          </p:cNvPr>
          <p:cNvGrpSpPr/>
          <p:nvPr/>
        </p:nvGrpSpPr>
        <p:grpSpPr>
          <a:xfrm>
            <a:off x="12789691" y="6331869"/>
            <a:ext cx="1407572" cy="1691960"/>
            <a:chOff x="12925957" y="6171794"/>
            <a:chExt cx="1407572" cy="1691960"/>
          </a:xfrm>
        </p:grpSpPr>
        <p:sp>
          <p:nvSpPr>
            <p:cNvPr id="97" name="Text Placeholder 5">
              <a:extLst>
                <a:ext uri="{FF2B5EF4-FFF2-40B4-BE49-F238E27FC236}">
                  <a16:creationId xmlns:a16="http://schemas.microsoft.com/office/drawing/2014/main" id="{2AE64866-471D-3D47-2AE2-0B77FF52D0B9}"/>
                </a:ext>
              </a:extLst>
            </p:cNvPr>
            <p:cNvSpPr txBox="1">
              <a:spLocks/>
            </p:cNvSpPr>
            <p:nvPr/>
          </p:nvSpPr>
          <p:spPr>
            <a:xfrm>
              <a:off x="13030537" y="7398580"/>
              <a:ext cx="1070474" cy="465174"/>
            </a:xfrm>
            <a:prstGeom prst="rect">
              <a:avLst/>
            </a:prstGeom>
            <a:noFill/>
            <a:ln>
              <a:noFill/>
            </a:ln>
          </p:spPr>
          <p:txBody>
            <a:bodyPr spcFirstLastPara="1" vert="horz" wrap="square" lIns="91425" tIns="0" rIns="91425" bIns="0" rtlCol="0" anchor="t" anchorCtr="0">
              <a:noAutofit/>
            </a:bodyPr>
            <a:lstStyle>
              <a:lvl1pPr marL="0" lvl="0" indent="0" algn="ctr" defTabSz="914400" rtl="0" eaLnBrk="1" latinLnBrk="0" hangingPunct="1">
                <a:lnSpc>
                  <a:spcPct val="115000"/>
                </a:lnSpc>
                <a:spcBef>
                  <a:spcPts val="0"/>
                </a:spcBef>
                <a:spcAft>
                  <a:spcPts val="0"/>
                </a:spcAft>
                <a:buSzPts val="2800"/>
                <a:buFont typeface="Arial" panose="020B0604020202020204" pitchFamily="34" charset="0"/>
                <a:buNone/>
                <a:defRPr lang="en-GB" sz="2200" kern="1200">
                  <a:solidFill>
                    <a:schemeClr val="tx1">
                      <a:lumMod val="75000"/>
                      <a:lumOff val="25000"/>
                    </a:schemeClr>
                  </a:solidFill>
                  <a:latin typeface="Open Sans"/>
                  <a:ea typeface="Open Sans"/>
                  <a:cs typeface="Open Sans"/>
                  <a:sym typeface="Open Sans"/>
                </a:defRPr>
              </a:lvl1pPr>
              <a:lvl2pPr marL="914400" lvl="1" indent="-381000" algn="l" defTabSz="914400" rtl="0" eaLnBrk="1" latinLnBrk="0" hangingPunct="1">
                <a:lnSpc>
                  <a:spcPct val="90000"/>
                </a:lnSpc>
                <a:spcBef>
                  <a:spcPts val="500"/>
                </a:spcBef>
                <a:spcAft>
                  <a:spcPts val="0"/>
                </a:spcAft>
                <a:buSzPts val="24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371600" lvl="2" indent="-355600" algn="l" defTabSz="914400" rtl="0" eaLnBrk="1" latinLnBrk="0" hangingPunct="1">
                <a:lnSpc>
                  <a:spcPct val="90000"/>
                </a:lnSpc>
                <a:spcBef>
                  <a:spcPts val="500"/>
                </a:spcBef>
                <a:spcAft>
                  <a:spcPts val="0"/>
                </a:spcAft>
                <a:buSzPts val="2000"/>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828800" lvl="3"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r>
                <a:rPr lang="en-US" sz="2000"/>
                <a:t>Docker</a:t>
              </a:r>
            </a:p>
          </p:txBody>
        </p:sp>
        <p:pic>
          <p:nvPicPr>
            <p:cNvPr id="110" name="Picture 109" descr="A blue whale with a blue square object on it&#10;&#10;AI-generated content may be incorrect.">
              <a:extLst>
                <a:ext uri="{FF2B5EF4-FFF2-40B4-BE49-F238E27FC236}">
                  <a16:creationId xmlns:a16="http://schemas.microsoft.com/office/drawing/2014/main" id="{4B5544CE-16AD-EEC7-703D-0363E34D36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925957" y="6171794"/>
              <a:ext cx="1407572" cy="1407572"/>
            </a:xfrm>
            <a:prstGeom prst="rect">
              <a:avLst/>
            </a:prstGeom>
          </p:spPr>
        </p:pic>
      </p:grpSp>
    </p:spTree>
    <p:extLst>
      <p:ext uri="{BB962C8B-B14F-4D97-AF65-F5344CB8AC3E}">
        <p14:creationId xmlns:p14="http://schemas.microsoft.com/office/powerpoint/2010/main" val="887981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C3E1F-D1D4-3ED8-8251-046BA5EEABD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D859BCB-6F8B-75CF-F684-5F6992773424}"/>
              </a:ext>
            </a:extLst>
          </p:cNvPr>
          <p:cNvSpPr>
            <a:spLocks noGrp="1"/>
          </p:cNvSpPr>
          <p:nvPr>
            <p:ph type="title"/>
          </p:nvPr>
        </p:nvSpPr>
        <p:spPr>
          <a:xfrm>
            <a:off x="3215641" y="349071"/>
            <a:ext cx="9487485" cy="1137649"/>
          </a:xfrm>
        </p:spPr>
        <p:txBody>
          <a:bodyPr/>
          <a:lstStyle/>
          <a:p>
            <a:r>
              <a:rPr lang="en-US" dirty="0"/>
              <a:t>Your Turn: Design One More Tool for MarketIntel</a:t>
            </a:r>
            <a:endParaRPr lang="en-US" dirty="0"/>
          </a:p>
        </p:txBody>
      </p:sp>
      <p:sp>
        <p:nvSpPr>
          <p:cNvPr id="3" name="Text Placeholder 2">
            <a:extLst>
              <a:ext uri="{FF2B5EF4-FFF2-40B4-BE49-F238E27FC236}">
                <a16:creationId xmlns:a16="http://schemas.microsoft.com/office/drawing/2014/main" id="{A223C6BC-4925-6479-A437-5D171DBDDC7D}"/>
              </a:ext>
            </a:extLst>
          </p:cNvPr>
          <p:cNvSpPr>
            <a:spLocks noGrp="1"/>
          </p:cNvSpPr>
          <p:nvPr>
            <p:ph type="body" sz="quarter" idx="11"/>
          </p:nvPr>
        </p:nvSpPr>
        <p:spPr>
          <a:xfrm>
            <a:off x="1279500" y="2237936"/>
            <a:ext cx="13969878" cy="6556994"/>
          </a:xfrm>
        </p:spPr>
        <p:txBody>
          <a:bodyPr>
            <a:noAutofit/>
          </a:bodyPr>
          <a:lstStyle/>
          <a:p>
            <a:r>
              <a:rPr lang="en-US" b="1" dirty="0"/>
              <a:t>Scenario:</a:t>
            </a:r>
            <a:endParaRPr lang="en-US" dirty="0"/>
          </a:p>
          <a:p>
            <a:r>
              <a:rPr lang="en-US" dirty="0"/>
              <a:t>Priya’s team loved the demo. Now they want one more tool for their monthly competitor report.</a:t>
            </a:r>
            <a:endParaRPr lang="en-US" dirty="0"/>
          </a:p>
          <a:p>
            <a:endParaRPr lang="en-US" dirty="0"/>
          </a:p>
          <a:p>
            <a:r>
              <a:rPr lang="en-US" b="1" dirty="0"/>
              <a:t>Discuss in pairs:</a:t>
            </a:r>
            <a:endParaRPr lang="en-US" dirty="0"/>
          </a:p>
          <a:p>
            <a:pPr marL="342900" indent="-342900">
              <a:buFont typeface="Arial" panose="020B0604020202020204" pitchFamily="34" charset="0"/>
              <a:buChar char="•"/>
            </a:pPr>
            <a:r>
              <a:rPr lang="en-US" dirty="0"/>
              <a:t>Which tool would save Priya the most time? (e.g. compare two companies’ prices, track app-store ratings, summarise an earnings call)</a:t>
            </a:r>
            <a:endParaRPr lang="en-US" dirty="0"/>
          </a:p>
          <a:p>
            <a:pPr marL="342900" indent="-342900">
              <a:buFont typeface="Arial" panose="020B0604020202020204" pitchFamily="34" charset="0"/>
              <a:buChar char="•"/>
            </a:pPr>
            <a:r>
              <a:rPr lang="en-US" dirty="0"/>
              <a:t>What should it receive as input? (e.g. two company names, a region)</a:t>
            </a:r>
            <a:endParaRPr lang="en-US" dirty="0"/>
          </a:p>
          <a:p>
            <a:pPr marL="342900" indent="-342900">
              <a:buFont typeface="Arial" panose="020B0604020202020204" pitchFamily="34" charset="0"/>
              <a:buChar char="•"/>
            </a:pPr>
            <a:r>
              <a:rPr lang="en-US" dirty="0"/>
              <a:t>What should it give back? (e.g. a table, a short summary with sources)</a:t>
            </a:r>
            <a:endParaRPr lang="en-US" dirty="0"/>
          </a:p>
          <a:p>
            <a:pPr marL="342900" indent="-342900">
              <a:buFont typeface="Arial" panose="020B0604020202020204" pitchFamily="34" charset="0"/>
              <a:buChar char="•"/>
            </a:pPr>
            <a:r>
              <a:rPr lang="en-US" dirty="0"/>
              <a:t>Is it a tool (an action), a resource (data to read) or a prompt (a ready-made instruction)?</a:t>
            </a:r>
            <a:endParaRPr lang="en-US" dirty="0"/>
          </a:p>
        </p:txBody>
      </p:sp>
      <p:sp>
        <p:nvSpPr>
          <p:cNvPr id="7" name="Text Placeholder 6">
            <a:extLst>
              <a:ext uri="{FF2B5EF4-FFF2-40B4-BE49-F238E27FC236}">
                <a16:creationId xmlns:a16="http://schemas.microsoft.com/office/drawing/2014/main" id="{DFED9747-0900-F2D8-5060-AD32266D8658}"/>
              </a:ext>
            </a:extLst>
          </p:cNvPr>
          <p:cNvSpPr>
            <a:spLocks noGrp="1"/>
          </p:cNvSpPr>
          <p:nvPr>
            <p:ph type="body" sz="quarter" idx="14"/>
          </p:nvPr>
        </p:nvSpPr>
        <p:spPr/>
        <p:txBody>
          <a:bodyPr/>
          <a:lstStyle/>
          <a:p>
            <a:r>
              <a:rPr lang="en-IN"/>
              <a:t>10</a:t>
            </a:r>
          </a:p>
        </p:txBody>
      </p:sp>
    </p:spTree>
    <p:custDataLst>
      <p:tags r:id="rId1"/>
    </p:custDataLst>
    <p:extLst>
      <p:ext uri="{BB962C8B-B14F-4D97-AF65-F5344CB8AC3E}">
        <p14:creationId xmlns:p14="http://schemas.microsoft.com/office/powerpoint/2010/main" val="1068587099"/>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a:extLst>
              <a:ext uri="{FF2B5EF4-FFF2-40B4-BE49-F238E27FC236}">
                <a16:creationId xmlns:a16="http://schemas.microsoft.com/office/drawing/2014/main" id="{3008C5A3-7014-63BC-159C-1D6DD2E0F404}"/>
              </a:ext>
            </a:extLst>
          </p:cNvPr>
          <p:cNvSpPr>
            <a:spLocks noGrp="1"/>
          </p:cNvSpPr>
          <p:nvPr>
            <p:ph type="body" idx="10"/>
          </p:nvPr>
        </p:nvSpPr>
        <p:spPr>
          <a:xfrm>
            <a:off x="1279501" y="1512833"/>
            <a:ext cx="13696999" cy="903776"/>
          </a:xfrm>
        </p:spPr>
        <p:txBody>
          <a:bodyPr/>
          <a:lstStyle/>
          <a:p>
            <a:r>
              <a:rPr lang="en-US"/>
              <a:t>Every new word from today, in plain language:</a:t>
            </a:r>
            <a:endParaRPr lang="en-US"/>
          </a:p>
        </p:txBody>
      </p:sp>
      <p:sp>
        <p:nvSpPr>
          <p:cNvPr id="3" name="Title 2">
            <a:extLst>
              <a:ext uri="{FF2B5EF4-FFF2-40B4-BE49-F238E27FC236}">
                <a16:creationId xmlns:a16="http://schemas.microsoft.com/office/drawing/2014/main" id="{FCF92127-9DFF-2179-5F2F-0325481A86A6}"/>
              </a:ext>
            </a:extLst>
          </p:cNvPr>
          <p:cNvSpPr>
            <a:spLocks noGrp="1"/>
          </p:cNvSpPr>
          <p:nvPr>
            <p:ph type="title"/>
          </p:nvPr>
        </p:nvSpPr>
        <p:spPr/>
        <p:txBody>
          <a:bodyPr/>
          <a:lstStyle/>
          <a:p>
            <a:r>
              <a:rPr lang="en-US" dirty="0"/>
              <a:t>Jargon Buster</a:t>
            </a:r>
            <a:endParaRPr lang="en-US" dirty="0"/>
          </a:p>
        </p:txBody>
      </p:sp>
      <p:graphicFrame>
        <p:nvGraphicFramePr>
          <p:cNvPr id="7" name="Table 6">
            <a:extLst>
              <a:ext uri="{FF2B5EF4-FFF2-40B4-BE49-F238E27FC236}">
                <a16:creationId xmlns:a16="http://schemas.microsoft.com/office/drawing/2014/main" id="{3B7F6257-6E39-AC7E-4C55-12EF7CCB7A68}"/>
              </a:ext>
            </a:extLst>
          </p:cNvPr>
          <p:cNvGraphicFramePr>
            <a:graphicFrameLocks noGrp="1"/>
          </p:cNvGraphicFramePr>
          <p:nvPr>
            <p:extLst>
              <p:ext uri="{D42A27DB-BD31-4B8C-83A1-F6EECF244321}">
                <p14:modId xmlns:p14="http://schemas.microsoft.com/office/powerpoint/2010/main" val="1571915879"/>
              </p:ext>
            </p:extLst>
          </p:nvPr>
        </p:nvGraphicFramePr>
        <p:xfrm>
          <a:off x="1559090" y="2464468"/>
          <a:ext cx="13137820" cy="4608576"/>
        </p:xfrm>
        <a:graphic>
          <a:graphicData uri="http://schemas.openxmlformats.org/drawingml/2006/table">
            <a:tbl>
              <a:tblPr bandRow="1">
                <a:tableStyleId>{5940675A-B579-460E-94D1-54222C63F5DA}</a:tableStyleId>
              </a:tblPr>
              <a:tblGrid>
                <a:gridCol w="2627564">
                  <a:extLst>
                    <a:ext uri="{9D8B030D-6E8A-4147-A177-3AD203B41FA5}">
                      <a16:colId xmlns:a16="http://schemas.microsoft.com/office/drawing/2014/main" val="3176060394"/>
                    </a:ext>
                  </a:extLst>
                </a:gridCol>
                <a:gridCol w="5912019">
                  <a:extLst>
                    <a:ext uri="{9D8B030D-6E8A-4147-A177-3AD203B41FA5}">
                      <a16:colId xmlns:a16="http://schemas.microsoft.com/office/drawing/2014/main" val="752481001"/>
                    </a:ext>
                  </a:extLst>
                </a:gridCol>
                <a:gridCol w="4598237">
                  <a:extLst>
                    <a:ext uri="{9D8B030D-6E8A-4147-A177-3AD203B41FA5}">
                      <a16:colId xmlns:a16="http://schemas.microsoft.com/office/drawing/2014/main" val="1171304085"/>
                    </a:ext>
                  </a:extLst>
                </a:gridCol>
              </a:tblGrid>
              <a:tr h="384048">
                <a:tc>
                  <a:txBody>
                    <a:bodyPr/>
                    <a:lstStyle/>
                    <a:p>
                      <a:pPr>
                        <a:buNone/>
                      </a:pPr>
                      <a:r>
                        <a:rPr lang="en-IN" sz="2000" b="1" dirty="0">
                          <a:solidFill>
                            <a:schemeClr val="tx1">
                              <a:lumMod val="75000"/>
                              <a:lumOff val="25000"/>
                            </a:schemeClr>
                          </a:solidFill>
                        </a:rPr>
                        <a:t>Word</a:t>
                      </a:r>
                      <a:endParaRPr lang="en-IN" sz="2000" dirty="0">
                        <a:solidFill>
                          <a:schemeClr val="tx1">
                            <a:lumMod val="75000"/>
                            <a:lumOff val="25000"/>
                          </a:schemeClr>
                        </a:solidFill>
                      </a:endParaRPr>
                    </a:p>
                  </a:txBody>
                  <a:tcPr anchor="ctr"/>
                </a:tc>
                <a:tc>
                  <a:txBody>
                    <a:bodyPr/>
                    <a:lstStyle/>
                    <a:p>
                      <a:pPr>
                        <a:buNone/>
                      </a:pPr>
                      <a:r>
                        <a:rPr lang="en-IN" sz="2000" b="1">
                          <a:solidFill>
                            <a:schemeClr val="tx1">
                              <a:lumMod val="75000"/>
                              <a:lumOff val="25000"/>
                            </a:schemeClr>
                          </a:solidFill>
                        </a:rPr>
                        <a:t>Plain meaning</a:t>
                      </a:r>
                      <a:endParaRPr lang="en-IN" sz="2000">
                        <a:solidFill>
                          <a:schemeClr val="tx1">
                            <a:lumMod val="75000"/>
                            <a:lumOff val="25000"/>
                          </a:schemeClr>
                        </a:solidFill>
                      </a:endParaRPr>
                    </a:p>
                  </a:txBody>
                  <a:tcPr anchor="ctr"/>
                </a:tc>
                <a:tc>
                  <a:txBody>
                    <a:bodyPr/>
                    <a:lstStyle/>
                    <a:p>
                      <a:pPr>
                        <a:buNone/>
                      </a:pPr>
                      <a:r>
                        <a:rPr lang="en-IN" sz="2000" b="1">
                          <a:solidFill>
                            <a:schemeClr val="tx1">
                              <a:lumMod val="75000"/>
                              <a:lumOff val="25000"/>
                            </a:schemeClr>
                          </a:solidFill>
                        </a:rPr>
                        <a:t>Everyday picture</a:t>
                      </a:r>
                      <a:endParaRPr lang="en-IN" sz="2000">
                        <a:solidFill>
                          <a:schemeClr val="tx1">
                            <a:lumMod val="75000"/>
                            <a:lumOff val="25000"/>
                          </a:schemeClr>
                        </a:solidFill>
                      </a:endParaRPr>
                    </a:p>
                  </a:txBody>
                  <a:tcPr anchor="ctr"/>
                </a:tc>
                <a:extLst>
                  <a:ext uri="{0D108BD9-81ED-4DB2-BD59-A6C34878D82A}">
                    <a16:rowId xmlns:a16="http://schemas.microsoft.com/office/drawing/2014/main" val="3629792764"/>
                  </a:ext>
                </a:extLst>
              </a:tr>
              <a:tr h="384048">
                <a:tc>
                  <a:txBody>
                    <a:bodyPr/>
                    <a:lstStyle/>
                    <a:p>
                      <a:pPr>
                        <a:buNone/>
                      </a:pPr>
                      <a:r>
                        <a:rPr lang="en-IN" sz="2000" b="1">
                          <a:solidFill>
                            <a:schemeClr val="tx1">
                              <a:lumMod val="75000"/>
                              <a:lumOff val="25000"/>
                            </a:schemeClr>
                          </a:solidFill>
                        </a:rPr>
                        <a:t>MCP</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Model Context Protocol: a standard way to connect AI apps to tools and data</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A USB-C port</a:t>
                      </a:r>
                      <a:endParaRPr lang="en-IN" sz="2000">
                        <a:solidFill>
                          <a:schemeClr val="tx1">
                            <a:lumMod val="75000"/>
                            <a:lumOff val="25000"/>
                          </a:schemeClr>
                        </a:solidFill>
                      </a:endParaRPr>
                    </a:p>
                  </a:txBody>
                  <a:tcPr anchor="ctr"/>
                </a:tc>
                <a:extLst>
                  <a:ext uri="{0D108BD9-81ED-4DB2-BD59-A6C34878D82A}">
                    <a16:rowId xmlns:a16="http://schemas.microsoft.com/office/drawing/2014/main" val="4161476061"/>
                  </a:ext>
                </a:extLst>
              </a:tr>
              <a:tr h="384048">
                <a:tc>
                  <a:txBody>
                    <a:bodyPr/>
                    <a:lstStyle/>
                    <a:p>
                      <a:pPr>
                        <a:buNone/>
                      </a:pPr>
                      <a:r>
                        <a:rPr lang="en-IN" sz="2000" b="1" dirty="0">
                          <a:solidFill>
                            <a:schemeClr val="tx1">
                              <a:lumMod val="75000"/>
                              <a:lumOff val="25000"/>
                            </a:schemeClr>
                          </a:solidFill>
                        </a:rPr>
                        <a:t>M × N problem</a:t>
                      </a:r>
                      <a:endParaRPr lang="en-IN" sz="2000" dirty="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Every AI app wired separately to every tool</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A drawer full of different chargers</a:t>
                      </a:r>
                      <a:endParaRPr lang="en-IN" sz="2000">
                        <a:solidFill>
                          <a:schemeClr val="tx1">
                            <a:lumMod val="75000"/>
                            <a:lumOff val="25000"/>
                          </a:schemeClr>
                        </a:solidFill>
                      </a:endParaRPr>
                    </a:p>
                  </a:txBody>
                  <a:tcPr anchor="ctr"/>
                </a:tc>
                <a:extLst>
                  <a:ext uri="{0D108BD9-81ED-4DB2-BD59-A6C34878D82A}">
                    <a16:rowId xmlns:a16="http://schemas.microsoft.com/office/drawing/2014/main" val="1554477504"/>
                  </a:ext>
                </a:extLst>
              </a:tr>
              <a:tr h="384048">
                <a:tc>
                  <a:txBody>
                    <a:bodyPr/>
                    <a:lstStyle/>
                    <a:p>
                      <a:pPr>
                        <a:buNone/>
                      </a:pPr>
                      <a:r>
                        <a:rPr lang="en-IN" sz="2000" b="1" dirty="0">
                          <a:solidFill>
                            <a:schemeClr val="tx1">
                              <a:lumMod val="75000"/>
                              <a:lumOff val="25000"/>
                            </a:schemeClr>
                          </a:solidFill>
                        </a:rPr>
                        <a:t>Host</a:t>
                      </a:r>
                      <a:endParaRPr lang="en-IN" sz="2000" dirty="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The AI app the user talks to (ChatGPT, Claude)</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The Swiggy app</a:t>
                      </a:r>
                      <a:endParaRPr lang="en-IN" sz="2000">
                        <a:solidFill>
                          <a:schemeClr val="tx1">
                            <a:lumMod val="75000"/>
                            <a:lumOff val="25000"/>
                          </a:schemeClr>
                        </a:solidFill>
                      </a:endParaRPr>
                    </a:p>
                  </a:txBody>
                  <a:tcPr anchor="ctr"/>
                </a:tc>
                <a:extLst>
                  <a:ext uri="{0D108BD9-81ED-4DB2-BD59-A6C34878D82A}">
                    <a16:rowId xmlns:a16="http://schemas.microsoft.com/office/drawing/2014/main" val="2010559769"/>
                  </a:ext>
                </a:extLst>
              </a:tr>
              <a:tr h="384048">
                <a:tc>
                  <a:txBody>
                    <a:bodyPr/>
                    <a:lstStyle/>
                    <a:p>
                      <a:pPr>
                        <a:buNone/>
                      </a:pPr>
                      <a:r>
                        <a:rPr lang="en-IN" sz="2000" b="1" dirty="0">
                          <a:solidFill>
                            <a:schemeClr val="tx1">
                              <a:lumMod val="75000"/>
                              <a:lumOff val="25000"/>
                            </a:schemeClr>
                          </a:solidFill>
                        </a:rPr>
                        <a:t>Client</a:t>
                      </a:r>
                      <a:endParaRPr lang="en-IN" sz="2000" dirty="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The connector inside the host; one per server</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The delivery partner</a:t>
                      </a:r>
                      <a:endParaRPr lang="en-IN" sz="2000">
                        <a:solidFill>
                          <a:schemeClr val="tx1">
                            <a:lumMod val="75000"/>
                            <a:lumOff val="25000"/>
                          </a:schemeClr>
                        </a:solidFill>
                      </a:endParaRPr>
                    </a:p>
                  </a:txBody>
                  <a:tcPr anchor="ctr"/>
                </a:tc>
                <a:extLst>
                  <a:ext uri="{0D108BD9-81ED-4DB2-BD59-A6C34878D82A}">
                    <a16:rowId xmlns:a16="http://schemas.microsoft.com/office/drawing/2014/main" val="341076919"/>
                  </a:ext>
                </a:extLst>
              </a:tr>
              <a:tr h="384048">
                <a:tc>
                  <a:txBody>
                    <a:bodyPr/>
                    <a:lstStyle/>
                    <a:p>
                      <a:pPr>
                        <a:buNone/>
                      </a:pPr>
                      <a:r>
                        <a:rPr lang="en-IN" sz="2000" b="1" dirty="0">
                          <a:solidFill>
                            <a:schemeClr val="tx1">
                              <a:lumMod val="75000"/>
                              <a:lumOff val="25000"/>
                            </a:schemeClr>
                          </a:solidFill>
                        </a:rPr>
                        <a:t>Server</a:t>
                      </a:r>
                      <a:endParaRPr lang="en-IN" sz="2000" dirty="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A program that offers tools, resources and prompts</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The restaurant</a:t>
                      </a:r>
                      <a:endParaRPr lang="en-IN" sz="2000">
                        <a:solidFill>
                          <a:schemeClr val="tx1">
                            <a:lumMod val="75000"/>
                            <a:lumOff val="25000"/>
                          </a:schemeClr>
                        </a:solidFill>
                      </a:endParaRPr>
                    </a:p>
                  </a:txBody>
                  <a:tcPr anchor="ctr"/>
                </a:tc>
                <a:extLst>
                  <a:ext uri="{0D108BD9-81ED-4DB2-BD59-A6C34878D82A}">
                    <a16:rowId xmlns:a16="http://schemas.microsoft.com/office/drawing/2014/main" val="2758244596"/>
                  </a:ext>
                </a:extLst>
              </a:tr>
              <a:tr h="384048">
                <a:tc>
                  <a:txBody>
                    <a:bodyPr/>
                    <a:lstStyle/>
                    <a:p>
                      <a:pPr>
                        <a:buNone/>
                      </a:pPr>
                      <a:r>
                        <a:rPr lang="en-IN" sz="2000" b="1">
                          <a:solidFill>
                            <a:schemeClr val="tx1">
                              <a:lumMod val="75000"/>
                              <a:lumOff val="25000"/>
                            </a:schemeClr>
                          </a:solidFill>
                        </a:rPr>
                        <a:t>Tool</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An action the AI can ask the server to do</a:t>
                      </a:r>
                      <a:endParaRPr lang="en-IN" sz="2000">
                        <a:solidFill>
                          <a:schemeClr val="tx1">
                            <a:lumMod val="75000"/>
                            <a:lumOff val="25000"/>
                          </a:schemeClr>
                        </a:solidFill>
                      </a:endParaRPr>
                    </a:p>
                  </a:txBody>
                  <a:tcPr anchor="ctr"/>
                </a:tc>
                <a:tc>
                  <a:txBody>
                    <a:bodyPr/>
                    <a:lstStyle/>
                    <a:p>
                      <a:pPr>
                        <a:buNone/>
                      </a:pPr>
                      <a:r>
                        <a:rPr lang="en-IN" sz="2000">
                          <a:solidFill>
                            <a:schemeClr val="tx1">
                              <a:lumMod val="75000"/>
                              <a:lumOff val="25000"/>
                            </a:schemeClr>
                          </a:solidFill>
                        </a:rPr>
                        <a:t>Placing an order</a:t>
                      </a:r>
                      <a:endParaRPr lang="en-IN" sz="2000">
                        <a:solidFill>
                          <a:schemeClr val="tx1">
                            <a:lumMod val="75000"/>
                            <a:lumOff val="25000"/>
                          </a:schemeClr>
                        </a:solidFill>
                      </a:endParaRPr>
                    </a:p>
                  </a:txBody>
                  <a:tcPr anchor="ctr"/>
                </a:tc>
                <a:extLst>
                  <a:ext uri="{0D108BD9-81ED-4DB2-BD59-A6C34878D82A}">
                    <a16:rowId xmlns:a16="http://schemas.microsoft.com/office/drawing/2014/main" val="2681833406"/>
                  </a:ext>
                </a:extLst>
              </a:tr>
              <a:tr h="384048">
                <a:tc>
                  <a:txBody>
                    <a:bodyPr/>
                    <a:lstStyle/>
                    <a:p>
                      <a:pPr>
                        <a:buNone/>
                      </a:pPr>
                      <a:r>
                        <a:rPr lang="en-IN" sz="2000" b="1" dirty="0">
                          <a:solidFill>
                            <a:schemeClr val="tx1">
                              <a:lumMod val="75000"/>
                              <a:lumOff val="25000"/>
                            </a:schemeClr>
                          </a:solidFill>
                        </a:rPr>
                        <a:t>Resource</a:t>
                      </a:r>
                      <a:endParaRPr lang="en-IN" sz="2000" dirty="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Data the AI can read</a:t>
                      </a:r>
                      <a:endParaRPr lang="en-US" sz="200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The menu card</a:t>
                      </a:r>
                      <a:endParaRPr lang="en-US" sz="2000">
                        <a:solidFill>
                          <a:schemeClr val="tx1">
                            <a:lumMod val="75000"/>
                            <a:lumOff val="25000"/>
                          </a:schemeClr>
                        </a:solidFill>
                      </a:endParaRPr>
                    </a:p>
                  </a:txBody>
                  <a:tcPr anchor="ctr"/>
                </a:tc>
                <a:extLst>
                  <a:ext uri="{0D108BD9-81ED-4DB2-BD59-A6C34878D82A}">
                    <a16:rowId xmlns:a16="http://schemas.microsoft.com/office/drawing/2014/main" val="2101090161"/>
                  </a:ext>
                </a:extLst>
              </a:tr>
              <a:tr h="384048">
                <a:tc>
                  <a:txBody>
                    <a:bodyPr/>
                    <a:lstStyle/>
                    <a:p>
                      <a:pPr>
                        <a:buNone/>
                      </a:pPr>
                      <a:r>
                        <a:rPr lang="en-IN" sz="2000" b="1" dirty="0">
                          <a:solidFill>
                            <a:schemeClr val="tx1">
                              <a:lumMod val="75000"/>
                              <a:lumOff val="25000"/>
                            </a:schemeClr>
                          </a:solidFill>
                        </a:rPr>
                        <a:t>Prompt</a:t>
                      </a:r>
                      <a:endParaRPr lang="en-IN" sz="2000" dirty="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A ready-made instruction template</a:t>
                      </a:r>
                      <a:endParaRPr lang="en-US" sz="200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A set combo meal</a:t>
                      </a:r>
                      <a:endParaRPr lang="en-US" sz="2000">
                        <a:solidFill>
                          <a:schemeClr val="tx1">
                            <a:lumMod val="75000"/>
                            <a:lumOff val="25000"/>
                          </a:schemeClr>
                        </a:solidFill>
                      </a:endParaRPr>
                    </a:p>
                  </a:txBody>
                  <a:tcPr anchor="ctr"/>
                </a:tc>
                <a:extLst>
                  <a:ext uri="{0D108BD9-81ED-4DB2-BD59-A6C34878D82A}">
                    <a16:rowId xmlns:a16="http://schemas.microsoft.com/office/drawing/2014/main" val="2101090161"/>
                  </a:ext>
                </a:extLst>
              </a:tr>
              <a:tr h="384048">
                <a:tc>
                  <a:txBody>
                    <a:bodyPr/>
                    <a:lstStyle/>
                    <a:p>
                      <a:pPr>
                        <a:buNone/>
                      </a:pPr>
                      <a:r>
                        <a:rPr lang="en-IN" sz="2000" b="1" dirty="0">
                          <a:solidFill>
                            <a:schemeClr val="tx1">
                              <a:lumMod val="75000"/>
                              <a:lumOff val="25000"/>
                            </a:schemeClr>
                          </a:solidFill>
                        </a:rPr>
                        <a:t>Transport</a:t>
                      </a:r>
                      <a:endParaRPr lang="en-IN" sz="2000" dirty="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How messages travel: same computer (stdio) or internet (HTTP)</a:t>
                      </a:r>
                      <a:endParaRPr lang="en-US" sz="200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Intercom vs. phone call</a:t>
                      </a:r>
                      <a:endParaRPr lang="en-US" sz="2000">
                        <a:solidFill>
                          <a:schemeClr val="tx1">
                            <a:lumMod val="75000"/>
                            <a:lumOff val="25000"/>
                          </a:schemeClr>
                        </a:solidFill>
                      </a:endParaRPr>
                    </a:p>
                  </a:txBody>
                  <a:tcPr anchor="ctr"/>
                </a:tc>
                <a:extLst>
                  <a:ext uri="{0D108BD9-81ED-4DB2-BD59-A6C34878D82A}">
                    <a16:rowId xmlns:a16="http://schemas.microsoft.com/office/drawing/2014/main" val="2101090161"/>
                  </a:ext>
                </a:extLst>
              </a:tr>
              <a:tr h="384048">
                <a:tc>
                  <a:txBody>
                    <a:bodyPr/>
                    <a:lstStyle/>
                    <a:p>
                      <a:pPr>
                        <a:buNone/>
                      </a:pPr>
                      <a:r>
                        <a:rPr lang="en-IN" sz="2000" b="1" dirty="0">
                          <a:solidFill>
                            <a:schemeClr val="tx1">
                              <a:lumMod val="75000"/>
                              <a:lumOff val="25000"/>
                            </a:schemeClr>
                          </a:solidFill>
                        </a:rPr>
                        <a:t>JSON-RPC</a:t>
                      </a:r>
                      <a:endParaRPr lang="en-IN" sz="2000" dirty="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The standard message format MCP uses</a:t>
                      </a:r>
                      <a:endParaRPr lang="en-US" sz="200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A printed order slip</a:t>
                      </a:r>
                      <a:endParaRPr lang="en-US" sz="2000">
                        <a:solidFill>
                          <a:schemeClr val="tx1">
                            <a:lumMod val="75000"/>
                            <a:lumOff val="25000"/>
                          </a:schemeClr>
                        </a:solidFill>
                      </a:endParaRPr>
                    </a:p>
                  </a:txBody>
                  <a:tcPr anchor="ctr"/>
                </a:tc>
                <a:extLst>
                  <a:ext uri="{0D108BD9-81ED-4DB2-BD59-A6C34878D82A}">
                    <a16:rowId xmlns:a16="http://schemas.microsoft.com/office/drawing/2014/main" val="2101090161"/>
                  </a:ext>
                </a:extLst>
              </a:tr>
              <a:tr h="384048">
                <a:tc>
                  <a:txBody>
                    <a:bodyPr/>
                    <a:lstStyle/>
                    <a:p>
                      <a:pPr>
                        <a:buNone/>
                      </a:pPr>
                      <a:r>
                        <a:rPr lang="en-IN" sz="2000" b="1" dirty="0">
                          <a:solidFill>
                            <a:schemeClr val="tx1">
                              <a:lumMod val="75000"/>
                              <a:lumOff val="25000"/>
                            </a:schemeClr>
                          </a:solidFill>
                        </a:rPr>
                        <a:t>FastMCP</a:t>
                      </a:r>
                      <a:endParaRPr lang="en-IN" sz="2000" dirty="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A Python library for building MCP servers quickly</a:t>
                      </a:r>
                      <a:endParaRPr lang="en-US" sz="2000">
                        <a:solidFill>
                          <a:schemeClr val="tx1">
                            <a:lumMod val="75000"/>
                            <a:lumOff val="25000"/>
                          </a:schemeClr>
                        </a:solidFill>
                      </a:endParaRPr>
                    </a:p>
                  </a:txBody>
                  <a:tcPr anchor="ctr"/>
                </a:tc>
                <a:tc>
                  <a:txBody>
                    <a:bodyPr/>
                    <a:lstStyle/>
                    <a:p>
                      <a:pPr>
                        <a:buNone/>
                      </a:pPr>
                      <a:r>
                        <a:rPr lang="en-US" sz="2000">
                          <a:solidFill>
                            <a:schemeClr val="tx1">
                              <a:lumMod val="75000"/>
                              <a:lumOff val="25000"/>
                            </a:schemeClr>
                          </a:solidFill>
                        </a:rPr>
                        <a:t>A ready-made shop-counter kit</a:t>
                      </a:r>
                      <a:endParaRPr lang="en-US" sz="2000">
                        <a:solidFill>
                          <a:schemeClr val="tx1">
                            <a:lumMod val="75000"/>
                            <a:lumOff val="25000"/>
                          </a:schemeClr>
                        </a:solidFill>
                      </a:endParaRPr>
                    </a:p>
                  </a:txBody>
                  <a:tcPr anchor="ctr"/>
                </a:tc>
                <a:extLst>
                  <a:ext uri="{0D108BD9-81ED-4DB2-BD59-A6C34878D82A}">
                    <a16:rowId xmlns:a16="http://schemas.microsoft.com/office/drawing/2014/main" val="2101090161"/>
                  </a:ext>
                </a:extLst>
              </a:tr>
            </a:tbl>
          </a:graphicData>
        </a:graphic>
      </p:graphicFrame>
      <p:sp>
        <p:nvSpPr>
          <p:cNvPr id="8" name="Rectangle 1">
            <a:extLst>
              <a:ext uri="{FF2B5EF4-FFF2-40B4-BE49-F238E27FC236}">
                <a16:creationId xmlns:a16="http://schemas.microsoft.com/office/drawing/2014/main" id="{A8F4679A-2E47-DFAE-57DB-3611356BF92F}"/>
              </a:ext>
            </a:extLst>
          </p:cNvPr>
          <p:cNvSpPr>
            <a:spLocks noChangeArrowheads="1"/>
          </p:cNvSpPr>
          <p:nvPr/>
        </p:nvSpPr>
        <p:spPr bwMode="auto">
          <a:xfrm>
            <a:off x="3556000" y="3148013"/>
            <a:ext cx="1625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Brandline">
            <a:extLst>
              <a:ext uri="{FF2B5EF4-FFF2-40B4-BE49-F238E27FC236}">
                <a16:creationId xmlns:a16="http://schemas.microsoft.com/office/drawing/2014/main" id="{C6248F59-4A69-2076-40C5-A37B805CC9EA}"/>
              </a:ext>
            </a:extLst>
          </p:cNvPr>
          <p:cNvSpPr/>
          <p:nvPr/>
        </p:nvSpPr>
        <p:spPr>
          <a:xfrm>
            <a:off x="7162801" y="816324"/>
            <a:ext cx="192690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Brandline_LVC">
            <a:extLst>
              <a:ext uri="{FF2B5EF4-FFF2-40B4-BE49-F238E27FC236}">
                <a16:creationId xmlns:a16="http://schemas.microsoft.com/office/drawing/2014/main" id="{26E55AC8-2EF4-D6A6-42A4-F615E9B47D83}"/>
              </a:ext>
            </a:extLst>
          </p:cNvPr>
          <p:cNvSpPr/>
          <p:nvPr/>
        </p:nvSpPr>
        <p:spPr>
          <a:xfrm>
            <a:off x="3848100" y="816324"/>
            <a:ext cx="856464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10F532-3B90-93F6-678F-EF59ACF2A398}"/>
              </a:ext>
            </a:extLst>
          </p:cNvPr>
          <p:cNvSpPr>
            <a:spLocks noGrp="1"/>
          </p:cNvSpPr>
          <p:nvPr>
            <p:ph type="body" sz="quarter" idx="19"/>
          </p:nvPr>
        </p:nvSpPr>
        <p:spPr>
          <a:xfrm>
            <a:off x="734789" y="2415576"/>
            <a:ext cx="9998168" cy="4312847"/>
          </a:xfrm>
        </p:spPr>
        <p:txBody>
          <a:bodyPr/>
          <a:lstStyle/>
          <a:p>
            <a:r>
              <a:rPr lang="en-US"/>
              <a:t>Without a standard, every AI app needs its own wiring to every tool: the M × N problem.</a:t>
            </a:r>
            <a:endParaRPr lang="en-US"/>
          </a:p>
          <a:p>
            <a:r>
              <a:rPr lang="en-US"/>
              <a:t>MCP is the USB-C port for AI: build each connection once, use it from any AI app.</a:t>
            </a:r>
            <a:endParaRPr lang="en-US"/>
          </a:p>
          <a:p>
            <a:r>
              <a:rPr lang="en-US"/>
              <a:t>Three roles: the host (the AI app), the client (its connector) and the server (tools and data).</a:t>
            </a:r>
            <a:endParaRPr lang="en-US"/>
          </a:p>
          <a:p>
            <a:r>
              <a:rPr lang="en-US"/>
              <a:t>Servers offer tools (actions), resources (data to read) and prompts (ready-made instructions).</a:t>
            </a:r>
            <a:endParaRPr lang="en-US"/>
          </a:p>
          <a:p>
            <a:r>
              <a:rPr lang="en-US"/>
              <a:t>FastMCP turns ordinary Python functions into an MCP server, like our MarketIntel demo.</a:t>
            </a:r>
            <a:endParaRPr lang="en-US"/>
          </a:p>
        </p:txBody>
      </p:sp>
    </p:spTree>
    <p:custDataLst>
      <p:tags r:id="rId1"/>
    </p:custDataLst>
    <p:extLst>
      <p:ext uri="{BB962C8B-B14F-4D97-AF65-F5344CB8AC3E}">
        <p14:creationId xmlns:p14="http://schemas.microsoft.com/office/powerpoint/2010/main" val="2875627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6185818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2023_LVC" val="AhyyJCxm"/>
  <p:tag name="ARTICULATE_DESIGN_ID_CUSTOM DESIGN" val="Jpw3zL3z"/>
  <p:tag name="ARTICULATE_DESIGN_ID_2024_LVC" val="svEMZ810"/>
  <p:tag name="ARTICULATE_SLIDE_THUMBNAIL_REFRESH" val="1"/>
  <p:tag name="ARTICULATE_PROJECT_OPEN" val="0"/>
  <p:tag name="ARTICULATE_SLIDE_COUNT" val="2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24_LV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implilearn">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0F2DDABBDF49409AAC83A5FD91EC22" ma:contentTypeVersion="19" ma:contentTypeDescription="Create a new document." ma:contentTypeScope="" ma:versionID="bb8d198aa4b75fd43643176c3c641011">
  <xsd:schema xmlns:xsd="http://www.w3.org/2001/XMLSchema" xmlns:xs="http://www.w3.org/2001/XMLSchema" xmlns:p="http://schemas.microsoft.com/office/2006/metadata/properties" xmlns:ns3="9e1c2a13-0740-49b5-a03d-96af0a780283" xmlns:ns4="13f9a36d-0581-4bbd-819e-2fae6181123e" targetNamespace="http://schemas.microsoft.com/office/2006/metadata/properties" ma:root="true" ma:fieldsID="e40d7bb57ef413b009d55041092bba3d" ns3:_="" ns4:_="">
    <xsd:import namespace="9e1c2a13-0740-49b5-a03d-96af0a780283"/>
    <xsd:import namespace="13f9a36d-0581-4bbd-819e-2fae6181123e"/>
    <xsd:element name="properties">
      <xsd:complexType>
        <xsd:sequence>
          <xsd:element name="documentManagement">
            <xsd:complexType>
              <xsd:all>
                <xsd:element ref="ns3:MediaServiceMetadata" minOccurs="0"/>
                <xsd:element ref="ns3:MediaServiceFastMetadata"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Location" minOccurs="0"/>
                <xsd:element ref="ns3:_activity" minOccurs="0"/>
                <xsd:element ref="ns3:MediaServiceObjectDetectorVersions" minOccurs="0"/>
                <xsd:element ref="ns3:MediaServiceSearchProperties" minOccurs="0"/>
                <xsd:element ref="ns3:MediaServiceSystemTag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c2a13-0740-49b5-a03d-96af0a7802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f9a36d-0581-4bbd-819e-2fae618112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e1c2a13-0740-49b5-a03d-96af0a78028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1933B8-D4B7-43ED-9257-C6862D3B11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c2a13-0740-49b5-a03d-96af0a780283"/>
    <ds:schemaRef ds:uri="13f9a36d-0581-4bbd-819e-2fae618112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710CA7-1677-4FEF-BB79-0D184B93C257}">
  <ds:schemaRefs>
    <ds:schemaRef ds:uri="http://schemas.microsoft.com/office/2006/documentManagement/types"/>
    <ds:schemaRef ds:uri="9e1c2a13-0740-49b5-a03d-96af0a780283"/>
    <ds:schemaRef ds:uri="http://purl.org/dc/elements/1.1/"/>
    <ds:schemaRef ds:uri="http://purl.org/dc/dcmitype/"/>
    <ds:schemaRef ds:uri="http://www.w3.org/XML/1998/namespace"/>
    <ds:schemaRef ds:uri="http://purl.org/dc/terms/"/>
    <ds:schemaRef ds:uri="http://schemas.microsoft.com/office/infopath/2007/PartnerControls"/>
    <ds:schemaRef ds:uri="http://schemas.microsoft.com/office/2006/metadata/properties"/>
    <ds:schemaRef ds:uri="http://schemas.openxmlformats.org/package/2006/metadata/core-properties"/>
    <ds:schemaRef ds:uri="13f9a36d-0581-4bbd-819e-2fae6181123e"/>
  </ds:schemaRefs>
</ds:datastoreItem>
</file>

<file path=customXml/itemProps3.xml><?xml version="1.0" encoding="utf-8"?>
<ds:datastoreItem xmlns:ds="http://schemas.openxmlformats.org/officeDocument/2006/customXml" ds:itemID="{C0EE7C40-65A8-4A6E-911E-51151F573A59}">
  <ds:schemaRefs>
    <ds:schemaRef ds:uri="http://schemas.microsoft.com/sharepoint/v3/contenttype/forms"/>
  </ds:schemaRefs>
</ds:datastoreItem>
</file>

<file path=docMetadata/LabelInfo.xml><?xml version="1.0" encoding="utf-8"?>
<clbl:labelList xmlns:clbl="http://schemas.microsoft.com/office/2020/mipLabelMetadata">
  <clbl:label id="{83892c00-35e9-4ba7-b4e7-7b9e51902f69}" enabled="0" method="" siteId="{83892c00-35e9-4ba7-b4e7-7b9e51902f69}" removed="1"/>
</clbl:labelList>
</file>

<file path=docProps/app.xml><?xml version="1.0" encoding="utf-8"?>
<Properties xmlns="http://schemas.openxmlformats.org/officeDocument/2006/extended-properties" xmlns:vt="http://schemas.openxmlformats.org/officeDocument/2006/docPropsVTypes">
  <Template/>
  <TotalTime>2154</TotalTime>
  <Words>16719</Words>
  <Application>Microsoft Office PowerPoint</Application>
  <PresentationFormat>Custom</PresentationFormat>
  <Paragraphs>1661</Paragraphs>
  <Slides>53</Slides>
  <Notes>52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Calibri</vt:lpstr>
      <vt:lpstr>Courier New</vt:lpstr>
      <vt:lpstr>Lato</vt:lpstr>
      <vt:lpstr>Open Sans</vt:lpstr>
      <vt:lpstr>Tahoma</vt:lpstr>
      <vt:lpstr>2024_LVC</vt:lpstr>
      <vt:lpstr>PowerPoint Presentation</vt:lpstr>
      <vt:lpstr>PowerPoint Presentation</vt:lpstr>
      <vt:lpstr>PowerPoint Presentation</vt:lpstr>
      <vt:lpstr>PowerPoint Presentation</vt:lpstr>
      <vt:lpstr>PowerPoint Presentation</vt:lpstr>
      <vt:lpstr>Working of AI Agents</vt:lpstr>
      <vt:lpstr>Tool-Context Pairing in Agents</vt:lpstr>
      <vt:lpstr>Tool Access Before Standard Protocols</vt:lpstr>
      <vt:lpstr>Tool Access Before Standard Protocols</vt:lpstr>
      <vt:lpstr>The M × N Problem</vt:lpstr>
      <vt:lpstr>Challenges of M × N Integration Problem</vt:lpstr>
      <vt:lpstr>How MCP Solves M × N Problem </vt:lpstr>
      <vt:lpstr>How MCP Solves M × N Problem </vt:lpstr>
      <vt:lpstr>How MCP Solves M × N Problem : Example </vt:lpstr>
      <vt:lpstr>Activity: Choosing the Right Models and Tools</vt:lpstr>
      <vt:lpstr>Activity: Choosing the Right Models and Tools</vt:lpstr>
      <vt:lpstr>PowerPoint Presentation</vt:lpstr>
      <vt:lpstr>PowerPoint Presentation</vt:lpstr>
      <vt:lpstr>Building Block of MCP: Client–Server Architecture</vt:lpstr>
      <vt:lpstr>Model Context Protocol (MCP)</vt:lpstr>
      <vt:lpstr>Analogy: MCP as a USB-C for AI Tools</vt:lpstr>
      <vt:lpstr>MCP vs. APIs</vt:lpstr>
      <vt:lpstr>Client-Server Communication in MCP</vt:lpstr>
      <vt:lpstr>Transport Layer</vt:lpstr>
      <vt:lpstr>Protocol Layer</vt:lpstr>
      <vt:lpstr>MCP Client-Server Connection Lifecycle</vt:lpstr>
      <vt:lpstr>Activity: Categorizing the Functions</vt:lpstr>
      <vt:lpstr>Activity: Categorizing the Functions</vt:lpstr>
      <vt:lpstr>Activity: Arranging the Steps in Correct Order</vt:lpstr>
      <vt:lpstr>Activity: Arranging the Steps in Correct Order</vt:lpstr>
      <vt:lpstr>PowerPoint Presentation</vt:lpstr>
      <vt:lpstr>PowerPoint Presentation</vt:lpstr>
      <vt:lpstr>Components of MCP Server</vt:lpstr>
      <vt:lpstr>Understanding MCP Architecture</vt:lpstr>
      <vt:lpstr>Host’s Role in MCP</vt:lpstr>
      <vt:lpstr>Client’s Role in MCP</vt:lpstr>
      <vt:lpstr>Server’s Role in MCP</vt:lpstr>
      <vt:lpstr>Types of Servers</vt:lpstr>
      <vt:lpstr>Working Loop of MCP</vt:lpstr>
      <vt:lpstr>Activity: Mapping the Components with Their Roles</vt:lpstr>
      <vt:lpstr>Activity: Mapping the Components with Their Roles</vt:lpstr>
      <vt:lpstr>PowerPoint Presentation</vt:lpstr>
      <vt:lpstr>PowerPoint Presentation</vt:lpstr>
      <vt:lpstr>Introduction to FASTMCP</vt:lpstr>
      <vt:lpstr>The Value of Building Your Own MCP Server</vt:lpstr>
      <vt:lpstr>MCP as a Growth Hack</vt:lpstr>
      <vt:lpstr>Registering a Tool Using FASTMCP</vt:lpstr>
      <vt:lpstr>Registering a Resource Using FASTMCP</vt:lpstr>
      <vt:lpstr>Registering a Prompt Using FASTMCP</vt:lpstr>
      <vt:lpstr>PowerPoint Presentation</vt:lpstr>
      <vt:lpstr>How Would You Register a Market Research Tool with MCP?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Parashar</dc:creator>
  <cp:lastModifiedBy>Rewa Pimpalkar</cp:lastModifiedBy>
  <cp:revision>5</cp:revision>
  <dcterms:created xsi:type="dcterms:W3CDTF">2023-05-19T12:36:11Z</dcterms:created>
  <dcterms:modified xsi:type="dcterms:W3CDTF">2025-10-01T07:50:57Z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B652525E-EED5-4C91-8592-5DBEF40DB197</vt:lpwstr>
  </property>
  <property fmtid="{D5CDD505-2E9C-101B-9397-08002B2CF9AE}" pid="3" name="ArticulatePath">
    <vt:lpwstr>https://simplilearnsolution-my.sharepoint.com/personal/pistorage_simplilearn_com/Documents/Simplilearn Project Backup/Templates/01_Simplilearn Templates/LVC/2023_LVC/AIML_DS_LVC_Template_2023</vt:lpwstr>
  </property>
  <property fmtid="{D5CDD505-2E9C-101B-9397-08002B2CF9AE}" pid="4" name="ContentTypeId">
    <vt:lpwstr>0x010100730F2DDABBDF49409AAC83A5FD91EC22</vt:lpwstr>
  </property>
</Properties>
</file>