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handoutMasters/handoutMaster1.xml" ContentType="application/vnd.openxmlformats-officedocument.presentationml.handoutMaster+xml"/>
  <Override PartName="/ppt/media/image11.svg" ContentType="image/svg+xml"/>
  <Override PartName="/ppt/media/image22.svg" ContentType="image/svg+xml"/>
  <Override PartName="/ppt/media/image3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61.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7.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6.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41.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5.xml" ContentType="application/vnd.openxmlformats-officedocument.presentationml.tags+xml"/>
  <Override PartName="/ppt/tags/tag51.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5.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4.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86"/>
  </p:notesMasterIdLst>
  <p:handoutMasterIdLst>
    <p:handoutMasterId r:id="rId87"/>
  </p:handoutMasterIdLst>
  <p:sldIdLst>
    <p:sldId id="256" r:id="rId5"/>
    <p:sldId id="385" r:id="rId6"/>
    <p:sldId id="259" r:id="rId7"/>
    <p:sldId id="393" r:id="rId8"/>
    <p:sldId id="390" r:id="rId9"/>
    <p:sldId id="652" r:id="rId96"/>
    <p:sldId id="622" r:id="rId68"/>
    <p:sldId id="646" r:id="rId69"/>
    <p:sldId id="650" r:id="rId73"/>
    <p:sldId id="635" r:id="rId74"/>
    <p:sldId id="632" r:id="rId75"/>
    <p:sldId id="630" r:id="rId80"/>
    <p:sldId id="640" r:id="rId82"/>
    <p:sldId id="567" r:id="rId10"/>
    <p:sldId id="569" r:id="rId11"/>
    <p:sldId id="573" r:id="rId14"/>
    <p:sldId id="588" r:id="rId27"/>
    <p:sldId id="648" r:id="rId30"/>
    <p:sldId id="585" r:id="rId31"/>
    <p:sldId id="642" r:id="rId32"/>
    <p:sldId id="596" r:id="rId37"/>
    <p:sldId id="602" r:id="rId43"/>
    <p:sldId id="603" r:id="rId44"/>
    <p:sldId id="605" r:id="rId46"/>
    <p:sldId id="610" r:id="rId54"/>
    <p:sldId id="643" r:id="rId55"/>
    <p:sldId id="653" r:id="rId97"/>
    <p:sldId id="611" r:id="rId56"/>
    <p:sldId id="614" r:id="rId57"/>
    <p:sldId id="623" r:id="rId65"/>
    <p:sldId id="641" r:id="rId83"/>
    <p:sldId id="639" r:id="rId71"/>
    <p:sldId id="392" r:id="rId84"/>
    <p:sldId id="383" r:id="rId85"/>
  </p:sldIdLst>
  <p:sldSz cx="16256000" cy="9144000"/>
  <p:notesSz cx="6858000" cy="9144000"/>
  <p:custDataLst>
    <p:tags r:id="rId8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8" orient="horz" pos="1134" userDrawn="1">
          <p15:clr>
            <a:srgbClr val="A4A3A4"/>
          </p15:clr>
        </p15:guide>
        <p15:guide id="9" pos="5165" userDrawn="1">
          <p15:clr>
            <a:srgbClr val="A4A3A4"/>
          </p15:clr>
        </p15:guide>
        <p15:guide id="10" orient="horz"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F8D9B16-9901-4A1F-D66F-AAB4C5CEF9D7}" name="Uma Kumari" initials="UK" userId="S::uma.kumari@simplilearn.com::f154a5f4-9073-40a7-83a4-0584e0f34eaa" providerId="AD"/>
  <p188:author id="{862FC623-FA80-6620-6192-671D1513C975}" name="Rashmi Tarkeshwar Singh" initials="RS" userId="S::rashmi.tsingh@simplilearn.com::68a6778a-50ba-49c5-9a37-e67a9d27a7f7" providerId="AD"/>
  <p188:author id="{07583539-C589-AE33-2A7D-F7AD16824991}" name="Pritam Pal" initials="PP" userId="S::pritam.pal@simplilearn.com::5f2243f0-6731-4cc6-93af-24a493b1dffc" providerId="AD"/>
  <p188:author id="{0485D94E-57C4-D612-DDE0-2A5F6FB51CC1}" name="Vivek Singh" initials="VS" userId="S::vivek.singh@simplilearn.com::c68ea14e-6d0d-471c-9eea-973d333809dc" providerId="AD"/>
  <p188:author id="{C5B91275-2E97-4445-A0F9-79660D53D934}" name="Gajendra MS" initials="GM" userId="S::gajendra.ms@simplilearn.com::2fac9be5-0aaf-4a4e-81e3-665d10c1ffa5" providerId="AD"/>
  <p188:author id="{B76F24AE-CEC9-E774-FEE4-1C5E5921F8D4}" name="Anjana Lalitha" initials="AL" userId="S::anjana.lalitha@simplilearn.com::7da6e5b1-f104-4b75-9a49-f3cd2cec10c3" providerId="AD"/>
  <p188:author id="{2217B4E1-9409-F7F9-DCDF-A0141344703A}" name="Roop Kumar" initials="RK" userId="S::roop.kumar@simplilearn.com::ec229fc9-1ae5-4424-ad91-f4b472f033d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9596"/>
    <a:srgbClr val="FFFFFF"/>
    <a:srgbClr val="0078EE"/>
    <a:srgbClr val="12A7E2"/>
    <a:srgbClr val="024F93"/>
    <a:srgbClr val="3D9CD8"/>
    <a:srgbClr val="A8D3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5A2D3A-C907-FF31-53B0-8015262C926F}" v="3" dt="2025-08-17T09:26:28.6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64981" autoAdjust="0"/>
  </p:normalViewPr>
  <p:slideViewPr>
    <p:cSldViewPr snapToGrid="0">
      <p:cViewPr varScale="1">
        <p:scale>
          <a:sx n="83" d="100"/>
          <a:sy n="83" d="100"/>
        </p:scale>
        <p:origin x="582" y="108"/>
      </p:cViewPr>
      <p:guideLst>
        <p:guide orient="horz" pos="1134"/>
        <p:guide pos="5165"/>
        <p:guide orient="horz" pos="288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14.xml"/><Relationship Id="rId11" Type="http://schemas.openxmlformats.org/officeDocument/2006/relationships/slide" Target="slides/slide15.xml"/><Relationship Id="rId14" Type="http://schemas.openxmlformats.org/officeDocument/2006/relationships/slide" Target="slides/slide16.xml"/><Relationship Id="rId27"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7" Type="http://schemas.openxmlformats.org/officeDocument/2006/relationships/slide" Target="slides/slide21.xml"/><Relationship Id="rId43" Type="http://schemas.openxmlformats.org/officeDocument/2006/relationships/slide" Target="slides/slide22.xml"/><Relationship Id="rId44" Type="http://schemas.openxmlformats.org/officeDocument/2006/relationships/slide" Target="slides/slide23.xml"/><Relationship Id="rId46" Type="http://schemas.openxmlformats.org/officeDocument/2006/relationships/slide" Target="slides/slide24.xml"/><Relationship Id="rId54" Type="http://schemas.openxmlformats.org/officeDocument/2006/relationships/slide" Target="slides/slide25.xml"/><Relationship Id="rId55" Type="http://schemas.openxmlformats.org/officeDocument/2006/relationships/slide" Target="slides/slide26.xml"/><Relationship Id="rId56" Type="http://schemas.openxmlformats.org/officeDocument/2006/relationships/slide" Target="slides/slide28.xml"/><Relationship Id="rId57" Type="http://schemas.openxmlformats.org/officeDocument/2006/relationships/slide" Target="slides/slide29.xml"/><Relationship Id="rId65" Type="http://schemas.openxmlformats.org/officeDocument/2006/relationships/slide" Target="slides/slide30.xml"/><Relationship Id="rId68" Type="http://schemas.openxmlformats.org/officeDocument/2006/relationships/slide" Target="slides/slide7.xml"/><Relationship Id="rId69" Type="http://schemas.openxmlformats.org/officeDocument/2006/relationships/slide" Target="slides/slide8.xml"/><Relationship Id="rId71" Type="http://schemas.openxmlformats.org/officeDocument/2006/relationships/slide" Target="slides/slide32.xml"/><Relationship Id="rId73" Type="http://schemas.openxmlformats.org/officeDocument/2006/relationships/slide" Target="slides/slide9.xml"/><Relationship Id="rId74" Type="http://schemas.openxmlformats.org/officeDocument/2006/relationships/slide" Target="slides/slide10.xml"/><Relationship Id="rId75" Type="http://schemas.openxmlformats.org/officeDocument/2006/relationships/slide" Target="slides/slide11.xml"/><Relationship Id="rId80" Type="http://schemas.openxmlformats.org/officeDocument/2006/relationships/slide" Target="slides/slide12.xml"/><Relationship Id="rId82" Type="http://schemas.openxmlformats.org/officeDocument/2006/relationships/slide" Target="slides/slide13.xml"/><Relationship Id="rId83" Type="http://schemas.openxmlformats.org/officeDocument/2006/relationships/slide" Target="slides/slide31.xml"/><Relationship Id="rId84" Type="http://schemas.openxmlformats.org/officeDocument/2006/relationships/slide" Target="slides/slide33.xml"/><Relationship Id="rId85" Type="http://schemas.openxmlformats.org/officeDocument/2006/relationships/slide" Target="slides/slide34.xml"/><Relationship Id="rId86" Type="http://schemas.openxmlformats.org/officeDocument/2006/relationships/notesMaster" Target="notesMasters/notesMaster1.xml"/><Relationship Id="rId87" Type="http://schemas.openxmlformats.org/officeDocument/2006/relationships/handoutMaster" Target="handoutMasters/handoutMaster1.xml"/><Relationship Id="rId88" Type="http://schemas.openxmlformats.org/officeDocument/2006/relationships/tags" Target="tags/tag1.xml"/><Relationship Id="rId89" Type="http://schemas.openxmlformats.org/officeDocument/2006/relationships/presProps" Target="presProps.xml"/><Relationship Id="rId90" Type="http://schemas.openxmlformats.org/officeDocument/2006/relationships/viewProps" Target="viewProps.xml"/><Relationship Id="rId91" Type="http://schemas.openxmlformats.org/officeDocument/2006/relationships/theme" Target="theme/theme1.xml"/><Relationship Id="rId92" Type="http://schemas.openxmlformats.org/officeDocument/2006/relationships/tableStyles" Target="tableStyles.xml"/><Relationship Id="rId93" Type="http://schemas.microsoft.com/office/2016/11/relationships/changesInfo" Target="changesInfos/changesInfo1.xml"/><Relationship Id="rId94" Type="http://schemas.microsoft.com/office/2015/10/relationships/revisionInfo" Target="revisionInfo.xml"/><Relationship Id="rId95" Type="http://schemas.microsoft.com/office/2018/10/relationships/authors" Target="authors.xml"/><Relationship Id="rId96" Type="http://schemas.openxmlformats.org/officeDocument/2006/relationships/slide" Target="slides/slide6.xml"/><Relationship Id="rId97"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tam Pal" userId="5f2243f0-6731-4cc6-93af-24a493b1dffc" providerId="ADAL" clId="{1B14F7CC-8B75-46AF-AF00-ABCBEAA109A6}"/>
    <pc:docChg chg="modSld">
      <pc:chgData name="Pritam Pal" userId="5f2243f0-6731-4cc6-93af-24a493b1dffc" providerId="ADAL" clId="{1B14F7CC-8B75-46AF-AF00-ABCBEAA109A6}" dt="2025-11-12T07:07:34.987" v="12"/>
      <pc:docMkLst>
        <pc:docMk/>
      </pc:docMkLst>
      <pc:sldChg chg="modSp mod">
        <pc:chgData name="Pritam Pal" userId="5f2243f0-6731-4cc6-93af-24a493b1dffc" providerId="ADAL" clId="{1B14F7CC-8B75-46AF-AF00-ABCBEAA109A6}" dt="2025-11-12T07:07:34.987" v="12"/>
        <pc:sldMkLst>
          <pc:docMk/>
          <pc:sldMk cId="2972495765" sldId="642"/>
        </pc:sldMkLst>
        <pc:spChg chg="mod">
          <ac:chgData name="Pritam Pal" userId="5f2243f0-6731-4cc6-93af-24a493b1dffc" providerId="ADAL" clId="{1B14F7CC-8B75-46AF-AF00-ABCBEAA109A6}" dt="2025-11-12T07:07:34.987" v="12"/>
          <ac:spMkLst>
            <pc:docMk/>
            <pc:sldMk cId="2972495765" sldId="642"/>
            <ac:spMk id="4" creationId="{8A0A7F1F-E9FF-D76F-C334-8B39D1F1A631}"/>
          </ac:spMkLst>
        </pc:spChg>
        <pc:spChg chg="mod">
          <ac:chgData name="Pritam Pal" userId="5f2243f0-6731-4cc6-93af-24a493b1dffc" providerId="ADAL" clId="{1B14F7CC-8B75-46AF-AF00-ABCBEAA109A6}" dt="2025-11-12T06:38:25.037" v="9" actId="1036"/>
          <ac:spMkLst>
            <pc:docMk/>
            <pc:sldMk cId="2972495765" sldId="642"/>
            <ac:spMk id="10" creationId="{64E52CE2-5541-4B87-2A2C-E5BF03755E32}"/>
          </ac:spMkLst>
        </pc:spChg>
      </pc:sldChg>
    </pc:docChg>
  </pc:docChgLst>
  <pc:docChgLst>
    <pc:chgData name="Vivek Singh" userId="c68ea14e-6d0d-471c-9eea-973d333809dc" providerId="ADAL" clId="{1460B416-BCBC-4C9D-88B3-5CA0070D3593}"/>
    <pc:docChg chg="undo custSel delSld modSld">
      <pc:chgData name="Vivek Singh" userId="c68ea14e-6d0d-471c-9eea-973d333809dc" providerId="ADAL" clId="{1460B416-BCBC-4C9D-88B3-5CA0070D3593}" dt="2025-08-05T12:17:14.241" v="822" actId="1036"/>
      <pc:docMkLst>
        <pc:docMk/>
      </pc:docMkLst>
      <pc:sldChg chg="del">
        <pc:chgData name="Vivek Singh" userId="c68ea14e-6d0d-471c-9eea-973d333809dc" providerId="ADAL" clId="{1460B416-BCBC-4C9D-88B3-5CA0070D3593}" dt="2025-08-05T07:16:07.628" v="2" actId="47"/>
        <pc:sldMkLst>
          <pc:docMk/>
          <pc:sldMk cId="1070346001" sldId="262"/>
        </pc:sldMkLst>
      </pc:sldChg>
      <pc:sldChg chg="modSp mod">
        <pc:chgData name="Vivek Singh" userId="c68ea14e-6d0d-471c-9eea-973d333809dc" providerId="ADAL" clId="{1460B416-BCBC-4C9D-88B3-5CA0070D3593}" dt="2025-08-05T07:10:59.155" v="0" actId="14100"/>
        <pc:sldMkLst>
          <pc:docMk/>
          <pc:sldMk cId="710290067" sldId="385"/>
        </pc:sldMkLst>
        <pc:spChg chg="mod">
          <ac:chgData name="Vivek Singh" userId="c68ea14e-6d0d-471c-9eea-973d333809dc" providerId="ADAL" clId="{1460B416-BCBC-4C9D-88B3-5CA0070D3593}" dt="2025-08-05T07:10:59.155" v="0" actId="14100"/>
          <ac:spMkLst>
            <pc:docMk/>
            <pc:sldMk cId="710290067" sldId="385"/>
            <ac:spMk id="2" creationId="{84592BC7-26FA-78AB-7950-8085B6D3F25A}"/>
          </ac:spMkLst>
        </pc:spChg>
      </pc:sldChg>
      <pc:sldChg chg="del">
        <pc:chgData name="Vivek Singh" userId="c68ea14e-6d0d-471c-9eea-973d333809dc" providerId="ADAL" clId="{1460B416-BCBC-4C9D-88B3-5CA0070D3593}" dt="2025-08-05T07:16:07.628" v="2" actId="47"/>
        <pc:sldMkLst>
          <pc:docMk/>
          <pc:sldMk cId="547390991" sldId="387"/>
        </pc:sldMkLst>
      </pc:sldChg>
      <pc:sldChg chg="modSp mod">
        <pc:chgData name="Vivek Singh" userId="c68ea14e-6d0d-471c-9eea-973d333809dc" providerId="ADAL" clId="{1460B416-BCBC-4C9D-88B3-5CA0070D3593}" dt="2025-08-05T07:16:41.672" v="3" actId="14100"/>
        <pc:sldMkLst>
          <pc:docMk/>
          <pc:sldMk cId="1109232934" sldId="390"/>
        </pc:sldMkLst>
        <pc:spChg chg="mod">
          <ac:chgData name="Vivek Singh" userId="c68ea14e-6d0d-471c-9eea-973d333809dc" providerId="ADAL" clId="{1460B416-BCBC-4C9D-88B3-5CA0070D3593}" dt="2025-08-05T07:16:41.672" v="3" actId="14100"/>
          <ac:spMkLst>
            <pc:docMk/>
            <pc:sldMk cId="1109232934" sldId="390"/>
            <ac:spMk id="2" creationId="{976A12A0-9788-DF6C-5F0B-E7D4B1C44D00}"/>
          </ac:spMkLst>
        </pc:spChg>
      </pc:sldChg>
      <pc:sldChg chg="del">
        <pc:chgData name="Vivek Singh" userId="c68ea14e-6d0d-471c-9eea-973d333809dc" providerId="ADAL" clId="{1460B416-BCBC-4C9D-88B3-5CA0070D3593}" dt="2025-08-05T07:16:07.628" v="2" actId="47"/>
        <pc:sldMkLst>
          <pc:docMk/>
          <pc:sldMk cId="786204691" sldId="396"/>
        </pc:sldMkLst>
      </pc:sldChg>
      <pc:sldChg chg="del">
        <pc:chgData name="Vivek Singh" userId="c68ea14e-6d0d-471c-9eea-973d333809dc" providerId="ADAL" clId="{1460B416-BCBC-4C9D-88B3-5CA0070D3593}" dt="2025-08-05T07:16:07.628" v="2" actId="47"/>
        <pc:sldMkLst>
          <pc:docMk/>
          <pc:sldMk cId="4140783725" sldId="432"/>
        </pc:sldMkLst>
      </pc:sldChg>
      <pc:sldChg chg="del">
        <pc:chgData name="Vivek Singh" userId="c68ea14e-6d0d-471c-9eea-973d333809dc" providerId="ADAL" clId="{1460B416-BCBC-4C9D-88B3-5CA0070D3593}" dt="2025-08-05T07:16:07.628" v="2" actId="47"/>
        <pc:sldMkLst>
          <pc:docMk/>
          <pc:sldMk cId="538021782" sldId="552"/>
        </pc:sldMkLst>
      </pc:sldChg>
      <pc:sldChg chg="del">
        <pc:chgData name="Vivek Singh" userId="c68ea14e-6d0d-471c-9eea-973d333809dc" providerId="ADAL" clId="{1460B416-BCBC-4C9D-88B3-5CA0070D3593}" dt="2025-08-05T07:16:07.628" v="2" actId="47"/>
        <pc:sldMkLst>
          <pc:docMk/>
          <pc:sldMk cId="1088564438" sldId="553"/>
        </pc:sldMkLst>
      </pc:sldChg>
      <pc:sldChg chg="del">
        <pc:chgData name="Vivek Singh" userId="c68ea14e-6d0d-471c-9eea-973d333809dc" providerId="ADAL" clId="{1460B416-BCBC-4C9D-88B3-5CA0070D3593}" dt="2025-08-05T07:16:07.628" v="2" actId="47"/>
        <pc:sldMkLst>
          <pc:docMk/>
          <pc:sldMk cId="1888199731" sldId="554"/>
        </pc:sldMkLst>
      </pc:sldChg>
      <pc:sldChg chg="del">
        <pc:chgData name="Vivek Singh" userId="c68ea14e-6d0d-471c-9eea-973d333809dc" providerId="ADAL" clId="{1460B416-BCBC-4C9D-88B3-5CA0070D3593}" dt="2025-08-05T07:16:07.628" v="2" actId="47"/>
        <pc:sldMkLst>
          <pc:docMk/>
          <pc:sldMk cId="3704803231" sldId="555"/>
        </pc:sldMkLst>
      </pc:sldChg>
      <pc:sldChg chg="del">
        <pc:chgData name="Vivek Singh" userId="c68ea14e-6d0d-471c-9eea-973d333809dc" providerId="ADAL" clId="{1460B416-BCBC-4C9D-88B3-5CA0070D3593}" dt="2025-08-05T07:16:07.628" v="2" actId="47"/>
        <pc:sldMkLst>
          <pc:docMk/>
          <pc:sldMk cId="4034820664" sldId="556"/>
        </pc:sldMkLst>
      </pc:sldChg>
      <pc:sldChg chg="del">
        <pc:chgData name="Vivek Singh" userId="c68ea14e-6d0d-471c-9eea-973d333809dc" providerId="ADAL" clId="{1460B416-BCBC-4C9D-88B3-5CA0070D3593}" dt="2025-08-05T07:16:07.628" v="2" actId="47"/>
        <pc:sldMkLst>
          <pc:docMk/>
          <pc:sldMk cId="908824619" sldId="557"/>
        </pc:sldMkLst>
      </pc:sldChg>
      <pc:sldChg chg="del">
        <pc:chgData name="Vivek Singh" userId="c68ea14e-6d0d-471c-9eea-973d333809dc" providerId="ADAL" clId="{1460B416-BCBC-4C9D-88B3-5CA0070D3593}" dt="2025-08-05T07:16:07.628" v="2" actId="47"/>
        <pc:sldMkLst>
          <pc:docMk/>
          <pc:sldMk cId="456028767" sldId="558"/>
        </pc:sldMkLst>
      </pc:sldChg>
      <pc:sldChg chg="del">
        <pc:chgData name="Vivek Singh" userId="c68ea14e-6d0d-471c-9eea-973d333809dc" providerId="ADAL" clId="{1460B416-BCBC-4C9D-88B3-5CA0070D3593}" dt="2025-08-05T07:16:07.628" v="2" actId="47"/>
        <pc:sldMkLst>
          <pc:docMk/>
          <pc:sldMk cId="1889995796" sldId="559"/>
        </pc:sldMkLst>
      </pc:sldChg>
      <pc:sldChg chg="del">
        <pc:chgData name="Vivek Singh" userId="c68ea14e-6d0d-471c-9eea-973d333809dc" providerId="ADAL" clId="{1460B416-BCBC-4C9D-88B3-5CA0070D3593}" dt="2025-08-05T07:16:07.628" v="2" actId="47"/>
        <pc:sldMkLst>
          <pc:docMk/>
          <pc:sldMk cId="271126583" sldId="560"/>
        </pc:sldMkLst>
      </pc:sldChg>
      <pc:sldChg chg="del">
        <pc:chgData name="Vivek Singh" userId="c68ea14e-6d0d-471c-9eea-973d333809dc" providerId="ADAL" clId="{1460B416-BCBC-4C9D-88B3-5CA0070D3593}" dt="2025-08-05T07:16:07.628" v="2" actId="47"/>
        <pc:sldMkLst>
          <pc:docMk/>
          <pc:sldMk cId="2316276639" sldId="561"/>
        </pc:sldMkLst>
      </pc:sldChg>
      <pc:sldChg chg="del">
        <pc:chgData name="Vivek Singh" userId="c68ea14e-6d0d-471c-9eea-973d333809dc" providerId="ADAL" clId="{1460B416-BCBC-4C9D-88B3-5CA0070D3593}" dt="2025-08-05T07:16:07.628" v="2" actId="47"/>
        <pc:sldMkLst>
          <pc:docMk/>
          <pc:sldMk cId="2400609925" sldId="562"/>
        </pc:sldMkLst>
      </pc:sldChg>
      <pc:sldChg chg="del">
        <pc:chgData name="Vivek Singh" userId="c68ea14e-6d0d-471c-9eea-973d333809dc" providerId="ADAL" clId="{1460B416-BCBC-4C9D-88B3-5CA0070D3593}" dt="2025-08-05T07:16:07.628" v="2" actId="47"/>
        <pc:sldMkLst>
          <pc:docMk/>
          <pc:sldMk cId="766209225" sldId="563"/>
        </pc:sldMkLst>
      </pc:sldChg>
      <pc:sldChg chg="delSp mod">
        <pc:chgData name="Vivek Singh" userId="c68ea14e-6d0d-471c-9eea-973d333809dc" providerId="ADAL" clId="{1460B416-BCBC-4C9D-88B3-5CA0070D3593}" dt="2025-08-05T07:27:44.372" v="25" actId="478"/>
        <pc:sldMkLst>
          <pc:docMk/>
          <pc:sldMk cId="1526248055" sldId="572"/>
        </pc:sldMkLst>
      </pc:sldChg>
      <pc:sldChg chg="modSp mod">
        <pc:chgData name="Vivek Singh" userId="c68ea14e-6d0d-471c-9eea-973d333809dc" providerId="ADAL" clId="{1460B416-BCBC-4C9D-88B3-5CA0070D3593}" dt="2025-08-05T09:43:38.552" v="206" actId="20577"/>
        <pc:sldMkLst>
          <pc:docMk/>
          <pc:sldMk cId="1568168354" sldId="573"/>
        </pc:sldMkLst>
        <pc:spChg chg="mod">
          <ac:chgData name="Vivek Singh" userId="c68ea14e-6d0d-471c-9eea-973d333809dc" providerId="ADAL" clId="{1460B416-BCBC-4C9D-88B3-5CA0070D3593}" dt="2025-08-05T09:43:38.552" v="206" actId="20577"/>
          <ac:spMkLst>
            <pc:docMk/>
            <pc:sldMk cId="1568168354" sldId="573"/>
            <ac:spMk id="5" creationId="{5F2D87DB-5C9F-58B5-C22E-C33221A26C3B}"/>
          </ac:spMkLst>
        </pc:spChg>
      </pc:sldChg>
      <pc:sldChg chg="addSp delSp modSp mod">
        <pc:chgData name="Vivek Singh" userId="c68ea14e-6d0d-471c-9eea-973d333809dc" providerId="ADAL" clId="{1460B416-BCBC-4C9D-88B3-5CA0070D3593}" dt="2025-08-05T09:44:05.023" v="224"/>
        <pc:sldMkLst>
          <pc:docMk/>
          <pc:sldMk cId="4067749012" sldId="574"/>
        </pc:sldMkLst>
        <pc:spChg chg="add mod">
          <ac:chgData name="Vivek Singh" userId="c68ea14e-6d0d-471c-9eea-973d333809dc" providerId="ADAL" clId="{1460B416-BCBC-4C9D-88B3-5CA0070D3593}" dt="2025-08-05T09:44:05.023" v="222"/>
          <ac:spMkLst>
            <pc:docMk/>
            <pc:sldMk cId="4067749012" sldId="574"/>
            <ac:spMk id="3" creationId="{FC870B4E-3563-EF84-651B-CB356BB62432}"/>
          </ac:spMkLst>
        </pc:spChg>
        <pc:spChg chg="mod">
          <ac:chgData name="Vivek Singh" userId="c68ea14e-6d0d-471c-9eea-973d333809dc" providerId="ADAL" clId="{1460B416-BCBC-4C9D-88B3-5CA0070D3593}" dt="2025-08-05T09:43:56.523" v="207"/>
          <ac:spMkLst>
            <pc:docMk/>
            <pc:sldMk cId="4067749012" sldId="574"/>
            <ac:spMk id="5" creationId="{7863A89C-727C-A42D-A2D7-8B7C37C86AC0}"/>
          </ac:spMkLst>
        </pc:spChg>
      </pc:sldChg>
      <pc:sldChg chg="addSp delSp modSp mod">
        <pc:chgData name="Vivek Singh" userId="c68ea14e-6d0d-471c-9eea-973d333809dc" providerId="ADAL" clId="{1460B416-BCBC-4C9D-88B3-5CA0070D3593}" dt="2025-08-05T09:44:16.542" v="242"/>
        <pc:sldMkLst>
          <pc:docMk/>
          <pc:sldMk cId="2169430196" sldId="575"/>
        </pc:sldMkLst>
        <pc:spChg chg="add mod">
          <ac:chgData name="Vivek Singh" userId="c68ea14e-6d0d-471c-9eea-973d333809dc" providerId="ADAL" clId="{1460B416-BCBC-4C9D-88B3-5CA0070D3593}" dt="2025-08-05T09:44:16.533" v="240"/>
          <ac:spMkLst>
            <pc:docMk/>
            <pc:sldMk cId="2169430196" sldId="575"/>
            <ac:spMk id="3" creationId="{2BD23F23-3FBC-6278-DB7F-28B7B9720797}"/>
          </ac:spMkLst>
        </pc:spChg>
        <pc:spChg chg="mod">
          <ac:chgData name="Vivek Singh" userId="c68ea14e-6d0d-471c-9eea-973d333809dc" providerId="ADAL" clId="{1460B416-BCBC-4C9D-88B3-5CA0070D3593}" dt="2025-08-05T09:44:11.246" v="225"/>
          <ac:spMkLst>
            <pc:docMk/>
            <pc:sldMk cId="2169430196" sldId="575"/>
            <ac:spMk id="5" creationId="{88CE84AC-9DF6-96A7-E9F5-B58E1438F8C4}"/>
          </ac:spMkLst>
        </pc:spChg>
        <pc:spChg chg="mod">
          <ac:chgData name="Vivek Singh" userId="c68ea14e-6d0d-471c-9eea-973d333809dc" providerId="ADAL" clId="{1460B416-BCBC-4C9D-88B3-5CA0070D3593}" dt="2025-08-05T07:23:12.494" v="6" actId="20577"/>
          <ac:spMkLst>
            <pc:docMk/>
            <pc:sldMk cId="2169430196" sldId="575"/>
            <ac:spMk id="22" creationId="{B1C1E85C-6241-A700-F9B0-FCE0A3EA359A}"/>
          </ac:spMkLst>
        </pc:spChg>
      </pc:sldChg>
      <pc:sldChg chg="addSp delSp modSp mod">
        <pc:chgData name="Vivek Singh" userId="c68ea14e-6d0d-471c-9eea-973d333809dc" providerId="ADAL" clId="{1460B416-BCBC-4C9D-88B3-5CA0070D3593}" dt="2025-08-05T09:44:28.960" v="260"/>
        <pc:sldMkLst>
          <pc:docMk/>
          <pc:sldMk cId="1260877461" sldId="576"/>
        </pc:sldMkLst>
        <pc:spChg chg="mod">
          <ac:chgData name="Vivek Singh" userId="c68ea14e-6d0d-471c-9eea-973d333809dc" providerId="ADAL" clId="{1460B416-BCBC-4C9D-88B3-5CA0070D3593}" dt="2025-08-05T09:44:23.084" v="243"/>
          <ac:spMkLst>
            <pc:docMk/>
            <pc:sldMk cId="1260877461" sldId="576"/>
            <ac:spMk id="5" creationId="{759AA943-BFD3-B0E1-AEA1-3D2C5507405B}"/>
          </ac:spMkLst>
        </pc:spChg>
        <pc:spChg chg="mod">
          <ac:chgData name="Vivek Singh" userId="c68ea14e-6d0d-471c-9eea-973d333809dc" providerId="ADAL" clId="{1460B416-BCBC-4C9D-88B3-5CA0070D3593}" dt="2025-08-05T09:44:28.960" v="258"/>
          <ac:spMkLst>
            <pc:docMk/>
            <pc:sldMk cId="1260877461" sldId="576"/>
            <ac:spMk id="24" creationId="{D46773DD-79C6-DD59-59CB-807C0CA65053}"/>
          </ac:spMkLst>
        </pc:spChg>
      </pc:sldChg>
      <pc:sldChg chg="addSp delSp modSp mod">
        <pc:chgData name="Vivek Singh" userId="c68ea14e-6d0d-471c-9eea-973d333809dc" providerId="ADAL" clId="{1460B416-BCBC-4C9D-88B3-5CA0070D3593}" dt="2025-08-05T09:44:45.129" v="278"/>
        <pc:sldMkLst>
          <pc:docMk/>
          <pc:sldMk cId="2983227444" sldId="577"/>
        </pc:sldMkLst>
        <pc:spChg chg="mod">
          <ac:chgData name="Vivek Singh" userId="c68ea14e-6d0d-471c-9eea-973d333809dc" providerId="ADAL" clId="{1460B416-BCBC-4C9D-88B3-5CA0070D3593}" dt="2025-08-05T09:44:39.177" v="261"/>
          <ac:spMkLst>
            <pc:docMk/>
            <pc:sldMk cId="2983227444" sldId="577"/>
            <ac:spMk id="5" creationId="{46B06680-CF1E-173C-FB3F-CD912EDBC92F}"/>
          </ac:spMkLst>
        </pc:spChg>
        <pc:spChg chg="mod">
          <ac:chgData name="Vivek Singh" userId="c68ea14e-6d0d-471c-9eea-973d333809dc" providerId="ADAL" clId="{1460B416-BCBC-4C9D-88B3-5CA0070D3593}" dt="2025-08-05T09:44:45.124" v="276"/>
          <ac:spMkLst>
            <pc:docMk/>
            <pc:sldMk cId="2983227444" sldId="577"/>
            <ac:spMk id="24" creationId="{486FA0A7-0499-AD12-3F9B-8DA45ADE744D}"/>
          </ac:spMkLst>
        </pc:spChg>
      </pc:sldChg>
      <pc:sldChg chg="addSp delSp modSp mod">
        <pc:chgData name="Vivek Singh" userId="c68ea14e-6d0d-471c-9eea-973d333809dc" providerId="ADAL" clId="{1460B416-BCBC-4C9D-88B3-5CA0070D3593}" dt="2025-08-05T09:44:55.174" v="296"/>
        <pc:sldMkLst>
          <pc:docMk/>
          <pc:sldMk cId="546748144" sldId="578"/>
        </pc:sldMkLst>
        <pc:spChg chg="mod">
          <ac:chgData name="Vivek Singh" userId="c68ea14e-6d0d-471c-9eea-973d333809dc" providerId="ADAL" clId="{1460B416-BCBC-4C9D-88B3-5CA0070D3593}" dt="2025-08-05T09:38:17.058" v="128"/>
          <ac:spMkLst>
            <pc:docMk/>
            <pc:sldMk cId="546748144" sldId="578"/>
            <ac:spMk id="3" creationId="{637A87B7-2080-230A-0FE8-F8608B1B5014}"/>
          </ac:spMkLst>
        </pc:spChg>
        <pc:spChg chg="mod">
          <ac:chgData name="Vivek Singh" userId="c68ea14e-6d0d-471c-9eea-973d333809dc" providerId="ADAL" clId="{1460B416-BCBC-4C9D-88B3-5CA0070D3593}" dt="2025-08-05T09:38:17.058" v="128"/>
          <ac:spMkLst>
            <pc:docMk/>
            <pc:sldMk cId="546748144" sldId="578"/>
            <ac:spMk id="4" creationId="{D5FE0AC6-ABD0-9040-8ECD-60E6999A8A6D}"/>
          </ac:spMkLst>
        </pc:spChg>
        <pc:spChg chg="mod">
          <ac:chgData name="Vivek Singh" userId="c68ea14e-6d0d-471c-9eea-973d333809dc" providerId="ADAL" clId="{1460B416-BCBC-4C9D-88B3-5CA0070D3593}" dt="2025-08-05T09:44:50.565" v="279"/>
          <ac:spMkLst>
            <pc:docMk/>
            <pc:sldMk cId="546748144" sldId="578"/>
            <ac:spMk id="5" creationId="{08C413DC-FD2B-BA64-3B5C-D8ECFC22802F}"/>
          </ac:spMkLst>
        </pc:spChg>
        <pc:spChg chg="mod">
          <ac:chgData name="Vivek Singh" userId="c68ea14e-6d0d-471c-9eea-973d333809dc" providerId="ADAL" clId="{1460B416-BCBC-4C9D-88B3-5CA0070D3593}" dt="2025-08-05T09:38:17.058" v="128"/>
          <ac:spMkLst>
            <pc:docMk/>
            <pc:sldMk cId="546748144" sldId="578"/>
            <ac:spMk id="7" creationId="{DF4B00B0-6B1E-D4CD-815B-3B2DA54D310B}"/>
          </ac:spMkLst>
        </pc:spChg>
        <pc:spChg chg="mod">
          <ac:chgData name="Vivek Singh" userId="c68ea14e-6d0d-471c-9eea-973d333809dc" providerId="ADAL" clId="{1460B416-BCBC-4C9D-88B3-5CA0070D3593}" dt="2025-08-05T09:38:17.058" v="128"/>
          <ac:spMkLst>
            <pc:docMk/>
            <pc:sldMk cId="546748144" sldId="578"/>
            <ac:spMk id="8" creationId="{72493E9F-DB59-58E1-81C7-4B5D66D733E8}"/>
          </ac:spMkLst>
        </pc:spChg>
        <pc:spChg chg="add del mod">
          <ac:chgData name="Vivek Singh" userId="c68ea14e-6d0d-471c-9eea-973d333809dc" providerId="ADAL" clId="{1460B416-BCBC-4C9D-88B3-5CA0070D3593}" dt="2025-08-05T09:42:41.930" v="167" actId="1076"/>
          <ac:spMkLst>
            <pc:docMk/>
            <pc:sldMk cId="546748144" sldId="578"/>
            <ac:spMk id="9" creationId="{91A5C074-9E6B-7D59-811D-5431D136EDB6}"/>
          </ac:spMkLst>
        </pc:spChg>
        <pc:spChg chg="mod">
          <ac:chgData name="Vivek Singh" userId="c68ea14e-6d0d-471c-9eea-973d333809dc" providerId="ADAL" clId="{1460B416-BCBC-4C9D-88B3-5CA0070D3593}" dt="2025-08-05T09:41:35.566" v="159" actId="1076"/>
          <ac:spMkLst>
            <pc:docMk/>
            <pc:sldMk cId="546748144" sldId="578"/>
            <ac:spMk id="21" creationId="{D8A124F5-C40D-A93C-637B-19345AE9CAA4}"/>
          </ac:spMkLst>
        </pc:spChg>
        <pc:spChg chg="mod">
          <ac:chgData name="Vivek Singh" userId="c68ea14e-6d0d-471c-9eea-973d333809dc" providerId="ADAL" clId="{1460B416-BCBC-4C9D-88B3-5CA0070D3593}" dt="2025-08-05T09:44:55.174" v="294"/>
          <ac:spMkLst>
            <pc:docMk/>
            <pc:sldMk cId="546748144" sldId="578"/>
            <ac:spMk id="24" creationId="{894D8EB8-C812-6AD0-2417-BE2E1814B665}"/>
          </ac:spMkLst>
        </pc:spChg>
        <pc:spChg chg="mod">
          <ac:chgData name="Vivek Singh" userId="c68ea14e-6d0d-471c-9eea-973d333809dc" providerId="ADAL" clId="{1460B416-BCBC-4C9D-88B3-5CA0070D3593}" dt="2025-08-05T09:41:30.960" v="158" actId="1076"/>
          <ac:spMkLst>
            <pc:docMk/>
            <pc:sldMk cId="546748144" sldId="578"/>
            <ac:spMk id="35" creationId="{81C0FC96-EE03-4FC6-DFA1-A6D5736011DF}"/>
          </ac:spMkLst>
        </pc:spChg>
        <pc:spChg chg="mod">
          <ac:chgData name="Vivek Singh" userId="c68ea14e-6d0d-471c-9eea-973d333809dc" providerId="ADAL" clId="{1460B416-BCBC-4C9D-88B3-5CA0070D3593}" dt="2025-08-05T09:40:12.823" v="152" actId="1076"/>
          <ac:spMkLst>
            <pc:docMk/>
            <pc:sldMk cId="546748144" sldId="578"/>
            <ac:spMk id="36" creationId="{F5A1FA2F-416D-A3A9-0BD6-9584F7F354E6}"/>
          </ac:spMkLst>
        </pc:spChg>
        <pc:grpChg chg="add del mod">
          <ac:chgData name="Vivek Singh" userId="c68ea14e-6d0d-471c-9eea-973d333809dc" providerId="ADAL" clId="{1460B416-BCBC-4C9D-88B3-5CA0070D3593}" dt="2025-08-05T09:40:18.503" v="153" actId="1076"/>
          <ac:grpSpMkLst>
            <pc:docMk/>
            <pc:sldMk cId="546748144" sldId="578"/>
            <ac:grpSpMk id="2" creationId="{E552AF01-A4F3-A4C4-865A-C8F441BA2307}"/>
          </ac:grpSpMkLst>
        </pc:grpChg>
        <pc:grpChg chg="add del mod">
          <ac:chgData name="Vivek Singh" userId="c68ea14e-6d0d-471c-9eea-973d333809dc" providerId="ADAL" clId="{1460B416-BCBC-4C9D-88B3-5CA0070D3593}" dt="2025-08-05T09:42:15.932" v="163" actId="1076"/>
          <ac:grpSpMkLst>
            <pc:docMk/>
            <pc:sldMk cId="546748144" sldId="578"/>
            <ac:grpSpMk id="6" creationId="{9744DCC1-FC41-6580-F5E1-18C9122DC445}"/>
          </ac:grpSpMkLst>
        </pc:grpChg>
      </pc:sldChg>
      <pc:sldChg chg="addSp delSp modSp mod">
        <pc:chgData name="Vivek Singh" userId="c68ea14e-6d0d-471c-9eea-973d333809dc" providerId="ADAL" clId="{1460B416-BCBC-4C9D-88B3-5CA0070D3593}" dt="2025-08-05T09:45:07.521" v="314"/>
        <pc:sldMkLst>
          <pc:docMk/>
          <pc:sldMk cId="1533788130" sldId="579"/>
        </pc:sldMkLst>
        <pc:spChg chg="mod">
          <ac:chgData name="Vivek Singh" userId="c68ea14e-6d0d-471c-9eea-973d333809dc" providerId="ADAL" clId="{1460B416-BCBC-4C9D-88B3-5CA0070D3593}" dt="2025-08-05T09:45:01.111" v="297"/>
          <ac:spMkLst>
            <pc:docMk/>
            <pc:sldMk cId="1533788130" sldId="579"/>
            <ac:spMk id="5" creationId="{7F9EBA44-69EF-6237-E0F7-C3477FE2DADB}"/>
          </ac:spMkLst>
        </pc:spChg>
        <pc:spChg chg="mod">
          <ac:chgData name="Vivek Singh" userId="c68ea14e-6d0d-471c-9eea-973d333809dc" providerId="ADAL" clId="{1460B416-BCBC-4C9D-88B3-5CA0070D3593}" dt="2025-08-05T09:45:07.506" v="312"/>
          <ac:spMkLst>
            <pc:docMk/>
            <pc:sldMk cId="1533788130" sldId="579"/>
            <ac:spMk id="24" creationId="{D11EDBC0-C72A-9D5C-AA52-CCB22DDD59A9}"/>
          </ac:spMkLst>
        </pc:spChg>
      </pc:sldChg>
      <pc:sldChg chg="modSp mod">
        <pc:chgData name="Vivek Singh" userId="c68ea14e-6d0d-471c-9eea-973d333809dc" providerId="ADAL" clId="{1460B416-BCBC-4C9D-88B3-5CA0070D3593}" dt="2025-08-05T09:47:11.906" v="317" actId="1076"/>
        <pc:sldMkLst>
          <pc:docMk/>
          <pc:sldMk cId="4121883734" sldId="581"/>
        </pc:sldMkLst>
        <pc:spChg chg="mod">
          <ac:chgData name="Vivek Singh" userId="c68ea14e-6d0d-471c-9eea-973d333809dc" providerId="ADAL" clId="{1460B416-BCBC-4C9D-88B3-5CA0070D3593}" dt="2025-08-05T09:46:25.821" v="316" actId="1076"/>
          <ac:spMkLst>
            <pc:docMk/>
            <pc:sldMk cId="4121883734" sldId="581"/>
            <ac:spMk id="76" creationId="{6C02EB6D-8624-52E0-4698-066565C94BC0}"/>
          </ac:spMkLst>
        </pc:spChg>
        <pc:spChg chg="mod">
          <ac:chgData name="Vivek Singh" userId="c68ea14e-6d0d-471c-9eea-973d333809dc" providerId="ADAL" clId="{1460B416-BCBC-4C9D-88B3-5CA0070D3593}" dt="2025-08-05T09:46:25.821" v="316" actId="1076"/>
          <ac:spMkLst>
            <pc:docMk/>
            <pc:sldMk cId="4121883734" sldId="581"/>
            <ac:spMk id="78" creationId="{4C35CB68-D4AC-D80F-7FDE-6DF11E22F2A9}"/>
          </ac:spMkLst>
        </pc:spChg>
        <pc:spChg chg="mod">
          <ac:chgData name="Vivek Singh" userId="c68ea14e-6d0d-471c-9eea-973d333809dc" providerId="ADAL" clId="{1460B416-BCBC-4C9D-88B3-5CA0070D3593}" dt="2025-08-05T09:46:25.821" v="316" actId="1076"/>
          <ac:spMkLst>
            <pc:docMk/>
            <pc:sldMk cId="4121883734" sldId="581"/>
            <ac:spMk id="79" creationId="{2EB5E393-94ED-44B3-CA06-619C63863703}"/>
          </ac:spMkLst>
        </pc:spChg>
        <pc:spChg chg="mod">
          <ac:chgData name="Vivek Singh" userId="c68ea14e-6d0d-471c-9eea-973d333809dc" providerId="ADAL" clId="{1460B416-BCBC-4C9D-88B3-5CA0070D3593}" dt="2025-08-05T09:46:25.821" v="316" actId="1076"/>
          <ac:spMkLst>
            <pc:docMk/>
            <pc:sldMk cId="4121883734" sldId="581"/>
            <ac:spMk id="80" creationId="{C49E950D-B288-C772-75AE-476037FA363C}"/>
          </ac:spMkLst>
        </pc:spChg>
        <pc:grpChg chg="mod">
          <ac:chgData name="Vivek Singh" userId="c68ea14e-6d0d-471c-9eea-973d333809dc" providerId="ADAL" clId="{1460B416-BCBC-4C9D-88B3-5CA0070D3593}" dt="2025-08-05T09:46:25.821" v="316" actId="1076"/>
          <ac:grpSpMkLst>
            <pc:docMk/>
            <pc:sldMk cId="4121883734" sldId="581"/>
            <ac:grpSpMk id="64" creationId="{18F6EDB6-A372-5946-AC75-B97E0C85EC42}"/>
          </ac:grpSpMkLst>
        </pc:grpChg>
        <pc:grpChg chg="mod">
          <ac:chgData name="Vivek Singh" userId="c68ea14e-6d0d-471c-9eea-973d333809dc" providerId="ADAL" clId="{1460B416-BCBC-4C9D-88B3-5CA0070D3593}" dt="2025-08-05T09:46:25.821" v="316" actId="1076"/>
          <ac:grpSpMkLst>
            <pc:docMk/>
            <pc:sldMk cId="4121883734" sldId="581"/>
            <ac:grpSpMk id="67" creationId="{067A387C-25C9-ACAB-5F50-DC414810D843}"/>
          </ac:grpSpMkLst>
        </pc:grpChg>
        <pc:grpChg chg="mod">
          <ac:chgData name="Vivek Singh" userId="c68ea14e-6d0d-471c-9eea-973d333809dc" providerId="ADAL" clId="{1460B416-BCBC-4C9D-88B3-5CA0070D3593}" dt="2025-08-05T09:46:25.821" v="316" actId="1076"/>
          <ac:grpSpMkLst>
            <pc:docMk/>
            <pc:sldMk cId="4121883734" sldId="581"/>
            <ac:grpSpMk id="70" creationId="{961363CC-58D4-B2F8-EA47-614A356343CC}"/>
          </ac:grpSpMkLst>
        </pc:grpChg>
        <pc:grpChg chg="mod">
          <ac:chgData name="Vivek Singh" userId="c68ea14e-6d0d-471c-9eea-973d333809dc" providerId="ADAL" clId="{1460B416-BCBC-4C9D-88B3-5CA0070D3593}" dt="2025-08-05T09:46:25.821" v="316" actId="1076"/>
          <ac:grpSpMkLst>
            <pc:docMk/>
            <pc:sldMk cId="4121883734" sldId="581"/>
            <ac:grpSpMk id="73" creationId="{9B495966-EFB8-6EFC-D734-9C240C5BDE19}"/>
          </ac:grpSpMkLst>
        </pc:grpChg>
      </pc:sldChg>
      <pc:sldChg chg="modSp mod">
        <pc:chgData name="Vivek Singh" userId="c68ea14e-6d0d-471c-9eea-973d333809dc" providerId="ADAL" clId="{1460B416-BCBC-4C9D-88B3-5CA0070D3593}" dt="2025-08-05T09:48:13.630" v="321" actId="1076"/>
        <pc:sldMkLst>
          <pc:docMk/>
          <pc:sldMk cId="3913622703" sldId="583"/>
        </pc:sldMkLst>
        <pc:spChg chg="mod">
          <ac:chgData name="Vivek Singh" userId="c68ea14e-6d0d-471c-9eea-973d333809dc" providerId="ADAL" clId="{1460B416-BCBC-4C9D-88B3-5CA0070D3593}" dt="2025-08-05T09:47:57.686" v="320" actId="1076"/>
          <ac:spMkLst>
            <pc:docMk/>
            <pc:sldMk cId="3913622703" sldId="583"/>
            <ac:spMk id="2" creationId="{C3AFEE31-4B30-1A3B-0B44-EA1BFDDA605F}"/>
          </ac:spMkLst>
        </pc:spChg>
        <pc:spChg chg="mod">
          <ac:chgData name="Vivek Singh" userId="c68ea14e-6d0d-471c-9eea-973d333809dc" providerId="ADAL" clId="{1460B416-BCBC-4C9D-88B3-5CA0070D3593}" dt="2025-08-05T09:48:13.630" v="321" actId="1076"/>
          <ac:spMkLst>
            <pc:docMk/>
            <pc:sldMk cId="3913622703" sldId="583"/>
            <ac:spMk id="63" creationId="{AC275CCF-A699-AB40-180C-431EBE8F4BAB}"/>
          </ac:spMkLst>
        </pc:spChg>
        <pc:spChg chg="mod">
          <ac:chgData name="Vivek Singh" userId="c68ea14e-6d0d-471c-9eea-973d333809dc" providerId="ADAL" clId="{1460B416-BCBC-4C9D-88B3-5CA0070D3593}" dt="2025-08-05T09:48:13.630" v="321" actId="1076"/>
          <ac:spMkLst>
            <pc:docMk/>
            <pc:sldMk cId="3913622703" sldId="583"/>
            <ac:spMk id="64" creationId="{081FD84B-4678-728E-185A-62D81353113F}"/>
          </ac:spMkLst>
        </pc:spChg>
        <pc:spChg chg="mod">
          <ac:chgData name="Vivek Singh" userId="c68ea14e-6d0d-471c-9eea-973d333809dc" providerId="ADAL" clId="{1460B416-BCBC-4C9D-88B3-5CA0070D3593}" dt="2025-08-05T09:48:13.630" v="321" actId="1076"/>
          <ac:spMkLst>
            <pc:docMk/>
            <pc:sldMk cId="3913622703" sldId="583"/>
            <ac:spMk id="65" creationId="{679869FD-D4F6-99D6-EFBC-D5A34F01B778}"/>
          </ac:spMkLst>
        </pc:spChg>
        <pc:spChg chg="mod">
          <ac:chgData name="Vivek Singh" userId="c68ea14e-6d0d-471c-9eea-973d333809dc" providerId="ADAL" clId="{1460B416-BCBC-4C9D-88B3-5CA0070D3593}" dt="2025-08-05T09:48:13.630" v="321" actId="1076"/>
          <ac:spMkLst>
            <pc:docMk/>
            <pc:sldMk cId="3913622703" sldId="583"/>
            <ac:spMk id="66" creationId="{A42E4219-9F0B-3F86-67CA-97A3E23CD0CC}"/>
          </ac:spMkLst>
        </pc:spChg>
        <pc:spChg chg="mod">
          <ac:chgData name="Vivek Singh" userId="c68ea14e-6d0d-471c-9eea-973d333809dc" providerId="ADAL" clId="{1460B416-BCBC-4C9D-88B3-5CA0070D3593}" dt="2025-08-05T09:48:13.630" v="321" actId="1076"/>
          <ac:spMkLst>
            <pc:docMk/>
            <pc:sldMk cId="3913622703" sldId="583"/>
            <ac:spMk id="67" creationId="{F21D76A0-860C-EC7A-C2C9-2EE72552958B}"/>
          </ac:spMkLst>
        </pc:spChg>
        <pc:grpChg chg="mod">
          <ac:chgData name="Vivek Singh" userId="c68ea14e-6d0d-471c-9eea-973d333809dc" providerId="ADAL" clId="{1460B416-BCBC-4C9D-88B3-5CA0070D3593}" dt="2025-08-05T09:48:13.630" v="321" actId="1076"/>
          <ac:grpSpMkLst>
            <pc:docMk/>
            <pc:sldMk cId="3913622703" sldId="583"/>
            <ac:grpSpMk id="20" creationId="{B8B776E9-1807-79E0-EA17-BAB4C0D632EA}"/>
          </ac:grpSpMkLst>
        </pc:grpChg>
        <pc:grpChg chg="mod">
          <ac:chgData name="Vivek Singh" userId="c68ea14e-6d0d-471c-9eea-973d333809dc" providerId="ADAL" clId="{1460B416-BCBC-4C9D-88B3-5CA0070D3593}" dt="2025-08-05T09:48:13.630" v="321" actId="1076"/>
          <ac:grpSpMkLst>
            <pc:docMk/>
            <pc:sldMk cId="3913622703" sldId="583"/>
            <ac:grpSpMk id="23" creationId="{DEC12839-9123-EABD-C166-62EBB27B8483}"/>
          </ac:grpSpMkLst>
        </pc:grpChg>
        <pc:grpChg chg="mod">
          <ac:chgData name="Vivek Singh" userId="c68ea14e-6d0d-471c-9eea-973d333809dc" providerId="ADAL" clId="{1460B416-BCBC-4C9D-88B3-5CA0070D3593}" dt="2025-08-05T09:48:13.630" v="321" actId="1076"/>
          <ac:grpSpMkLst>
            <pc:docMk/>
            <pc:sldMk cId="3913622703" sldId="583"/>
            <ac:grpSpMk id="38" creationId="{B0ADE5A8-A841-217C-78A8-28038A98CA4C}"/>
          </ac:grpSpMkLst>
        </pc:grpChg>
        <pc:grpChg chg="mod">
          <ac:chgData name="Vivek Singh" userId="c68ea14e-6d0d-471c-9eea-973d333809dc" providerId="ADAL" clId="{1460B416-BCBC-4C9D-88B3-5CA0070D3593}" dt="2025-08-05T09:48:13.630" v="321" actId="1076"/>
          <ac:grpSpMkLst>
            <pc:docMk/>
            <pc:sldMk cId="3913622703" sldId="583"/>
            <ac:grpSpMk id="48" creationId="{F7F39D61-F02D-F613-2E90-405725400A29}"/>
          </ac:grpSpMkLst>
        </pc:grpChg>
        <pc:grpChg chg="mod">
          <ac:chgData name="Vivek Singh" userId="c68ea14e-6d0d-471c-9eea-973d333809dc" providerId="ADAL" clId="{1460B416-BCBC-4C9D-88B3-5CA0070D3593}" dt="2025-08-05T09:48:13.630" v="321" actId="1076"/>
          <ac:grpSpMkLst>
            <pc:docMk/>
            <pc:sldMk cId="3913622703" sldId="583"/>
            <ac:grpSpMk id="53" creationId="{8CAD331C-9B03-530B-6BCD-692BD60ED779}"/>
          </ac:grpSpMkLst>
        </pc:grpChg>
      </pc:sldChg>
      <pc:sldChg chg="addSp delSp modSp mod">
        <pc:chgData name="Vivek Singh" userId="c68ea14e-6d0d-471c-9eea-973d333809dc" providerId="ADAL" clId="{1460B416-BCBC-4C9D-88B3-5CA0070D3593}" dt="2025-08-05T10:18:42.906" v="398" actId="1036"/>
        <pc:sldMkLst>
          <pc:docMk/>
          <pc:sldMk cId="4079619134" sldId="584"/>
        </pc:sldMkLst>
        <pc:spChg chg="mod">
          <ac:chgData name="Vivek Singh" userId="c68ea14e-6d0d-471c-9eea-973d333809dc" providerId="ADAL" clId="{1460B416-BCBC-4C9D-88B3-5CA0070D3593}" dt="2025-08-05T10:18:42.906" v="398" actId="1036"/>
          <ac:spMkLst>
            <pc:docMk/>
            <pc:sldMk cId="4079619134" sldId="584"/>
            <ac:spMk id="5" creationId="{9EF90A3B-76A6-4EB0-CA0F-B8AFF28F9A0E}"/>
          </ac:spMkLst>
        </pc:spChg>
        <pc:spChg chg="mod">
          <ac:chgData name="Vivek Singh" userId="c68ea14e-6d0d-471c-9eea-973d333809dc" providerId="ADAL" clId="{1460B416-BCBC-4C9D-88B3-5CA0070D3593}" dt="2025-08-05T09:49:23.316" v="328" actId="122"/>
          <ac:spMkLst>
            <pc:docMk/>
            <pc:sldMk cId="4079619134" sldId="584"/>
            <ac:spMk id="15" creationId="{789CB246-6294-91C1-B693-D4F6C2D41CC1}"/>
          </ac:spMkLst>
        </pc:spChg>
        <pc:spChg chg="mod">
          <ac:chgData name="Vivek Singh" userId="c68ea14e-6d0d-471c-9eea-973d333809dc" providerId="ADAL" clId="{1460B416-BCBC-4C9D-88B3-5CA0070D3593}" dt="2025-08-05T09:49:31.558" v="331" actId="1076"/>
          <ac:spMkLst>
            <pc:docMk/>
            <pc:sldMk cId="4079619134" sldId="584"/>
            <ac:spMk id="23" creationId="{4C662CE7-0955-F596-DF5D-3A87EA25C1CB}"/>
          </ac:spMkLst>
        </pc:spChg>
        <pc:spChg chg="mod">
          <ac:chgData name="Vivek Singh" userId="c68ea14e-6d0d-471c-9eea-973d333809dc" providerId="ADAL" clId="{1460B416-BCBC-4C9D-88B3-5CA0070D3593}" dt="2025-08-05T10:17:25.407" v="395"/>
          <ac:spMkLst>
            <pc:docMk/>
            <pc:sldMk cId="4079619134" sldId="584"/>
            <ac:spMk id="24" creationId="{53835EBE-8530-2D08-AE99-10336EEF5344}"/>
          </ac:spMkLst>
        </pc:spChg>
        <pc:grpChg chg="mod">
          <ac:chgData name="Vivek Singh" userId="c68ea14e-6d0d-471c-9eea-973d333809dc" providerId="ADAL" clId="{1460B416-BCBC-4C9D-88B3-5CA0070D3593}" dt="2025-08-05T09:49:39.256" v="332" actId="1076"/>
          <ac:grpSpMkLst>
            <pc:docMk/>
            <pc:sldMk cId="4079619134" sldId="584"/>
            <ac:grpSpMk id="11" creationId="{D3E6574D-4D47-EDD5-9B6B-46EDFAB5A064}"/>
          </ac:grpSpMkLst>
        </pc:grpChg>
        <pc:grpChg chg="mod">
          <ac:chgData name="Vivek Singh" userId="c68ea14e-6d0d-471c-9eea-973d333809dc" providerId="ADAL" clId="{1460B416-BCBC-4C9D-88B3-5CA0070D3593}" dt="2025-08-05T09:49:39.256" v="332" actId="1076"/>
          <ac:grpSpMkLst>
            <pc:docMk/>
            <pc:sldMk cId="4079619134" sldId="584"/>
            <ac:grpSpMk id="19" creationId="{EBC0A190-9C64-C8B7-CDF3-F7FB4240C68C}"/>
          </ac:grpSpMkLst>
        </pc:grpChg>
      </pc:sldChg>
      <pc:sldChg chg="modSp mod modNotesTx">
        <pc:chgData name="Vivek Singh" userId="c68ea14e-6d0d-471c-9eea-973d333809dc" providerId="ADAL" clId="{1460B416-BCBC-4C9D-88B3-5CA0070D3593}" dt="2025-08-05T10:01:55.780" v="364" actId="20577"/>
        <pc:sldMkLst>
          <pc:docMk/>
          <pc:sldMk cId="649307131" sldId="585"/>
        </pc:sldMkLst>
        <pc:spChg chg="mod">
          <ac:chgData name="Vivek Singh" userId="c68ea14e-6d0d-471c-9eea-973d333809dc" providerId="ADAL" clId="{1460B416-BCBC-4C9D-88B3-5CA0070D3593}" dt="2025-08-05T09:59:10.963" v="361"/>
          <ac:spMkLst>
            <pc:docMk/>
            <pc:sldMk cId="649307131" sldId="585"/>
            <ac:spMk id="2" creationId="{69781DC3-AC2B-6F49-C772-C5F8EA8AE8F6}"/>
          </ac:spMkLst>
        </pc:spChg>
      </pc:sldChg>
      <pc:sldChg chg="delSp modSp mod">
        <pc:chgData name="Vivek Singh" userId="c68ea14e-6d0d-471c-9eea-973d333809dc" providerId="ADAL" clId="{1460B416-BCBC-4C9D-88B3-5CA0070D3593}" dt="2025-08-05T09:50:33.959" v="341" actId="1076"/>
        <pc:sldMkLst>
          <pc:docMk/>
          <pc:sldMk cId="3243860550" sldId="587"/>
        </pc:sldMkLst>
        <pc:spChg chg="mod">
          <ac:chgData name="Vivek Singh" userId="c68ea14e-6d0d-471c-9eea-973d333809dc" providerId="ADAL" clId="{1460B416-BCBC-4C9D-88B3-5CA0070D3593}" dt="2025-08-05T09:50:17.467" v="338" actId="1076"/>
          <ac:spMkLst>
            <pc:docMk/>
            <pc:sldMk cId="3243860550" sldId="587"/>
            <ac:spMk id="15" creationId="{7C435C16-64C2-5421-7B5C-D65BF4C4F3AB}"/>
          </ac:spMkLst>
        </pc:spChg>
        <pc:spChg chg="mod">
          <ac:chgData name="Vivek Singh" userId="c68ea14e-6d0d-471c-9eea-973d333809dc" providerId="ADAL" clId="{1460B416-BCBC-4C9D-88B3-5CA0070D3593}" dt="2025-08-05T09:50:23.799" v="339" actId="1076"/>
          <ac:spMkLst>
            <pc:docMk/>
            <pc:sldMk cId="3243860550" sldId="587"/>
            <ac:spMk id="23" creationId="{3D77BBB4-67D1-92FA-3258-51DE731CE770}"/>
          </ac:spMkLst>
        </pc:spChg>
        <pc:grpChg chg="mod">
          <ac:chgData name="Vivek Singh" userId="c68ea14e-6d0d-471c-9eea-973d333809dc" providerId="ADAL" clId="{1460B416-BCBC-4C9D-88B3-5CA0070D3593}" dt="2025-08-05T09:50:33.959" v="341" actId="1076"/>
          <ac:grpSpMkLst>
            <pc:docMk/>
            <pc:sldMk cId="3243860550" sldId="587"/>
            <ac:grpSpMk id="11" creationId="{65BE899A-F19E-D38A-65FB-0C69EC5B3BEF}"/>
          </ac:grpSpMkLst>
        </pc:grpChg>
        <pc:grpChg chg="mod">
          <ac:chgData name="Vivek Singh" userId="c68ea14e-6d0d-471c-9eea-973d333809dc" providerId="ADAL" clId="{1460B416-BCBC-4C9D-88B3-5CA0070D3593}" dt="2025-08-05T09:50:33.959" v="341" actId="1076"/>
          <ac:grpSpMkLst>
            <pc:docMk/>
            <pc:sldMk cId="3243860550" sldId="587"/>
            <ac:grpSpMk id="19" creationId="{C27E1AAE-3EE3-0EB6-29DC-17B8B9A2D5B5}"/>
          </ac:grpSpMkLst>
        </pc:grpChg>
      </pc:sldChg>
      <pc:sldChg chg="modSp mod">
        <pc:chgData name="Vivek Singh" userId="c68ea14e-6d0d-471c-9eea-973d333809dc" providerId="ADAL" clId="{1460B416-BCBC-4C9D-88B3-5CA0070D3593}" dt="2025-08-05T10:19:41.063" v="430" actId="20577"/>
        <pc:sldMkLst>
          <pc:docMk/>
          <pc:sldMk cId="847163728" sldId="588"/>
        </pc:sldMkLst>
        <pc:spChg chg="mod">
          <ac:chgData name="Vivek Singh" userId="c68ea14e-6d0d-471c-9eea-973d333809dc" providerId="ADAL" clId="{1460B416-BCBC-4C9D-88B3-5CA0070D3593}" dt="2025-08-05T10:07:44.539" v="368" actId="20577"/>
          <ac:spMkLst>
            <pc:docMk/>
            <pc:sldMk cId="847163728" sldId="588"/>
            <ac:spMk id="5" creationId="{B058BF18-73C3-073A-EBB9-EE16EC7E2EF9}"/>
          </ac:spMkLst>
        </pc:spChg>
        <pc:graphicFrameChg chg="mod modGraphic">
          <ac:chgData name="Vivek Singh" userId="c68ea14e-6d0d-471c-9eea-973d333809dc" providerId="ADAL" clId="{1460B416-BCBC-4C9D-88B3-5CA0070D3593}" dt="2025-08-05T10:19:41.063" v="430" actId="20577"/>
          <ac:graphicFrameMkLst>
            <pc:docMk/>
            <pc:sldMk cId="847163728" sldId="588"/>
            <ac:graphicFrameMk id="25" creationId="{0C129F11-060D-589F-83EB-B8EC2C8AEEB6}"/>
          </ac:graphicFrameMkLst>
        </pc:graphicFrameChg>
      </pc:sldChg>
      <pc:sldChg chg="modSp mod">
        <pc:chgData name="Vivek Singh" userId="c68ea14e-6d0d-471c-9eea-973d333809dc" providerId="ADAL" clId="{1460B416-BCBC-4C9D-88B3-5CA0070D3593}" dt="2025-08-05T10:50:36.401" v="452" actId="14100"/>
        <pc:sldMkLst>
          <pc:docMk/>
          <pc:sldMk cId="3221006688" sldId="593"/>
        </pc:sldMkLst>
        <pc:spChg chg="mod">
          <ac:chgData name="Vivek Singh" userId="c68ea14e-6d0d-471c-9eea-973d333809dc" providerId="ADAL" clId="{1460B416-BCBC-4C9D-88B3-5CA0070D3593}" dt="2025-08-05T10:50:00.400" v="448" actId="20577"/>
          <ac:spMkLst>
            <pc:docMk/>
            <pc:sldMk cId="3221006688" sldId="593"/>
            <ac:spMk id="2" creationId="{867AD2FB-899E-424C-5FB2-EAC95A770B31}"/>
          </ac:spMkLst>
        </pc:spChg>
        <pc:spChg chg="mod">
          <ac:chgData name="Vivek Singh" userId="c68ea14e-6d0d-471c-9eea-973d333809dc" providerId="ADAL" clId="{1460B416-BCBC-4C9D-88B3-5CA0070D3593}" dt="2025-08-05T10:50:36.401" v="452" actId="14100"/>
          <ac:spMkLst>
            <pc:docMk/>
            <pc:sldMk cId="3221006688" sldId="593"/>
            <ac:spMk id="3" creationId="{F7E290A2-238A-08BA-B888-0E12406E87DF}"/>
          </ac:spMkLst>
        </pc:spChg>
        <pc:spChg chg="mod">
          <ac:chgData name="Vivek Singh" userId="c68ea14e-6d0d-471c-9eea-973d333809dc" providerId="ADAL" clId="{1460B416-BCBC-4C9D-88B3-5CA0070D3593}" dt="2025-08-05T10:49:26.541" v="442" actId="20577"/>
          <ac:spMkLst>
            <pc:docMk/>
            <pc:sldMk cId="3221006688" sldId="593"/>
            <ac:spMk id="5" creationId="{ABEB3EB4-80DA-AAAF-4045-39C15C0AD333}"/>
          </ac:spMkLst>
        </pc:spChg>
        <pc:picChg chg="mod">
          <ac:chgData name="Vivek Singh" userId="c68ea14e-6d0d-471c-9eea-973d333809dc" providerId="ADAL" clId="{1460B416-BCBC-4C9D-88B3-5CA0070D3593}" dt="2025-08-05T10:11:26.139" v="377" actId="1076"/>
          <ac:picMkLst>
            <pc:docMk/>
            <pc:sldMk cId="3221006688" sldId="593"/>
            <ac:picMk id="27" creationId="{3E4ED5A9-57B6-65A0-2F40-2EAF13468FA4}"/>
          </ac:picMkLst>
        </pc:picChg>
      </pc:sldChg>
      <pc:sldChg chg="modSp mod">
        <pc:chgData name="Vivek Singh" userId="c68ea14e-6d0d-471c-9eea-973d333809dc" providerId="ADAL" clId="{1460B416-BCBC-4C9D-88B3-5CA0070D3593}" dt="2025-08-05T11:31:31.357" v="484" actId="20577"/>
        <pc:sldMkLst>
          <pc:docMk/>
          <pc:sldMk cId="2584870912" sldId="594"/>
        </pc:sldMkLst>
        <pc:spChg chg="mod">
          <ac:chgData name="Vivek Singh" userId="c68ea14e-6d0d-471c-9eea-973d333809dc" providerId="ADAL" clId="{1460B416-BCBC-4C9D-88B3-5CA0070D3593}" dt="2025-08-05T11:31:31.357" v="484" actId="20577"/>
          <ac:spMkLst>
            <pc:docMk/>
            <pc:sldMk cId="2584870912" sldId="594"/>
            <ac:spMk id="2" creationId="{ED6DF8B6-8E76-017F-F2C3-D3A7E3676441}"/>
          </ac:spMkLst>
        </pc:spChg>
        <pc:picChg chg="mod">
          <ac:chgData name="Vivek Singh" userId="c68ea14e-6d0d-471c-9eea-973d333809dc" providerId="ADAL" clId="{1460B416-BCBC-4C9D-88B3-5CA0070D3593}" dt="2025-08-05T10:13:57.780" v="380" actId="1076"/>
          <ac:picMkLst>
            <pc:docMk/>
            <pc:sldMk cId="2584870912" sldId="594"/>
            <ac:picMk id="9" creationId="{33596DFB-9454-7BC1-2761-7630E47C3817}"/>
          </ac:picMkLst>
        </pc:picChg>
      </pc:sldChg>
      <pc:sldChg chg="modSp mod">
        <pc:chgData name="Vivek Singh" userId="c68ea14e-6d0d-471c-9eea-973d333809dc" providerId="ADAL" clId="{1460B416-BCBC-4C9D-88B3-5CA0070D3593}" dt="2025-08-05T11:27:18.941" v="470" actId="14100"/>
        <pc:sldMkLst>
          <pc:docMk/>
          <pc:sldMk cId="3041744977" sldId="595"/>
        </pc:sldMkLst>
      </pc:sldChg>
      <pc:sldChg chg="addSp delSp modSp mod">
        <pc:chgData name="Vivek Singh" userId="c68ea14e-6d0d-471c-9eea-973d333809dc" providerId="ADAL" clId="{1460B416-BCBC-4C9D-88B3-5CA0070D3593}" dt="2025-08-05T11:37:49.190" v="537" actId="1076"/>
        <pc:sldMkLst>
          <pc:docMk/>
          <pc:sldMk cId="2084429820" sldId="596"/>
        </pc:sldMkLst>
        <pc:spChg chg="mod">
          <ac:chgData name="Vivek Singh" userId="c68ea14e-6d0d-471c-9eea-973d333809dc" providerId="ADAL" clId="{1460B416-BCBC-4C9D-88B3-5CA0070D3593}" dt="2025-08-05T11:36:37.739" v="520"/>
          <ac:spMkLst>
            <pc:docMk/>
            <pc:sldMk cId="2084429820" sldId="596"/>
            <ac:spMk id="2" creationId="{36282B64-0D8E-49D3-2312-869FF921BF95}"/>
          </ac:spMkLst>
        </pc:spChg>
        <pc:spChg chg="mod">
          <ac:chgData name="Vivek Singh" userId="c68ea14e-6d0d-471c-9eea-973d333809dc" providerId="ADAL" clId="{1460B416-BCBC-4C9D-88B3-5CA0070D3593}" dt="2025-08-05T11:35:09.315" v="485"/>
          <ac:spMkLst>
            <pc:docMk/>
            <pc:sldMk cId="2084429820" sldId="596"/>
            <ac:spMk id="5" creationId="{6E407403-7778-66C2-937E-B36F5DB38A10}"/>
          </ac:spMkLst>
        </pc:spChg>
        <pc:spChg chg="mod">
          <ac:chgData name="Vivek Singh" userId="c68ea14e-6d0d-471c-9eea-973d333809dc" providerId="ADAL" clId="{1460B416-BCBC-4C9D-88B3-5CA0070D3593}" dt="2025-08-05T11:37:49.190" v="537" actId="1076"/>
          <ac:spMkLst>
            <pc:docMk/>
            <pc:sldMk cId="2084429820" sldId="596"/>
            <ac:spMk id="10" creationId="{A3616365-1261-A8FA-6F37-015D43DC4704}"/>
          </ac:spMkLst>
        </pc:spChg>
        <pc:spChg chg="mod">
          <ac:chgData name="Vivek Singh" userId="c68ea14e-6d0d-471c-9eea-973d333809dc" providerId="ADAL" clId="{1460B416-BCBC-4C9D-88B3-5CA0070D3593}" dt="2025-08-05T11:36:42.199" v="530"/>
          <ac:spMkLst>
            <pc:docMk/>
            <pc:sldMk cId="2084429820" sldId="596"/>
            <ac:spMk id="24" creationId="{1A215EC0-F848-B52C-82F9-1606134A35C8}"/>
          </ac:spMkLst>
        </pc:spChg>
      </pc:sldChg>
      <pc:sldChg chg="addSp delSp modSp mod">
        <pc:chgData name="Vivek Singh" userId="c68ea14e-6d0d-471c-9eea-973d333809dc" providerId="ADAL" clId="{1460B416-BCBC-4C9D-88B3-5CA0070D3593}" dt="2025-08-05T11:40:58.018" v="617" actId="14100"/>
        <pc:sldMkLst>
          <pc:docMk/>
          <pc:sldMk cId="662185248" sldId="597"/>
        </pc:sldMkLst>
        <pc:spChg chg="mod">
          <ac:chgData name="Vivek Singh" userId="c68ea14e-6d0d-471c-9eea-973d333809dc" providerId="ADAL" clId="{1460B416-BCBC-4C9D-88B3-5CA0070D3593}" dt="2025-08-05T11:40:22.005" v="613" actId="1076"/>
          <ac:spMkLst>
            <pc:docMk/>
            <pc:sldMk cId="662185248" sldId="597"/>
            <ac:spMk id="2" creationId="{AB2F9737-EF56-9E9D-8AD9-4466184A9456}"/>
          </ac:spMkLst>
        </pc:spChg>
        <pc:spChg chg="mod">
          <ac:chgData name="Vivek Singh" userId="c68ea14e-6d0d-471c-9eea-973d333809dc" providerId="ADAL" clId="{1460B416-BCBC-4C9D-88B3-5CA0070D3593}" dt="2025-08-05T11:40:53.526" v="616" actId="14100"/>
          <ac:spMkLst>
            <pc:docMk/>
            <pc:sldMk cId="662185248" sldId="597"/>
            <ac:spMk id="4" creationId="{0FEDB5DD-C121-AA2A-3D47-C346005EA1A3}"/>
          </ac:spMkLst>
        </pc:spChg>
        <pc:spChg chg="mod">
          <ac:chgData name="Vivek Singh" userId="c68ea14e-6d0d-471c-9eea-973d333809dc" providerId="ADAL" clId="{1460B416-BCBC-4C9D-88B3-5CA0070D3593}" dt="2025-08-05T11:38:39.843" v="538" actId="20577"/>
          <ac:spMkLst>
            <pc:docMk/>
            <pc:sldMk cId="662185248" sldId="597"/>
            <ac:spMk id="5" creationId="{F080A8B3-02D0-AE64-F03D-C80E093CA92F}"/>
          </ac:spMkLst>
        </pc:spChg>
        <pc:spChg chg="mod">
          <ac:chgData name="Vivek Singh" userId="c68ea14e-6d0d-471c-9eea-973d333809dc" providerId="ADAL" clId="{1460B416-BCBC-4C9D-88B3-5CA0070D3593}" dt="2025-08-05T11:40:58.018" v="617" actId="14100"/>
          <ac:spMkLst>
            <pc:docMk/>
            <pc:sldMk cId="662185248" sldId="597"/>
            <ac:spMk id="6" creationId="{A0CF3087-BEC1-E337-700D-F01360BE15E4}"/>
          </ac:spMkLst>
        </pc:spChg>
        <pc:spChg chg="mod">
          <ac:chgData name="Vivek Singh" userId="c68ea14e-6d0d-471c-9eea-973d333809dc" providerId="ADAL" clId="{1460B416-BCBC-4C9D-88B3-5CA0070D3593}" dt="2025-08-05T11:38:43.522" v="553"/>
          <ac:spMkLst>
            <pc:docMk/>
            <pc:sldMk cId="662185248" sldId="597"/>
            <ac:spMk id="24" creationId="{8B09C136-C832-1834-A83A-F1383EB436D5}"/>
          </ac:spMkLst>
        </pc:spChg>
      </pc:sldChg>
      <pc:sldChg chg="addSp delSp modSp mod">
        <pc:chgData name="Vivek Singh" userId="c68ea14e-6d0d-471c-9eea-973d333809dc" providerId="ADAL" clId="{1460B416-BCBC-4C9D-88B3-5CA0070D3593}" dt="2025-08-05T11:42:24.036" v="621" actId="1076"/>
        <pc:sldMkLst>
          <pc:docMk/>
          <pc:sldMk cId="2818679617" sldId="598"/>
        </pc:sldMkLst>
        <pc:spChg chg="mod">
          <ac:chgData name="Vivek Singh" userId="c68ea14e-6d0d-471c-9eea-973d333809dc" providerId="ADAL" clId="{1460B416-BCBC-4C9D-88B3-5CA0070D3593}" dt="2025-08-05T11:42:24.036" v="621" actId="1076"/>
          <ac:spMkLst>
            <pc:docMk/>
            <pc:sldMk cId="2818679617" sldId="598"/>
            <ac:spMk id="2" creationId="{33CF7C5D-A952-3EA9-37D6-DC6AD0DB11F9}"/>
          </ac:spMkLst>
        </pc:spChg>
        <pc:spChg chg="mod">
          <ac:chgData name="Vivek Singh" userId="c68ea14e-6d0d-471c-9eea-973d333809dc" providerId="ADAL" clId="{1460B416-BCBC-4C9D-88B3-5CA0070D3593}" dt="2025-08-05T11:38:49.379" v="556" actId="20577"/>
          <ac:spMkLst>
            <pc:docMk/>
            <pc:sldMk cId="2818679617" sldId="598"/>
            <ac:spMk id="5" creationId="{5343183F-0E2E-821A-4023-8475D6658B60}"/>
          </ac:spMkLst>
        </pc:spChg>
        <pc:spChg chg="mod">
          <ac:chgData name="Vivek Singh" userId="c68ea14e-6d0d-471c-9eea-973d333809dc" providerId="ADAL" clId="{1460B416-BCBC-4C9D-88B3-5CA0070D3593}" dt="2025-08-05T11:38:53.523" v="571"/>
          <ac:spMkLst>
            <pc:docMk/>
            <pc:sldMk cId="2818679617" sldId="598"/>
            <ac:spMk id="24" creationId="{1A5BF358-2484-6167-3D78-FA262D4B446E}"/>
          </ac:spMkLst>
        </pc:spChg>
      </pc:sldChg>
      <pc:sldChg chg="addSp delSp modSp mod">
        <pc:chgData name="Vivek Singh" userId="c68ea14e-6d0d-471c-9eea-973d333809dc" providerId="ADAL" clId="{1460B416-BCBC-4C9D-88B3-5CA0070D3593}" dt="2025-08-05T11:57:45.609" v="685" actId="1076"/>
        <pc:sldMkLst>
          <pc:docMk/>
          <pc:sldMk cId="3012203260" sldId="599"/>
        </pc:sldMkLst>
        <pc:spChg chg="mod">
          <ac:chgData name="Vivek Singh" userId="c68ea14e-6d0d-471c-9eea-973d333809dc" providerId="ADAL" clId="{1460B416-BCBC-4C9D-88B3-5CA0070D3593}" dt="2025-08-05T11:44:08.377" v="655" actId="1076"/>
          <ac:spMkLst>
            <pc:docMk/>
            <pc:sldMk cId="3012203260" sldId="599"/>
            <ac:spMk id="2" creationId="{2F3E4E4E-C03B-730A-6CE3-EC2355760753}"/>
          </ac:spMkLst>
        </pc:spChg>
        <pc:spChg chg="add mod">
          <ac:chgData name="Vivek Singh" userId="c68ea14e-6d0d-471c-9eea-973d333809dc" providerId="ADAL" clId="{1460B416-BCBC-4C9D-88B3-5CA0070D3593}" dt="2025-08-05T11:57:05.436" v="678"/>
          <ac:spMkLst>
            <pc:docMk/>
            <pc:sldMk cId="3012203260" sldId="599"/>
            <ac:spMk id="4" creationId="{C93790F6-223B-2796-1E98-4474598DCC9D}"/>
          </ac:spMkLst>
        </pc:spChg>
        <pc:spChg chg="mod">
          <ac:chgData name="Vivek Singh" userId="c68ea14e-6d0d-471c-9eea-973d333809dc" providerId="ADAL" clId="{1460B416-BCBC-4C9D-88B3-5CA0070D3593}" dt="2025-08-05T11:39:09.567" v="574" actId="20577"/>
          <ac:spMkLst>
            <pc:docMk/>
            <pc:sldMk cId="3012203260" sldId="599"/>
            <ac:spMk id="5" creationId="{DC41857D-F14C-2ABC-4064-7E28547B5B32}"/>
          </ac:spMkLst>
        </pc:spChg>
        <pc:spChg chg="add mod">
          <ac:chgData name="Vivek Singh" userId="c68ea14e-6d0d-471c-9eea-973d333809dc" providerId="ADAL" clId="{1460B416-BCBC-4C9D-88B3-5CA0070D3593}" dt="2025-08-05T11:47:19.992" v="677" actId="1076"/>
          <ac:spMkLst>
            <pc:docMk/>
            <pc:sldMk cId="3012203260" sldId="599"/>
            <ac:spMk id="6" creationId="{E81587E8-632E-A7CB-F616-FFF5D25F2D21}"/>
          </ac:spMkLst>
        </pc:spChg>
        <pc:spChg chg="add mod">
          <ac:chgData name="Vivek Singh" userId="c68ea14e-6d0d-471c-9eea-973d333809dc" providerId="ADAL" clId="{1460B416-BCBC-4C9D-88B3-5CA0070D3593}" dt="2025-08-05T11:47:19.992" v="677" actId="1076"/>
          <ac:spMkLst>
            <pc:docMk/>
            <pc:sldMk cId="3012203260" sldId="599"/>
            <ac:spMk id="7" creationId="{EA028B51-1265-2372-8659-C1CE75BEDCD8}"/>
          </ac:spMkLst>
        </pc:spChg>
        <pc:spChg chg="mod">
          <ac:chgData name="Vivek Singh" userId="c68ea14e-6d0d-471c-9eea-973d333809dc" providerId="ADAL" clId="{1460B416-BCBC-4C9D-88B3-5CA0070D3593}" dt="2025-08-05T11:47:10.040" v="676" actId="1076"/>
          <ac:spMkLst>
            <pc:docMk/>
            <pc:sldMk cId="3012203260" sldId="599"/>
            <ac:spMk id="21" creationId="{A2C8C27D-CE8E-7D0D-05E0-1D5C64D1DF16}"/>
          </ac:spMkLst>
        </pc:spChg>
        <pc:spChg chg="mod">
          <ac:chgData name="Vivek Singh" userId="c68ea14e-6d0d-471c-9eea-973d333809dc" providerId="ADAL" clId="{1460B416-BCBC-4C9D-88B3-5CA0070D3593}" dt="2025-08-05T11:47:06.270" v="675" actId="1076"/>
          <ac:spMkLst>
            <pc:docMk/>
            <pc:sldMk cId="3012203260" sldId="599"/>
            <ac:spMk id="22" creationId="{7BA71971-0DDF-2C43-6E68-BA922885FCFB}"/>
          </ac:spMkLst>
        </pc:spChg>
        <pc:spChg chg="mod">
          <ac:chgData name="Vivek Singh" userId="c68ea14e-6d0d-471c-9eea-973d333809dc" providerId="ADAL" clId="{1460B416-BCBC-4C9D-88B3-5CA0070D3593}" dt="2025-08-05T11:57:45.609" v="685" actId="1076"/>
          <ac:spMkLst>
            <pc:docMk/>
            <pc:sldMk cId="3012203260" sldId="599"/>
            <ac:spMk id="23" creationId="{D60046B2-0C9E-9B87-6DCC-F816BB595387}"/>
          </ac:spMkLst>
        </pc:spChg>
        <pc:spChg chg="mod">
          <ac:chgData name="Vivek Singh" userId="c68ea14e-6d0d-471c-9eea-973d333809dc" providerId="ADAL" clId="{1460B416-BCBC-4C9D-88B3-5CA0070D3593}" dt="2025-08-05T11:39:12.652" v="589"/>
          <ac:spMkLst>
            <pc:docMk/>
            <pc:sldMk cId="3012203260" sldId="599"/>
            <ac:spMk id="24" creationId="{064D6991-3F03-607A-09D8-4995E0907933}"/>
          </ac:spMkLst>
        </pc:spChg>
        <pc:spChg chg="mod">
          <ac:chgData name="Vivek Singh" userId="c68ea14e-6d0d-471c-9eea-973d333809dc" providerId="ADAL" clId="{1460B416-BCBC-4C9D-88B3-5CA0070D3593}" dt="2025-08-05T11:47:02.774" v="674" actId="1076"/>
          <ac:spMkLst>
            <pc:docMk/>
            <pc:sldMk cId="3012203260" sldId="599"/>
            <ac:spMk id="25" creationId="{CA03FF88-8EE0-BA3F-1261-2397940E4436}"/>
          </ac:spMkLst>
        </pc:spChg>
      </pc:sldChg>
      <pc:sldChg chg="addSp delSp modSp mod">
        <pc:chgData name="Vivek Singh" userId="c68ea14e-6d0d-471c-9eea-973d333809dc" providerId="ADAL" clId="{1460B416-BCBC-4C9D-88B3-5CA0070D3593}" dt="2025-08-05T12:00:16.535" v="695" actId="1076"/>
        <pc:sldMkLst>
          <pc:docMk/>
          <pc:sldMk cId="1648036682" sldId="600"/>
        </pc:sldMkLst>
        <pc:spChg chg="mod">
          <ac:chgData name="Vivek Singh" userId="c68ea14e-6d0d-471c-9eea-973d333809dc" providerId="ADAL" clId="{1460B416-BCBC-4C9D-88B3-5CA0070D3593}" dt="2025-08-05T11:59:21.296" v="691" actId="1076"/>
          <ac:spMkLst>
            <pc:docMk/>
            <pc:sldMk cId="1648036682" sldId="600"/>
            <ac:spMk id="2" creationId="{0F218951-B7E7-8117-A731-41D0731A18B5}"/>
          </ac:spMkLst>
        </pc:spChg>
        <pc:spChg chg="mod">
          <ac:chgData name="Vivek Singh" userId="c68ea14e-6d0d-471c-9eea-973d333809dc" providerId="ADAL" clId="{1460B416-BCBC-4C9D-88B3-5CA0070D3593}" dt="2025-08-05T11:43:32.361" v="623"/>
          <ac:spMkLst>
            <pc:docMk/>
            <pc:sldMk cId="1648036682" sldId="600"/>
            <ac:spMk id="5" creationId="{3394477F-63EF-D09A-D492-39C7C5E9891A}"/>
          </ac:spMkLst>
        </pc:spChg>
        <pc:spChg chg="add mod">
          <ac:chgData name="Vivek Singh" userId="c68ea14e-6d0d-471c-9eea-973d333809dc" providerId="ADAL" clId="{1460B416-BCBC-4C9D-88B3-5CA0070D3593}" dt="2025-08-05T11:43:40.168" v="649"/>
          <ac:spMkLst>
            <pc:docMk/>
            <pc:sldMk cId="1648036682" sldId="600"/>
            <ac:spMk id="6" creationId="{D6BFFF0B-E421-02FD-8EC4-B8703A397DA4}"/>
          </ac:spMkLst>
        </pc:spChg>
        <pc:spChg chg="add mod">
          <ac:chgData name="Vivek Singh" userId="c68ea14e-6d0d-471c-9eea-973d333809dc" providerId="ADAL" clId="{1460B416-BCBC-4C9D-88B3-5CA0070D3593}" dt="2025-08-05T12:00:16.535" v="695" actId="1076"/>
          <ac:spMkLst>
            <pc:docMk/>
            <pc:sldMk cId="1648036682" sldId="600"/>
            <ac:spMk id="7" creationId="{7A948352-D352-A3B1-4F80-FFC8F103A699}"/>
          </ac:spMkLst>
        </pc:spChg>
        <pc:spChg chg="add mod">
          <ac:chgData name="Vivek Singh" userId="c68ea14e-6d0d-471c-9eea-973d333809dc" providerId="ADAL" clId="{1460B416-BCBC-4C9D-88B3-5CA0070D3593}" dt="2025-08-05T12:00:16.535" v="695" actId="1076"/>
          <ac:spMkLst>
            <pc:docMk/>
            <pc:sldMk cId="1648036682" sldId="600"/>
            <ac:spMk id="8" creationId="{F3B35369-C290-4A1E-A7B0-9BF0E60146BC}"/>
          </ac:spMkLst>
        </pc:spChg>
        <pc:spChg chg="add mod">
          <ac:chgData name="Vivek Singh" userId="c68ea14e-6d0d-471c-9eea-973d333809dc" providerId="ADAL" clId="{1460B416-BCBC-4C9D-88B3-5CA0070D3593}" dt="2025-08-05T12:00:16.535" v="695" actId="1076"/>
          <ac:spMkLst>
            <pc:docMk/>
            <pc:sldMk cId="1648036682" sldId="600"/>
            <ac:spMk id="9" creationId="{ACA25CA0-7DED-27CE-F6B1-8FDD1F85A135}"/>
          </ac:spMkLst>
        </pc:spChg>
      </pc:sldChg>
      <pc:sldChg chg="addSp modSp mod">
        <pc:chgData name="Vivek Singh" userId="c68ea14e-6d0d-471c-9eea-973d333809dc" providerId="ADAL" clId="{1460B416-BCBC-4C9D-88B3-5CA0070D3593}" dt="2025-08-05T12:03:48.043" v="699"/>
        <pc:sldMkLst>
          <pc:docMk/>
          <pc:sldMk cId="3462662594" sldId="601"/>
        </pc:sldMkLst>
        <pc:spChg chg="mod">
          <ac:chgData name="Vivek Singh" userId="c68ea14e-6d0d-471c-9eea-973d333809dc" providerId="ADAL" clId="{1460B416-BCBC-4C9D-88B3-5CA0070D3593}" dt="2025-08-05T12:03:48.043" v="699"/>
          <ac:spMkLst>
            <pc:docMk/>
            <pc:sldMk cId="3462662594" sldId="601"/>
            <ac:spMk id="2" creationId="{7A799C5A-FBEC-7AF3-EB69-6B8670CA26E2}"/>
          </ac:spMkLst>
        </pc:spChg>
        <pc:spChg chg="mod">
          <ac:chgData name="Vivek Singh" userId="c68ea14e-6d0d-471c-9eea-973d333809dc" providerId="ADAL" clId="{1460B416-BCBC-4C9D-88B3-5CA0070D3593}" dt="2025-08-05T10:32:16.651" v="441" actId="1076"/>
          <ac:spMkLst>
            <pc:docMk/>
            <pc:sldMk cId="3462662594" sldId="601"/>
            <ac:spMk id="39" creationId="{087507D8-1637-0DB4-5DAD-A7F54140016B}"/>
          </ac:spMkLst>
        </pc:spChg>
        <pc:spChg chg="mod">
          <ac:chgData name="Vivek Singh" userId="c68ea14e-6d0d-471c-9eea-973d333809dc" providerId="ADAL" clId="{1460B416-BCBC-4C9D-88B3-5CA0070D3593}" dt="2025-08-05T10:32:16.651" v="441" actId="1076"/>
          <ac:spMkLst>
            <pc:docMk/>
            <pc:sldMk cId="3462662594" sldId="601"/>
            <ac:spMk id="52" creationId="{4CBD2689-C33D-492F-359A-5303729BB9C6}"/>
          </ac:spMkLst>
        </pc:spChg>
        <pc:spChg chg="mod">
          <ac:chgData name="Vivek Singh" userId="c68ea14e-6d0d-471c-9eea-973d333809dc" providerId="ADAL" clId="{1460B416-BCBC-4C9D-88B3-5CA0070D3593}" dt="2025-08-05T10:32:16.651" v="441" actId="1076"/>
          <ac:spMkLst>
            <pc:docMk/>
            <pc:sldMk cId="3462662594" sldId="601"/>
            <ac:spMk id="53" creationId="{076325E3-2E61-87B1-E670-04B6F9BAD008}"/>
          </ac:spMkLst>
        </pc:spChg>
        <pc:spChg chg="mod">
          <ac:chgData name="Vivek Singh" userId="c68ea14e-6d0d-471c-9eea-973d333809dc" providerId="ADAL" clId="{1460B416-BCBC-4C9D-88B3-5CA0070D3593}" dt="2025-08-05T10:32:16.651" v="441" actId="1076"/>
          <ac:spMkLst>
            <pc:docMk/>
            <pc:sldMk cId="3462662594" sldId="601"/>
            <ac:spMk id="84" creationId="{71CF1752-1FBA-7D4B-54C9-F410F4DF1865}"/>
          </ac:spMkLst>
        </pc:spChg>
        <pc:spChg chg="mod">
          <ac:chgData name="Vivek Singh" userId="c68ea14e-6d0d-471c-9eea-973d333809dc" providerId="ADAL" clId="{1460B416-BCBC-4C9D-88B3-5CA0070D3593}" dt="2025-08-05T10:32:16.651" v="441" actId="1076"/>
          <ac:spMkLst>
            <pc:docMk/>
            <pc:sldMk cId="3462662594" sldId="601"/>
            <ac:spMk id="93" creationId="{A2549D47-3312-9594-D6FC-578793C9ECE4}"/>
          </ac:spMkLst>
        </pc:spChg>
        <pc:spChg chg="mod">
          <ac:chgData name="Vivek Singh" userId="c68ea14e-6d0d-471c-9eea-973d333809dc" providerId="ADAL" clId="{1460B416-BCBC-4C9D-88B3-5CA0070D3593}" dt="2025-08-05T10:32:16.651" v="441" actId="1076"/>
          <ac:spMkLst>
            <pc:docMk/>
            <pc:sldMk cId="3462662594" sldId="601"/>
            <ac:spMk id="94" creationId="{75BE1BE8-B6EA-C1D4-C213-B6CC85304CD6}"/>
          </ac:spMkLst>
        </pc:spChg>
        <pc:spChg chg="mod">
          <ac:chgData name="Vivek Singh" userId="c68ea14e-6d0d-471c-9eea-973d333809dc" providerId="ADAL" clId="{1460B416-BCBC-4C9D-88B3-5CA0070D3593}" dt="2025-08-05T10:32:16.651" v="441" actId="1076"/>
          <ac:spMkLst>
            <pc:docMk/>
            <pc:sldMk cId="3462662594" sldId="601"/>
            <ac:spMk id="97" creationId="{A06FC4B4-BAED-32E6-3CC1-061BDF84D91F}"/>
          </ac:spMkLst>
        </pc:spChg>
        <pc:spChg chg="mod">
          <ac:chgData name="Vivek Singh" userId="c68ea14e-6d0d-471c-9eea-973d333809dc" providerId="ADAL" clId="{1460B416-BCBC-4C9D-88B3-5CA0070D3593}" dt="2025-08-05T10:32:16.651" v="441" actId="1076"/>
          <ac:spMkLst>
            <pc:docMk/>
            <pc:sldMk cId="3462662594" sldId="601"/>
            <ac:spMk id="103" creationId="{8CDD0D05-1897-1953-34D0-098CFBCEC4D4}"/>
          </ac:spMkLst>
        </pc:spChg>
        <pc:spChg chg="mod">
          <ac:chgData name="Vivek Singh" userId="c68ea14e-6d0d-471c-9eea-973d333809dc" providerId="ADAL" clId="{1460B416-BCBC-4C9D-88B3-5CA0070D3593}" dt="2025-08-05T10:32:16.651" v="441" actId="1076"/>
          <ac:spMkLst>
            <pc:docMk/>
            <pc:sldMk cId="3462662594" sldId="601"/>
            <ac:spMk id="104" creationId="{82277D8E-E8C4-EE41-FDE8-F59852BD7AC0}"/>
          </ac:spMkLst>
        </pc:spChg>
      </pc:sldChg>
      <pc:sldChg chg="modSp mod">
        <pc:chgData name="Vivek Singh" userId="c68ea14e-6d0d-471c-9eea-973d333809dc" providerId="ADAL" clId="{1460B416-BCBC-4C9D-88B3-5CA0070D3593}" dt="2025-08-05T12:08:22.319" v="714" actId="1076"/>
        <pc:sldMkLst>
          <pc:docMk/>
          <pc:sldMk cId="2582727456" sldId="603"/>
        </pc:sldMkLst>
        <pc:spChg chg="mod">
          <ac:chgData name="Vivek Singh" userId="c68ea14e-6d0d-471c-9eea-973d333809dc" providerId="ADAL" clId="{1460B416-BCBC-4C9D-88B3-5CA0070D3593}" dt="2025-08-05T12:07:17.413" v="703" actId="1076"/>
          <ac:spMkLst>
            <pc:docMk/>
            <pc:sldMk cId="2582727456" sldId="603"/>
            <ac:spMk id="50" creationId="{008132EB-8E7E-30B7-E213-134E715791A9}"/>
          </ac:spMkLst>
        </pc:spChg>
        <pc:spChg chg="mod">
          <ac:chgData name="Vivek Singh" userId="c68ea14e-6d0d-471c-9eea-973d333809dc" providerId="ADAL" clId="{1460B416-BCBC-4C9D-88B3-5CA0070D3593}" dt="2025-08-05T12:07:09.860" v="701" actId="1076"/>
          <ac:spMkLst>
            <pc:docMk/>
            <pc:sldMk cId="2582727456" sldId="603"/>
            <ac:spMk id="51" creationId="{7398839B-C88A-F636-3C80-C18391110DFA}"/>
          </ac:spMkLst>
        </pc:spChg>
        <pc:spChg chg="mod">
          <ac:chgData name="Vivek Singh" userId="c68ea14e-6d0d-471c-9eea-973d333809dc" providerId="ADAL" clId="{1460B416-BCBC-4C9D-88B3-5CA0070D3593}" dt="2025-08-05T12:07:46.324" v="706" actId="1076"/>
          <ac:spMkLst>
            <pc:docMk/>
            <pc:sldMk cId="2582727456" sldId="603"/>
            <ac:spMk id="88" creationId="{121C44FC-E577-7630-1ED2-35ECF5BC067B}"/>
          </ac:spMkLst>
        </pc:spChg>
        <pc:spChg chg="mod">
          <ac:chgData name="Vivek Singh" userId="c68ea14e-6d0d-471c-9eea-973d333809dc" providerId="ADAL" clId="{1460B416-BCBC-4C9D-88B3-5CA0070D3593}" dt="2025-08-05T12:07:46.324" v="706" actId="1076"/>
          <ac:spMkLst>
            <pc:docMk/>
            <pc:sldMk cId="2582727456" sldId="603"/>
            <ac:spMk id="89" creationId="{307300BC-95B0-371E-046F-9B69429AEA68}"/>
          </ac:spMkLst>
        </pc:spChg>
        <pc:spChg chg="mod">
          <ac:chgData name="Vivek Singh" userId="c68ea14e-6d0d-471c-9eea-973d333809dc" providerId="ADAL" clId="{1460B416-BCBC-4C9D-88B3-5CA0070D3593}" dt="2025-08-05T12:07:46.324" v="706" actId="1076"/>
          <ac:spMkLst>
            <pc:docMk/>
            <pc:sldMk cId="2582727456" sldId="603"/>
            <ac:spMk id="90" creationId="{B7CF34B2-A226-B520-CB3F-B5D0EAE4460D}"/>
          </ac:spMkLst>
        </pc:spChg>
        <pc:spChg chg="mod">
          <ac:chgData name="Vivek Singh" userId="c68ea14e-6d0d-471c-9eea-973d333809dc" providerId="ADAL" clId="{1460B416-BCBC-4C9D-88B3-5CA0070D3593}" dt="2025-08-05T12:07:46.324" v="706" actId="1076"/>
          <ac:spMkLst>
            <pc:docMk/>
            <pc:sldMk cId="2582727456" sldId="603"/>
            <ac:spMk id="91" creationId="{A95DC414-2A8B-BD82-8CDD-EEFFF7D03C12}"/>
          </ac:spMkLst>
        </pc:spChg>
        <pc:spChg chg="mod">
          <ac:chgData name="Vivek Singh" userId="c68ea14e-6d0d-471c-9eea-973d333809dc" providerId="ADAL" clId="{1460B416-BCBC-4C9D-88B3-5CA0070D3593}" dt="2025-08-05T12:07:46.324" v="706" actId="1076"/>
          <ac:spMkLst>
            <pc:docMk/>
            <pc:sldMk cId="2582727456" sldId="603"/>
            <ac:spMk id="93" creationId="{30A0B553-47CF-BE9E-34DD-E995A859C1FF}"/>
          </ac:spMkLst>
        </pc:spChg>
        <pc:spChg chg="mod">
          <ac:chgData name="Vivek Singh" userId="c68ea14e-6d0d-471c-9eea-973d333809dc" providerId="ADAL" clId="{1460B416-BCBC-4C9D-88B3-5CA0070D3593}" dt="2025-08-05T12:07:46.324" v="706" actId="1076"/>
          <ac:spMkLst>
            <pc:docMk/>
            <pc:sldMk cId="2582727456" sldId="603"/>
            <ac:spMk id="94" creationId="{DDCDC096-4128-418B-0D9B-8AF5B44DD83E}"/>
          </ac:spMkLst>
        </pc:spChg>
        <pc:spChg chg="mod">
          <ac:chgData name="Vivek Singh" userId="c68ea14e-6d0d-471c-9eea-973d333809dc" providerId="ADAL" clId="{1460B416-BCBC-4C9D-88B3-5CA0070D3593}" dt="2025-08-05T12:07:57.864" v="708" actId="1076"/>
          <ac:spMkLst>
            <pc:docMk/>
            <pc:sldMk cId="2582727456" sldId="603"/>
            <ac:spMk id="103" creationId="{5483CBC1-F3F3-AF9C-A20A-93F9FB0ADEF6}"/>
          </ac:spMkLst>
        </pc:spChg>
        <pc:spChg chg="mod">
          <ac:chgData name="Vivek Singh" userId="c68ea14e-6d0d-471c-9eea-973d333809dc" providerId="ADAL" clId="{1460B416-BCBC-4C9D-88B3-5CA0070D3593}" dt="2025-08-05T12:08:09.311" v="710" actId="1076"/>
          <ac:spMkLst>
            <pc:docMk/>
            <pc:sldMk cId="2582727456" sldId="603"/>
            <ac:spMk id="104" creationId="{04D4F4B9-82DC-F528-A96D-59FA0EA4802E}"/>
          </ac:spMkLst>
        </pc:spChg>
        <pc:spChg chg="mod">
          <ac:chgData name="Vivek Singh" userId="c68ea14e-6d0d-471c-9eea-973d333809dc" providerId="ADAL" clId="{1460B416-BCBC-4C9D-88B3-5CA0070D3593}" dt="2025-08-05T12:08:16.076" v="712" actId="1076"/>
          <ac:spMkLst>
            <pc:docMk/>
            <pc:sldMk cId="2582727456" sldId="603"/>
            <ac:spMk id="105" creationId="{16A3B894-BFE9-9267-E316-698119D91EB3}"/>
          </ac:spMkLst>
        </pc:spChg>
        <pc:spChg chg="mod">
          <ac:chgData name="Vivek Singh" userId="c68ea14e-6d0d-471c-9eea-973d333809dc" providerId="ADAL" clId="{1460B416-BCBC-4C9D-88B3-5CA0070D3593}" dt="2025-08-05T12:08:22.319" v="714" actId="1076"/>
          <ac:spMkLst>
            <pc:docMk/>
            <pc:sldMk cId="2582727456" sldId="603"/>
            <ac:spMk id="106" creationId="{7342EFC5-23B6-CA63-E726-28027D3DC29B}"/>
          </ac:spMkLst>
        </pc:spChg>
      </pc:sldChg>
      <pc:sldChg chg="modSp mod">
        <pc:chgData name="Vivek Singh" userId="c68ea14e-6d0d-471c-9eea-973d333809dc" providerId="ADAL" clId="{1460B416-BCBC-4C9D-88B3-5CA0070D3593}" dt="2025-08-05T07:31:22.648" v="28" actId="1076"/>
        <pc:sldMkLst>
          <pc:docMk/>
          <pc:sldMk cId="1198273899" sldId="605"/>
        </pc:sldMkLst>
        <pc:spChg chg="mod">
          <ac:chgData name="Vivek Singh" userId="c68ea14e-6d0d-471c-9eea-973d333809dc" providerId="ADAL" clId="{1460B416-BCBC-4C9D-88B3-5CA0070D3593}" dt="2025-08-05T07:31:22.648" v="28" actId="1076"/>
          <ac:spMkLst>
            <pc:docMk/>
            <pc:sldMk cId="1198273899" sldId="605"/>
            <ac:spMk id="23" creationId="{79A5A569-EA26-2ED3-78F7-250C0C2B0ECD}"/>
          </ac:spMkLst>
        </pc:spChg>
        <pc:spChg chg="mod">
          <ac:chgData name="Vivek Singh" userId="c68ea14e-6d0d-471c-9eea-973d333809dc" providerId="ADAL" clId="{1460B416-BCBC-4C9D-88B3-5CA0070D3593}" dt="2025-08-05T07:31:22.648" v="28" actId="1076"/>
          <ac:spMkLst>
            <pc:docMk/>
            <pc:sldMk cId="1198273899" sldId="605"/>
            <ac:spMk id="25" creationId="{B7E2E63A-7E7B-CD87-237A-28067316DE89}"/>
          </ac:spMkLst>
        </pc:spChg>
      </pc:sldChg>
      <pc:sldChg chg="addSp delSp modSp mod">
        <pc:chgData name="Vivek Singh" userId="c68ea14e-6d0d-471c-9eea-973d333809dc" providerId="ADAL" clId="{1460B416-BCBC-4C9D-88B3-5CA0070D3593}" dt="2025-08-05T12:09:41.741" v="734"/>
        <pc:sldMkLst>
          <pc:docMk/>
          <pc:sldMk cId="1255384739" sldId="606"/>
        </pc:sldMkLst>
        <pc:spChg chg="mod">
          <ac:chgData name="Vivek Singh" userId="c68ea14e-6d0d-471c-9eea-973d333809dc" providerId="ADAL" clId="{1460B416-BCBC-4C9D-88B3-5CA0070D3593}" dt="2025-08-05T12:09:37.375" v="717" actId="20577"/>
          <ac:spMkLst>
            <pc:docMk/>
            <pc:sldMk cId="1255384739" sldId="606"/>
            <ac:spMk id="5" creationId="{16A66887-A470-92CC-4268-D8390840E15D}"/>
          </ac:spMkLst>
        </pc:spChg>
        <pc:spChg chg="mod">
          <ac:chgData name="Vivek Singh" userId="c68ea14e-6d0d-471c-9eea-973d333809dc" providerId="ADAL" clId="{1460B416-BCBC-4C9D-88B3-5CA0070D3593}" dt="2025-08-05T12:09:41.734" v="732"/>
          <ac:spMkLst>
            <pc:docMk/>
            <pc:sldMk cId="1255384739" sldId="606"/>
            <ac:spMk id="24" creationId="{0FB793D7-3968-A531-BD94-564D178B75B9}"/>
          </ac:spMkLst>
        </pc:spChg>
      </pc:sldChg>
      <pc:sldChg chg="addSp delSp modSp mod">
        <pc:chgData name="Vivek Singh" userId="c68ea14e-6d0d-471c-9eea-973d333809dc" providerId="ADAL" clId="{1460B416-BCBC-4C9D-88B3-5CA0070D3593}" dt="2025-08-05T12:09:57.597" v="754"/>
        <pc:sldMkLst>
          <pc:docMk/>
          <pc:sldMk cId="1250462878" sldId="607"/>
        </pc:sldMkLst>
        <pc:spChg chg="mod">
          <ac:chgData name="Vivek Singh" userId="c68ea14e-6d0d-471c-9eea-973d333809dc" providerId="ADAL" clId="{1460B416-BCBC-4C9D-88B3-5CA0070D3593}" dt="2025-08-05T12:09:53.826" v="737" actId="20577"/>
          <ac:spMkLst>
            <pc:docMk/>
            <pc:sldMk cId="1250462878" sldId="607"/>
            <ac:spMk id="5" creationId="{9CE91EDD-9E43-FF5D-509C-AEFF5F4E45B7}"/>
          </ac:spMkLst>
        </pc:spChg>
        <pc:spChg chg="mod">
          <ac:chgData name="Vivek Singh" userId="c68ea14e-6d0d-471c-9eea-973d333809dc" providerId="ADAL" clId="{1460B416-BCBC-4C9D-88B3-5CA0070D3593}" dt="2025-08-05T12:09:57.594" v="752"/>
          <ac:spMkLst>
            <pc:docMk/>
            <pc:sldMk cId="1250462878" sldId="607"/>
            <ac:spMk id="24" creationId="{B340652E-28D1-7044-8BA4-DDA6334F7CF8}"/>
          </ac:spMkLst>
        </pc:spChg>
      </pc:sldChg>
      <pc:sldChg chg="modSp mod">
        <pc:chgData name="Vivek Singh" userId="c68ea14e-6d0d-471c-9eea-973d333809dc" providerId="ADAL" clId="{1460B416-BCBC-4C9D-88B3-5CA0070D3593}" dt="2025-08-05T07:14:48.889" v="1" actId="1076"/>
        <pc:sldMkLst>
          <pc:docMk/>
          <pc:sldMk cId="3497960109" sldId="623"/>
        </pc:sldMkLst>
        <pc:grpChg chg="mod">
          <ac:chgData name="Vivek Singh" userId="c68ea14e-6d0d-471c-9eea-973d333809dc" providerId="ADAL" clId="{1460B416-BCBC-4C9D-88B3-5CA0070D3593}" dt="2025-08-05T07:14:48.889" v="1" actId="1076"/>
          <ac:grpSpMkLst>
            <pc:docMk/>
            <pc:sldMk cId="3497960109" sldId="623"/>
            <ac:grpSpMk id="8" creationId="{02A3C8D1-D363-57A9-BCB5-D1DE9EBE0B6A}"/>
          </ac:grpSpMkLst>
        </pc:grpChg>
      </pc:sldChg>
      <pc:sldChg chg="addSp modSp mod">
        <pc:chgData name="Vivek Singh" userId="c68ea14e-6d0d-471c-9eea-973d333809dc" providerId="ADAL" clId="{1460B416-BCBC-4C9D-88B3-5CA0070D3593}" dt="2025-08-05T12:12:42.937" v="769" actId="14100"/>
        <pc:sldMkLst>
          <pc:docMk/>
          <pc:sldMk cId="2018293091" sldId="636"/>
        </pc:sldMkLst>
        <pc:spChg chg="add mod">
          <ac:chgData name="Vivek Singh" userId="c68ea14e-6d0d-471c-9eea-973d333809dc" providerId="ADAL" clId="{1460B416-BCBC-4C9D-88B3-5CA0070D3593}" dt="2025-08-05T12:12:29.719" v="766" actId="1076"/>
          <ac:spMkLst>
            <pc:docMk/>
            <pc:sldMk cId="2018293091" sldId="636"/>
            <ac:spMk id="2" creationId="{1D15B673-FC3B-7A2A-D11B-4C3E55AD3BF6}"/>
          </ac:spMkLst>
        </pc:spChg>
        <pc:spChg chg="mod">
          <ac:chgData name="Vivek Singh" userId="c68ea14e-6d0d-471c-9eea-973d333809dc" providerId="ADAL" clId="{1460B416-BCBC-4C9D-88B3-5CA0070D3593}" dt="2025-08-05T12:12:42.937" v="769" actId="14100"/>
          <ac:spMkLst>
            <pc:docMk/>
            <pc:sldMk cId="2018293091" sldId="636"/>
            <ac:spMk id="22" creationId="{59290665-F6FA-1BC7-4F40-284E1CF458FF}"/>
          </ac:spMkLst>
        </pc:spChg>
      </pc:sldChg>
      <pc:sldChg chg="addSp modSp mod">
        <pc:chgData name="Vivek Singh" userId="c68ea14e-6d0d-471c-9eea-973d333809dc" providerId="ADAL" clId="{1460B416-BCBC-4C9D-88B3-5CA0070D3593}" dt="2025-08-05T12:14:54.295" v="791" actId="1076"/>
        <pc:sldMkLst>
          <pc:docMk/>
          <pc:sldMk cId="343332540" sldId="637"/>
        </pc:sldMkLst>
        <pc:spChg chg="add mod">
          <ac:chgData name="Vivek Singh" userId="c68ea14e-6d0d-471c-9eea-973d333809dc" providerId="ADAL" clId="{1460B416-BCBC-4C9D-88B3-5CA0070D3593}" dt="2025-08-05T12:14:54.295" v="791" actId="1076"/>
          <ac:spMkLst>
            <pc:docMk/>
            <pc:sldMk cId="343332540" sldId="637"/>
            <ac:spMk id="20" creationId="{CFCE1CE0-47E0-3670-A72A-B7A2AA1D0264}"/>
          </ac:spMkLst>
        </pc:spChg>
        <pc:spChg chg="mod">
          <ac:chgData name="Vivek Singh" userId="c68ea14e-6d0d-471c-9eea-973d333809dc" providerId="ADAL" clId="{1460B416-BCBC-4C9D-88B3-5CA0070D3593}" dt="2025-08-05T12:14:32.493" v="787" actId="1076"/>
          <ac:spMkLst>
            <pc:docMk/>
            <pc:sldMk cId="343332540" sldId="637"/>
            <ac:spMk id="22" creationId="{1251AE47-A57A-9255-1F1F-2C7BACA19D3C}"/>
          </ac:spMkLst>
        </pc:spChg>
      </pc:sldChg>
      <pc:sldChg chg="addSp modSp mod">
        <pc:chgData name="Vivek Singh" userId="c68ea14e-6d0d-471c-9eea-973d333809dc" providerId="ADAL" clId="{1460B416-BCBC-4C9D-88B3-5CA0070D3593}" dt="2025-08-05T12:17:14.241" v="822" actId="1036"/>
        <pc:sldMkLst>
          <pc:docMk/>
          <pc:sldMk cId="4227412330" sldId="638"/>
        </pc:sldMkLst>
        <pc:spChg chg="mod">
          <ac:chgData name="Vivek Singh" userId="c68ea14e-6d0d-471c-9eea-973d333809dc" providerId="ADAL" clId="{1460B416-BCBC-4C9D-88B3-5CA0070D3593}" dt="2025-08-05T12:17:14.241" v="822" actId="1036"/>
          <ac:spMkLst>
            <pc:docMk/>
            <pc:sldMk cId="4227412330" sldId="638"/>
            <ac:spMk id="2" creationId="{E7159206-DD1B-1557-8E05-19842789F385}"/>
          </ac:spMkLst>
        </pc:spChg>
        <pc:spChg chg="mod">
          <ac:chgData name="Vivek Singh" userId="c68ea14e-6d0d-471c-9eea-973d333809dc" providerId="ADAL" clId="{1460B416-BCBC-4C9D-88B3-5CA0070D3593}" dt="2025-08-05T12:17:14.241" v="822" actId="1036"/>
          <ac:spMkLst>
            <pc:docMk/>
            <pc:sldMk cId="4227412330" sldId="638"/>
            <ac:spMk id="3" creationId="{9698AFF5-04C3-01BF-62A9-67A2367933C5}"/>
          </ac:spMkLst>
        </pc:spChg>
        <pc:spChg chg="mod">
          <ac:chgData name="Vivek Singh" userId="c68ea14e-6d0d-471c-9eea-973d333809dc" providerId="ADAL" clId="{1460B416-BCBC-4C9D-88B3-5CA0070D3593}" dt="2025-08-05T12:17:14.241" v="822" actId="1036"/>
          <ac:spMkLst>
            <pc:docMk/>
            <pc:sldMk cId="4227412330" sldId="638"/>
            <ac:spMk id="4" creationId="{7AECB7FD-2EF6-42C1-C20A-E00040FF5115}"/>
          </ac:spMkLst>
        </pc:spChg>
        <pc:spChg chg="mod">
          <ac:chgData name="Vivek Singh" userId="c68ea14e-6d0d-471c-9eea-973d333809dc" providerId="ADAL" clId="{1460B416-BCBC-4C9D-88B3-5CA0070D3593}" dt="2025-08-05T12:17:14.241" v="822" actId="1036"/>
          <ac:spMkLst>
            <pc:docMk/>
            <pc:sldMk cId="4227412330" sldId="638"/>
            <ac:spMk id="6" creationId="{F8711A57-0987-72C1-2D2F-0C197C515759}"/>
          </ac:spMkLst>
        </pc:spChg>
        <pc:spChg chg="mod">
          <ac:chgData name="Vivek Singh" userId="c68ea14e-6d0d-471c-9eea-973d333809dc" providerId="ADAL" clId="{1460B416-BCBC-4C9D-88B3-5CA0070D3593}" dt="2025-08-05T12:17:14.241" v="822" actId="1036"/>
          <ac:spMkLst>
            <pc:docMk/>
            <pc:sldMk cId="4227412330" sldId="638"/>
            <ac:spMk id="7" creationId="{114943FD-EE10-E47B-4777-EA57D93DB974}"/>
          </ac:spMkLst>
        </pc:spChg>
        <pc:spChg chg="mod">
          <ac:chgData name="Vivek Singh" userId="c68ea14e-6d0d-471c-9eea-973d333809dc" providerId="ADAL" clId="{1460B416-BCBC-4C9D-88B3-5CA0070D3593}" dt="2025-08-05T12:17:14.241" v="822" actId="1036"/>
          <ac:spMkLst>
            <pc:docMk/>
            <pc:sldMk cId="4227412330" sldId="638"/>
            <ac:spMk id="8" creationId="{F4087C6A-039C-8643-A611-65DBD9711FDC}"/>
          </ac:spMkLst>
        </pc:spChg>
        <pc:spChg chg="mod">
          <ac:chgData name="Vivek Singh" userId="c68ea14e-6d0d-471c-9eea-973d333809dc" providerId="ADAL" clId="{1460B416-BCBC-4C9D-88B3-5CA0070D3593}" dt="2025-08-05T12:17:14.241" v="822" actId="1036"/>
          <ac:spMkLst>
            <pc:docMk/>
            <pc:sldMk cId="4227412330" sldId="638"/>
            <ac:spMk id="9" creationId="{EA6708A7-593F-AAEB-089C-02185ABD3C79}"/>
          </ac:spMkLst>
        </pc:spChg>
        <pc:spChg chg="mod">
          <ac:chgData name="Vivek Singh" userId="c68ea14e-6d0d-471c-9eea-973d333809dc" providerId="ADAL" clId="{1460B416-BCBC-4C9D-88B3-5CA0070D3593}" dt="2025-08-05T12:17:14.241" v="822" actId="1036"/>
          <ac:spMkLst>
            <pc:docMk/>
            <pc:sldMk cId="4227412330" sldId="638"/>
            <ac:spMk id="10" creationId="{4229BCF5-6682-1D15-0E53-8BCFC9E6BD2E}"/>
          </ac:spMkLst>
        </pc:spChg>
        <pc:spChg chg="mod">
          <ac:chgData name="Vivek Singh" userId="c68ea14e-6d0d-471c-9eea-973d333809dc" providerId="ADAL" clId="{1460B416-BCBC-4C9D-88B3-5CA0070D3593}" dt="2025-08-05T12:17:14.241" v="822" actId="1036"/>
          <ac:spMkLst>
            <pc:docMk/>
            <pc:sldMk cId="4227412330" sldId="638"/>
            <ac:spMk id="22" creationId="{65AFF0D7-626F-04F6-C443-3CB51A7150C6}"/>
          </ac:spMkLst>
        </pc:spChg>
      </pc:sldChg>
    </pc:docChg>
  </pc:docChgLst>
  <pc:docChgLst>
    <pc:chgData name="Pritam Pal" userId="5f2243f0-6731-4cc6-93af-24a493b1dffc" providerId="ADAL" clId="{1B8F4792-A016-4EE3-BD40-6C3C7E9A87E5}"/>
    <pc:docChg chg="undo custSel addSld delSld modSld sldOrd">
      <pc:chgData name="Pritam Pal" userId="5f2243f0-6731-4cc6-93af-24a493b1dffc" providerId="ADAL" clId="{1B8F4792-A016-4EE3-BD40-6C3C7E9A87E5}" dt="2025-08-17T09:27:54.723" v="3193" actId="20577"/>
      <pc:docMkLst>
        <pc:docMk/>
      </pc:docMkLst>
      <pc:sldChg chg="modNotesTx">
        <pc:chgData name="Pritam Pal" userId="5f2243f0-6731-4cc6-93af-24a493b1dffc" providerId="ADAL" clId="{1B8F4792-A016-4EE3-BD40-6C3C7E9A87E5}" dt="2025-08-12T06:12:03.740" v="2183" actId="20577"/>
        <pc:sldMkLst>
          <pc:docMk/>
          <pc:sldMk cId="581828306" sldId="256"/>
        </pc:sldMkLst>
      </pc:sldChg>
      <pc:sldChg chg="modSp mod">
        <pc:chgData name="Pritam Pal" userId="5f2243f0-6731-4cc6-93af-24a493b1dffc" providerId="ADAL" clId="{1B8F4792-A016-4EE3-BD40-6C3C7E9A87E5}" dt="2025-08-08T06:46:42.224" v="1012" actId="20577"/>
        <pc:sldMkLst>
          <pc:docMk/>
          <pc:sldMk cId="0" sldId="259"/>
        </pc:sldMkLst>
        <pc:spChg chg="mod">
          <ac:chgData name="Pritam Pal" userId="5f2243f0-6731-4cc6-93af-24a493b1dffc" providerId="ADAL" clId="{1B8F4792-A016-4EE3-BD40-6C3C7E9A87E5}" dt="2025-08-08T06:46:42.224" v="1012" actId="20577"/>
          <ac:spMkLst>
            <pc:docMk/>
            <pc:sldMk cId="0" sldId="259"/>
            <ac:spMk id="2" creationId="{B5829327-1B7A-9FBB-DADF-3FE357AB2FC9}"/>
          </ac:spMkLst>
        </pc:spChg>
      </pc:sldChg>
      <pc:sldChg chg="modNotesTx">
        <pc:chgData name="Pritam Pal" userId="5f2243f0-6731-4cc6-93af-24a493b1dffc" providerId="ADAL" clId="{1B8F4792-A016-4EE3-BD40-6C3C7E9A87E5}" dt="2025-08-12T06:12:28.613" v="2190" actId="20577"/>
        <pc:sldMkLst>
          <pc:docMk/>
          <pc:sldMk cId="710290067" sldId="385"/>
        </pc:sldMkLst>
      </pc:sldChg>
      <pc:sldChg chg="modSp mod">
        <pc:chgData name="Pritam Pal" userId="5f2243f0-6731-4cc6-93af-24a493b1dffc" providerId="ADAL" clId="{1B8F4792-A016-4EE3-BD40-6C3C7E9A87E5}" dt="2025-08-08T06:52:01.680" v="1030" actId="20577"/>
        <pc:sldMkLst>
          <pc:docMk/>
          <pc:sldMk cId="102420538" sldId="393"/>
        </pc:sldMkLst>
        <pc:spChg chg="mod">
          <ac:chgData name="Pritam Pal" userId="5f2243f0-6731-4cc6-93af-24a493b1dffc" providerId="ADAL" clId="{1B8F4792-A016-4EE3-BD40-6C3C7E9A87E5}" dt="2025-08-08T06:52:01.680" v="1030" actId="20577"/>
          <ac:spMkLst>
            <pc:docMk/>
            <pc:sldMk cId="102420538" sldId="393"/>
            <ac:spMk id="3" creationId="{C60C7ACD-CDC1-8359-1680-9560358405D4}"/>
          </ac:spMkLst>
        </pc:spChg>
      </pc:sldChg>
      <pc:sldChg chg="modSp mod modNotesTx">
        <pc:chgData name="Pritam Pal" userId="5f2243f0-6731-4cc6-93af-24a493b1dffc" providerId="ADAL" clId="{1B8F4792-A016-4EE3-BD40-6C3C7E9A87E5}" dt="2025-08-12T06:18:24.856" v="2231" actId="20577"/>
        <pc:sldMkLst>
          <pc:docMk/>
          <pc:sldMk cId="3676053390" sldId="567"/>
        </pc:sldMkLst>
        <pc:spChg chg="mod">
          <ac:chgData name="Pritam Pal" userId="5f2243f0-6731-4cc6-93af-24a493b1dffc" providerId="ADAL" clId="{1B8F4792-A016-4EE3-BD40-6C3C7E9A87E5}" dt="2025-08-11T11:00:12.026" v="1440" actId="20577"/>
          <ac:spMkLst>
            <pc:docMk/>
            <pc:sldMk cId="3676053390" sldId="567"/>
            <ac:spMk id="3" creationId="{D8186CA4-A579-BFEC-2C26-289636164D8C}"/>
          </ac:spMkLst>
        </pc:spChg>
      </pc:sldChg>
      <pc:sldChg chg="modSp del mod modNotesTx">
        <pc:chgData name="Pritam Pal" userId="5f2243f0-6731-4cc6-93af-24a493b1dffc" providerId="ADAL" clId="{1B8F4792-A016-4EE3-BD40-6C3C7E9A87E5}" dt="2025-08-12T06:44:32.102" v="2621" actId="47"/>
        <pc:sldMkLst>
          <pc:docMk/>
          <pc:sldMk cId="1679161649" sldId="570"/>
        </pc:sldMkLst>
      </pc:sldChg>
      <pc:sldChg chg="addSp delSp modSp mod modAnim">
        <pc:chgData name="Pritam Pal" userId="5f2243f0-6731-4cc6-93af-24a493b1dffc" providerId="ADAL" clId="{1B8F4792-A016-4EE3-BD40-6C3C7E9A87E5}" dt="2025-08-12T06:46:29.747" v="2737" actId="478"/>
        <pc:sldMkLst>
          <pc:docMk/>
          <pc:sldMk cId="477426700" sldId="571"/>
        </pc:sldMkLst>
        <pc:spChg chg="mod">
          <ac:chgData name="Pritam Pal" userId="5f2243f0-6731-4cc6-93af-24a493b1dffc" providerId="ADAL" clId="{1B8F4792-A016-4EE3-BD40-6C3C7E9A87E5}" dt="2025-08-12T06:45:52.269" v="2729" actId="1076"/>
          <ac:spMkLst>
            <pc:docMk/>
            <pc:sldMk cId="477426700" sldId="571"/>
            <ac:spMk id="7" creationId="{9A122812-0CA2-5215-1B92-9EEB18A67997}"/>
          </ac:spMkLst>
        </pc:spChg>
        <pc:spChg chg="mod">
          <ac:chgData name="Pritam Pal" userId="5f2243f0-6731-4cc6-93af-24a493b1dffc" providerId="ADAL" clId="{1B8F4792-A016-4EE3-BD40-6C3C7E9A87E5}" dt="2025-08-12T06:45:52.269" v="2729" actId="1076"/>
          <ac:spMkLst>
            <pc:docMk/>
            <pc:sldMk cId="477426700" sldId="571"/>
            <ac:spMk id="14" creationId="{E5D0711B-FA28-D13D-621C-12D4CDAC7E18}"/>
          </ac:spMkLst>
        </pc:spChg>
        <pc:spChg chg="mod">
          <ac:chgData name="Pritam Pal" userId="5f2243f0-6731-4cc6-93af-24a493b1dffc" providerId="ADAL" clId="{1B8F4792-A016-4EE3-BD40-6C3C7E9A87E5}" dt="2025-08-12T06:45:52.269" v="2729" actId="1076"/>
          <ac:spMkLst>
            <pc:docMk/>
            <pc:sldMk cId="477426700" sldId="571"/>
            <ac:spMk id="19" creationId="{DC6C7401-8960-48F0-8761-0B338807C898}"/>
          </ac:spMkLst>
        </pc:spChg>
        <pc:spChg chg="mod">
          <ac:chgData name="Pritam Pal" userId="5f2243f0-6731-4cc6-93af-24a493b1dffc" providerId="ADAL" clId="{1B8F4792-A016-4EE3-BD40-6C3C7E9A87E5}" dt="2025-08-11T12:27:28.727" v="1656"/>
          <ac:spMkLst>
            <pc:docMk/>
            <pc:sldMk cId="477426700" sldId="571"/>
            <ac:spMk id="22" creationId="{246AC798-B652-1407-D25E-F02594706A55}"/>
          </ac:spMkLst>
        </pc:spChg>
        <pc:spChg chg="mod">
          <ac:chgData name="Pritam Pal" userId="5f2243f0-6731-4cc6-93af-24a493b1dffc" providerId="ADAL" clId="{1B8F4792-A016-4EE3-BD40-6C3C7E9A87E5}" dt="2025-08-12T06:45:52.269" v="2729" actId="1076"/>
          <ac:spMkLst>
            <pc:docMk/>
            <pc:sldMk cId="477426700" sldId="571"/>
            <ac:spMk id="28" creationId="{D8A8BE40-D79F-7917-B780-4BAAC5C47073}"/>
          </ac:spMkLst>
        </pc:spChg>
        <pc:spChg chg="mod">
          <ac:chgData name="Pritam Pal" userId="5f2243f0-6731-4cc6-93af-24a493b1dffc" providerId="ADAL" clId="{1B8F4792-A016-4EE3-BD40-6C3C7E9A87E5}" dt="2025-08-12T06:45:52.269" v="2729" actId="1076"/>
          <ac:spMkLst>
            <pc:docMk/>
            <pc:sldMk cId="477426700" sldId="571"/>
            <ac:spMk id="29" creationId="{06F5EFAB-6727-C300-BD0A-0EE72070AC2E}"/>
          </ac:spMkLst>
        </pc:spChg>
        <pc:spChg chg="mod">
          <ac:chgData name="Pritam Pal" userId="5f2243f0-6731-4cc6-93af-24a493b1dffc" providerId="ADAL" clId="{1B8F4792-A016-4EE3-BD40-6C3C7E9A87E5}" dt="2025-08-12T06:45:52.269" v="2729" actId="1076"/>
          <ac:spMkLst>
            <pc:docMk/>
            <pc:sldMk cId="477426700" sldId="571"/>
            <ac:spMk id="30" creationId="{FA8DFF50-D600-BD59-50D0-28B248A5430D}"/>
          </ac:spMkLst>
        </pc:spChg>
        <pc:spChg chg="mod">
          <ac:chgData name="Pritam Pal" userId="5f2243f0-6731-4cc6-93af-24a493b1dffc" providerId="ADAL" clId="{1B8F4792-A016-4EE3-BD40-6C3C7E9A87E5}" dt="2025-08-12T06:45:52.269" v="2729" actId="1076"/>
          <ac:spMkLst>
            <pc:docMk/>
            <pc:sldMk cId="477426700" sldId="571"/>
            <ac:spMk id="40" creationId="{22A7C176-D308-9F59-25A4-6AA7CEDD5ADD}"/>
          </ac:spMkLst>
        </pc:spChg>
        <pc:spChg chg="mod">
          <ac:chgData name="Pritam Pal" userId="5f2243f0-6731-4cc6-93af-24a493b1dffc" providerId="ADAL" clId="{1B8F4792-A016-4EE3-BD40-6C3C7E9A87E5}" dt="2025-08-12T06:46:05.493" v="2732" actId="1076"/>
          <ac:spMkLst>
            <pc:docMk/>
            <pc:sldMk cId="477426700" sldId="571"/>
            <ac:spMk id="49" creationId="{21FCE7C0-1F6A-6303-E7C9-DFC7E206A43B}"/>
          </ac:spMkLst>
        </pc:spChg>
        <pc:spChg chg="mod">
          <ac:chgData name="Pritam Pal" userId="5f2243f0-6731-4cc6-93af-24a493b1dffc" providerId="ADAL" clId="{1B8F4792-A016-4EE3-BD40-6C3C7E9A87E5}" dt="2025-08-12T06:46:17.911" v="2734" actId="1076"/>
          <ac:spMkLst>
            <pc:docMk/>
            <pc:sldMk cId="477426700" sldId="571"/>
            <ac:spMk id="51" creationId="{317CFFEC-98B3-17DC-4A20-5C7CAC5C2C7E}"/>
          </ac:spMkLst>
        </pc:spChg>
        <pc:spChg chg="mod">
          <ac:chgData name="Pritam Pal" userId="5f2243f0-6731-4cc6-93af-24a493b1dffc" providerId="ADAL" clId="{1B8F4792-A016-4EE3-BD40-6C3C7E9A87E5}" dt="2025-08-12T06:46:11.435" v="2733" actId="1076"/>
          <ac:spMkLst>
            <pc:docMk/>
            <pc:sldMk cId="477426700" sldId="571"/>
            <ac:spMk id="52" creationId="{140C2FF2-F9BD-7186-FCA3-579C91EE1B90}"/>
          </ac:spMkLst>
        </pc:spChg>
        <pc:spChg chg="mod">
          <ac:chgData name="Pritam Pal" userId="5f2243f0-6731-4cc6-93af-24a493b1dffc" providerId="ADAL" clId="{1B8F4792-A016-4EE3-BD40-6C3C7E9A87E5}" dt="2025-08-12T06:46:23.653" v="2735" actId="1076"/>
          <ac:spMkLst>
            <pc:docMk/>
            <pc:sldMk cId="477426700" sldId="571"/>
            <ac:spMk id="53" creationId="{6D899BFF-06A8-09E9-14E9-6C0BC622DC1A}"/>
          </ac:spMkLst>
        </pc:spChg>
        <pc:spChg chg="mod">
          <ac:chgData name="Pritam Pal" userId="5f2243f0-6731-4cc6-93af-24a493b1dffc" providerId="ADAL" clId="{1B8F4792-A016-4EE3-BD40-6C3C7E9A87E5}" dt="2025-08-12T06:45:52.269" v="2729" actId="1076"/>
          <ac:spMkLst>
            <pc:docMk/>
            <pc:sldMk cId="477426700" sldId="571"/>
            <ac:spMk id="57" creationId="{877770B3-5C0B-6D16-2546-DFFEEB4D4DEF}"/>
          </ac:spMkLst>
        </pc:spChg>
        <pc:spChg chg="mod">
          <ac:chgData name="Pritam Pal" userId="5f2243f0-6731-4cc6-93af-24a493b1dffc" providerId="ADAL" clId="{1B8F4792-A016-4EE3-BD40-6C3C7E9A87E5}" dt="2025-08-12T06:45:52.269" v="2729" actId="1076"/>
          <ac:spMkLst>
            <pc:docMk/>
            <pc:sldMk cId="477426700" sldId="571"/>
            <ac:spMk id="58" creationId="{512F0A8C-A376-DF7C-B1FD-777F7A228E59}"/>
          </ac:spMkLst>
        </pc:spChg>
      </pc:sldChg>
      <pc:sldChg chg="addSp delSp modSp mod">
        <pc:chgData name="Pritam Pal" userId="5f2243f0-6731-4cc6-93af-24a493b1dffc" providerId="ADAL" clId="{1B8F4792-A016-4EE3-BD40-6C3C7E9A87E5}" dt="2025-08-11T12:14:02.602" v="1608" actId="1076"/>
        <pc:sldMkLst>
          <pc:docMk/>
          <pc:sldMk cId="1526248055" sldId="572"/>
        </pc:sldMkLst>
        <pc:picChg chg="add mod">
          <ac:chgData name="Pritam Pal" userId="5f2243f0-6731-4cc6-93af-24a493b1dffc" providerId="ADAL" clId="{1B8F4792-A016-4EE3-BD40-6C3C7E9A87E5}" dt="2025-08-11T12:14:02.602" v="1608" actId="1076"/>
          <ac:picMkLst>
            <pc:docMk/>
            <pc:sldMk cId="1526248055" sldId="572"/>
            <ac:picMk id="17" creationId="{0306EAE1-D23B-BF3E-D4DF-E9B32E85CA20}"/>
          </ac:picMkLst>
        </pc:picChg>
      </pc:sldChg>
      <pc:sldChg chg="addSp delSp modSp mod modAnim">
        <pc:chgData name="Pritam Pal" userId="5f2243f0-6731-4cc6-93af-24a493b1dffc" providerId="ADAL" clId="{1B8F4792-A016-4EE3-BD40-6C3C7E9A87E5}" dt="2025-08-12T06:52:55.009" v="2782" actId="207"/>
        <pc:sldMkLst>
          <pc:docMk/>
          <pc:sldMk cId="1568168354" sldId="573"/>
        </pc:sldMkLst>
        <pc:spChg chg="mod">
          <ac:chgData name="Pritam Pal" userId="5f2243f0-6731-4cc6-93af-24a493b1dffc" providerId="ADAL" clId="{1B8F4792-A016-4EE3-BD40-6C3C7E9A87E5}" dt="2025-08-12T06:49:37.221" v="2762" actId="108"/>
          <ac:spMkLst>
            <pc:docMk/>
            <pc:sldMk cId="1568168354" sldId="573"/>
            <ac:spMk id="8" creationId="{34BBD229-4488-5C70-64C5-F5405C41489F}"/>
          </ac:spMkLst>
        </pc:spChg>
        <pc:spChg chg="mod">
          <ac:chgData name="Pritam Pal" userId="5f2243f0-6731-4cc6-93af-24a493b1dffc" providerId="ADAL" clId="{1B8F4792-A016-4EE3-BD40-6C3C7E9A87E5}" dt="2025-08-12T06:52:55.009" v="2782" actId="207"/>
          <ac:spMkLst>
            <pc:docMk/>
            <pc:sldMk cId="1568168354" sldId="573"/>
            <ac:spMk id="9" creationId="{1F46C748-95B7-D9ED-31A9-BD2EDE8DBFB0}"/>
          </ac:spMkLst>
        </pc:spChg>
        <pc:spChg chg="mod">
          <ac:chgData name="Pritam Pal" userId="5f2243f0-6731-4cc6-93af-24a493b1dffc" providerId="ADAL" clId="{1B8F4792-A016-4EE3-BD40-6C3C7E9A87E5}" dt="2025-08-12T06:50:57.340" v="2773" actId="207"/>
          <ac:spMkLst>
            <pc:docMk/>
            <pc:sldMk cId="1568168354" sldId="573"/>
            <ac:spMk id="10" creationId="{0AE2F7B2-18EC-A8DA-E2D1-B646E68F8ED0}"/>
          </ac:spMkLst>
        </pc:spChg>
        <pc:spChg chg="mod">
          <ac:chgData name="Pritam Pal" userId="5f2243f0-6731-4cc6-93af-24a493b1dffc" providerId="ADAL" clId="{1B8F4792-A016-4EE3-BD40-6C3C7E9A87E5}" dt="2025-08-12T06:50:57.340" v="2773" actId="207"/>
          <ac:spMkLst>
            <pc:docMk/>
            <pc:sldMk cId="1568168354" sldId="573"/>
            <ac:spMk id="11" creationId="{60FC5A1B-912F-C8F5-8262-7FEF34D0DECC}"/>
          </ac:spMkLst>
        </pc:spChg>
        <pc:spChg chg="mod">
          <ac:chgData name="Pritam Pal" userId="5f2243f0-6731-4cc6-93af-24a493b1dffc" providerId="ADAL" clId="{1B8F4792-A016-4EE3-BD40-6C3C7E9A87E5}" dt="2025-08-12T06:49:37.221" v="2762" actId="108"/>
          <ac:spMkLst>
            <pc:docMk/>
            <pc:sldMk cId="1568168354" sldId="573"/>
            <ac:spMk id="12" creationId="{DB48ED73-A447-CFFF-ACD5-6E21BA579FAC}"/>
          </ac:spMkLst>
        </pc:spChg>
        <pc:spChg chg="mod">
          <ac:chgData name="Pritam Pal" userId="5f2243f0-6731-4cc6-93af-24a493b1dffc" providerId="ADAL" clId="{1B8F4792-A016-4EE3-BD40-6C3C7E9A87E5}" dt="2025-08-12T06:49:37.221" v="2762" actId="108"/>
          <ac:spMkLst>
            <pc:docMk/>
            <pc:sldMk cId="1568168354" sldId="573"/>
            <ac:spMk id="13" creationId="{9DE59363-C9A5-B759-23AF-2637BFBA977A}"/>
          </ac:spMkLst>
        </pc:spChg>
        <pc:spChg chg="mod">
          <ac:chgData name="Pritam Pal" userId="5f2243f0-6731-4cc6-93af-24a493b1dffc" providerId="ADAL" clId="{1B8F4792-A016-4EE3-BD40-6C3C7E9A87E5}" dt="2025-08-12T06:49:45.014" v="2763" actId="207"/>
          <ac:spMkLst>
            <pc:docMk/>
            <pc:sldMk cId="1568168354" sldId="573"/>
            <ac:spMk id="14" creationId="{2F323627-D8E8-A8AB-24DA-87C1DF60110C}"/>
          </ac:spMkLst>
        </pc:spChg>
        <pc:spChg chg="mod">
          <ac:chgData name="Pritam Pal" userId="5f2243f0-6731-4cc6-93af-24a493b1dffc" providerId="ADAL" clId="{1B8F4792-A016-4EE3-BD40-6C3C7E9A87E5}" dt="2025-08-12T06:49:37.221" v="2762" actId="108"/>
          <ac:spMkLst>
            <pc:docMk/>
            <pc:sldMk cId="1568168354" sldId="573"/>
            <ac:spMk id="15" creationId="{06D50AB3-BE34-895F-FF5B-FE0264FE67EE}"/>
          </ac:spMkLst>
        </pc:spChg>
        <pc:spChg chg="mod">
          <ac:chgData name="Pritam Pal" userId="5f2243f0-6731-4cc6-93af-24a493b1dffc" providerId="ADAL" clId="{1B8F4792-A016-4EE3-BD40-6C3C7E9A87E5}" dt="2025-08-12T06:50:18.900" v="2770" actId="113"/>
          <ac:spMkLst>
            <pc:docMk/>
            <pc:sldMk cId="1568168354" sldId="573"/>
            <ac:spMk id="18" creationId="{9AFAFF8F-DB12-914C-90B3-8D2FC16DC4CD}"/>
          </ac:spMkLst>
        </pc:spChg>
        <pc:spChg chg="mod">
          <ac:chgData name="Pritam Pal" userId="5f2243f0-6731-4cc6-93af-24a493b1dffc" providerId="ADAL" clId="{1B8F4792-A016-4EE3-BD40-6C3C7E9A87E5}" dt="2025-08-12T06:47:52.310" v="2743" actId="165"/>
          <ac:spMkLst>
            <pc:docMk/>
            <pc:sldMk cId="1568168354" sldId="573"/>
            <ac:spMk id="21" creationId="{265DAB44-CE8F-302B-6817-7FB69A9ADD6E}"/>
          </ac:spMkLst>
        </pc:spChg>
        <pc:spChg chg="mod">
          <ac:chgData name="Pritam Pal" userId="5f2243f0-6731-4cc6-93af-24a493b1dffc" providerId="ADAL" clId="{1B8F4792-A016-4EE3-BD40-6C3C7E9A87E5}" dt="2025-08-12T06:47:52.310" v="2743" actId="165"/>
          <ac:spMkLst>
            <pc:docMk/>
            <pc:sldMk cId="1568168354" sldId="573"/>
            <ac:spMk id="23" creationId="{658FFA1E-9CCE-6BBF-2ACB-FB22962C63EA}"/>
          </ac:spMkLst>
        </pc:spChg>
        <pc:spChg chg="mod">
          <ac:chgData name="Pritam Pal" userId="5f2243f0-6731-4cc6-93af-24a493b1dffc" providerId="ADAL" clId="{1B8F4792-A016-4EE3-BD40-6C3C7E9A87E5}" dt="2025-08-12T06:50:11.598" v="2769" actId="255"/>
          <ac:spMkLst>
            <pc:docMk/>
            <pc:sldMk cId="1568168354" sldId="573"/>
            <ac:spMk id="27" creationId="{578FA199-32F1-0E17-B869-4880F5B81008}"/>
          </ac:spMkLst>
        </pc:spChg>
        <pc:spChg chg="mod">
          <ac:chgData name="Pritam Pal" userId="5f2243f0-6731-4cc6-93af-24a493b1dffc" providerId="ADAL" clId="{1B8F4792-A016-4EE3-BD40-6C3C7E9A87E5}" dt="2025-08-12T06:49:28.517" v="2757" actId="108"/>
          <ac:spMkLst>
            <pc:docMk/>
            <pc:sldMk cId="1568168354" sldId="573"/>
            <ac:spMk id="28" creationId="{48ECAA69-6200-D7ED-7A66-3A671AD11C0F}"/>
          </ac:spMkLst>
        </pc:spChg>
        <pc:spChg chg="mod">
          <ac:chgData name="Pritam Pal" userId="5f2243f0-6731-4cc6-93af-24a493b1dffc" providerId="ADAL" clId="{1B8F4792-A016-4EE3-BD40-6C3C7E9A87E5}" dt="2025-08-12T06:49:28.517" v="2757" actId="108"/>
          <ac:spMkLst>
            <pc:docMk/>
            <pc:sldMk cId="1568168354" sldId="573"/>
            <ac:spMk id="30" creationId="{415C45B6-E3D0-2F93-85AB-21D2143710AF}"/>
          </ac:spMkLst>
        </pc:spChg>
        <pc:spChg chg="mod">
          <ac:chgData name="Pritam Pal" userId="5f2243f0-6731-4cc6-93af-24a493b1dffc" providerId="ADAL" clId="{1B8F4792-A016-4EE3-BD40-6C3C7E9A87E5}" dt="2025-08-12T06:49:28.517" v="2757" actId="108"/>
          <ac:spMkLst>
            <pc:docMk/>
            <pc:sldMk cId="1568168354" sldId="573"/>
            <ac:spMk id="31" creationId="{5914B295-ED8F-FE46-9C4F-77EA049BB55C}"/>
          </ac:spMkLst>
        </pc:spChg>
        <pc:spChg chg="mod">
          <ac:chgData name="Pritam Pal" userId="5f2243f0-6731-4cc6-93af-24a493b1dffc" providerId="ADAL" clId="{1B8F4792-A016-4EE3-BD40-6C3C7E9A87E5}" dt="2025-08-12T06:51:16.200" v="2776" actId="113"/>
          <ac:spMkLst>
            <pc:docMk/>
            <pc:sldMk cId="1568168354" sldId="573"/>
            <ac:spMk id="34" creationId="{E596BBE6-7FA4-858B-C47D-430E2B9448D5}"/>
          </ac:spMkLst>
        </pc:spChg>
        <pc:spChg chg="mod">
          <ac:chgData name="Pritam Pal" userId="5f2243f0-6731-4cc6-93af-24a493b1dffc" providerId="ADAL" clId="{1B8F4792-A016-4EE3-BD40-6C3C7E9A87E5}" dt="2025-08-12T06:51:04.130" v="2774" actId="207"/>
          <ac:spMkLst>
            <pc:docMk/>
            <pc:sldMk cId="1568168354" sldId="573"/>
            <ac:spMk id="35" creationId="{BFA00C62-C234-E260-71A0-455F2CDBC961}"/>
          </ac:spMkLst>
        </pc:spChg>
        <pc:spChg chg="mod">
          <ac:chgData name="Pritam Pal" userId="5f2243f0-6731-4cc6-93af-24a493b1dffc" providerId="ADAL" clId="{1B8F4792-A016-4EE3-BD40-6C3C7E9A87E5}" dt="2025-08-12T06:51:04.130" v="2774" actId="207"/>
          <ac:spMkLst>
            <pc:docMk/>
            <pc:sldMk cId="1568168354" sldId="573"/>
            <ac:spMk id="37" creationId="{A9FDD1D3-7674-6BA9-B97D-46F44D4DF2DB}"/>
          </ac:spMkLst>
        </pc:spChg>
        <pc:spChg chg="mod">
          <ac:chgData name="Pritam Pal" userId="5f2243f0-6731-4cc6-93af-24a493b1dffc" providerId="ADAL" clId="{1B8F4792-A016-4EE3-BD40-6C3C7E9A87E5}" dt="2025-08-12T06:51:04.130" v="2774" actId="207"/>
          <ac:spMkLst>
            <pc:docMk/>
            <pc:sldMk cId="1568168354" sldId="573"/>
            <ac:spMk id="38" creationId="{1BD8DBB1-D02F-8C1E-3752-47CB8B85800C}"/>
          </ac:spMkLst>
        </pc:spChg>
        <pc:spChg chg="mod">
          <ac:chgData name="Pritam Pal" userId="5f2243f0-6731-4cc6-93af-24a493b1dffc" providerId="ADAL" clId="{1B8F4792-A016-4EE3-BD40-6C3C7E9A87E5}" dt="2025-08-12T06:51:12.439" v="2775" actId="113"/>
          <ac:spMkLst>
            <pc:docMk/>
            <pc:sldMk cId="1568168354" sldId="573"/>
            <ac:spMk id="41" creationId="{89B73112-33C0-F76B-15EA-43C5EC41D778}"/>
          </ac:spMkLst>
        </pc:spChg>
        <pc:spChg chg="mod">
          <ac:chgData name="Pritam Pal" userId="5f2243f0-6731-4cc6-93af-24a493b1dffc" providerId="ADAL" clId="{1B8F4792-A016-4EE3-BD40-6C3C7E9A87E5}" dt="2025-08-12T06:51:04.130" v="2774" actId="207"/>
          <ac:spMkLst>
            <pc:docMk/>
            <pc:sldMk cId="1568168354" sldId="573"/>
            <ac:spMk id="42" creationId="{73CD69F0-2137-DAEC-D11E-C01F630C3260}"/>
          </ac:spMkLst>
        </pc:spChg>
        <pc:spChg chg="mod">
          <ac:chgData name="Pritam Pal" userId="5f2243f0-6731-4cc6-93af-24a493b1dffc" providerId="ADAL" clId="{1B8F4792-A016-4EE3-BD40-6C3C7E9A87E5}" dt="2025-08-12T06:51:04.130" v="2774" actId="207"/>
          <ac:spMkLst>
            <pc:docMk/>
            <pc:sldMk cId="1568168354" sldId="573"/>
            <ac:spMk id="43" creationId="{FC2B23AA-1944-4BE0-543D-D51A3F8EE048}"/>
          </ac:spMkLst>
        </pc:spChg>
        <pc:spChg chg="mod">
          <ac:chgData name="Pritam Pal" userId="5f2243f0-6731-4cc6-93af-24a493b1dffc" providerId="ADAL" clId="{1B8F4792-A016-4EE3-BD40-6C3C7E9A87E5}" dt="2025-08-12T06:51:04.130" v="2774" actId="207"/>
          <ac:spMkLst>
            <pc:docMk/>
            <pc:sldMk cId="1568168354" sldId="573"/>
            <ac:spMk id="44" creationId="{B4E84ABE-EE36-8804-2ADA-F2ACC97D35FF}"/>
          </ac:spMkLst>
        </pc:spChg>
        <pc:spChg chg="mod">
          <ac:chgData name="Pritam Pal" userId="5f2243f0-6731-4cc6-93af-24a493b1dffc" providerId="ADAL" clId="{1B8F4792-A016-4EE3-BD40-6C3C7E9A87E5}" dt="2025-08-12T06:49:55.463" v="2766" actId="207"/>
          <ac:spMkLst>
            <pc:docMk/>
            <pc:sldMk cId="1568168354" sldId="573"/>
            <ac:spMk id="47" creationId="{D76B8A18-8A55-CD53-8366-DF12E7176162}"/>
          </ac:spMkLst>
        </pc:spChg>
        <pc:spChg chg="mod">
          <ac:chgData name="Pritam Pal" userId="5f2243f0-6731-4cc6-93af-24a493b1dffc" providerId="ADAL" clId="{1B8F4792-A016-4EE3-BD40-6C3C7E9A87E5}" dt="2025-08-12T06:49:31.023" v="2758" actId="108"/>
          <ac:spMkLst>
            <pc:docMk/>
            <pc:sldMk cId="1568168354" sldId="573"/>
            <ac:spMk id="48" creationId="{B79BF7A1-1DC5-9AA7-BA98-DC651C006ECD}"/>
          </ac:spMkLst>
        </pc:spChg>
        <pc:spChg chg="mod">
          <ac:chgData name="Pritam Pal" userId="5f2243f0-6731-4cc6-93af-24a493b1dffc" providerId="ADAL" clId="{1B8F4792-A016-4EE3-BD40-6C3C7E9A87E5}" dt="2025-08-12T06:49:31.023" v="2758" actId="108"/>
          <ac:spMkLst>
            <pc:docMk/>
            <pc:sldMk cId="1568168354" sldId="573"/>
            <ac:spMk id="50" creationId="{EBFC0CF1-0859-AA37-AFEB-3896129C72C1}"/>
          </ac:spMkLst>
        </pc:spChg>
        <pc:spChg chg="mod">
          <ac:chgData name="Pritam Pal" userId="5f2243f0-6731-4cc6-93af-24a493b1dffc" providerId="ADAL" clId="{1B8F4792-A016-4EE3-BD40-6C3C7E9A87E5}" dt="2025-08-12T06:49:31.023" v="2758" actId="108"/>
          <ac:spMkLst>
            <pc:docMk/>
            <pc:sldMk cId="1568168354" sldId="573"/>
            <ac:spMk id="51" creationId="{5B68EE27-E1D6-E1DA-4077-9DD326C6A6DF}"/>
          </ac:spMkLst>
        </pc:spChg>
        <pc:spChg chg="mod">
          <ac:chgData name="Pritam Pal" userId="5f2243f0-6731-4cc6-93af-24a493b1dffc" providerId="ADAL" clId="{1B8F4792-A016-4EE3-BD40-6C3C7E9A87E5}" dt="2025-08-12T06:50:29.968" v="2771" actId="113"/>
          <ac:spMkLst>
            <pc:docMk/>
            <pc:sldMk cId="1568168354" sldId="573"/>
            <ac:spMk id="54" creationId="{6680AE6D-4BBE-EE60-71C0-DB46A9FBEB12}"/>
          </ac:spMkLst>
        </pc:spChg>
        <pc:spChg chg="mod">
          <ac:chgData name="Pritam Pal" userId="5f2243f0-6731-4cc6-93af-24a493b1dffc" providerId="ADAL" clId="{1B8F4792-A016-4EE3-BD40-6C3C7E9A87E5}" dt="2025-08-12T06:47:52.310" v="2743" actId="165"/>
          <ac:spMkLst>
            <pc:docMk/>
            <pc:sldMk cId="1568168354" sldId="573"/>
            <ac:spMk id="58" creationId="{313E693D-5F85-D1C7-1101-46DC155E4C79}"/>
          </ac:spMkLst>
        </pc:spChg>
        <pc:grpChg chg="topLvl">
          <ac:chgData name="Pritam Pal" userId="5f2243f0-6731-4cc6-93af-24a493b1dffc" providerId="ADAL" clId="{1B8F4792-A016-4EE3-BD40-6C3C7E9A87E5}" dt="2025-08-12T06:51:55.473" v="2778" actId="478"/>
          <ac:grpSpMkLst>
            <pc:docMk/>
            <pc:sldMk cId="1568168354" sldId="573"/>
            <ac:grpSpMk id="3" creationId="{66AA87D6-7FF8-1AA3-FF44-42D5322F9125}"/>
          </ac:grpSpMkLst>
        </pc:grpChg>
        <pc:grpChg chg="mod">
          <ac:chgData name="Pritam Pal" userId="5f2243f0-6731-4cc6-93af-24a493b1dffc" providerId="ADAL" clId="{1B8F4792-A016-4EE3-BD40-6C3C7E9A87E5}" dt="2025-08-12T06:47:43.010" v="2740" actId="164"/>
          <ac:grpSpMkLst>
            <pc:docMk/>
            <pc:sldMk cId="1568168354" sldId="573"/>
            <ac:grpSpMk id="16" creationId="{24DDA255-C522-08BC-3E40-39FDF2D24998}"/>
          </ac:grpSpMkLst>
        </pc:grpChg>
        <pc:grpChg chg="mod">
          <ac:chgData name="Pritam Pal" userId="5f2243f0-6731-4cc6-93af-24a493b1dffc" providerId="ADAL" clId="{1B8F4792-A016-4EE3-BD40-6C3C7E9A87E5}" dt="2025-08-12T06:47:43.010" v="2740" actId="164"/>
          <ac:grpSpMkLst>
            <pc:docMk/>
            <pc:sldMk cId="1568168354" sldId="573"/>
            <ac:grpSpMk id="25" creationId="{199D2C98-EDDE-7605-4439-B9CC97E0A5C1}"/>
          </ac:grpSpMkLst>
        </pc:grpChg>
        <pc:grpChg chg="mod">
          <ac:chgData name="Pritam Pal" userId="5f2243f0-6731-4cc6-93af-24a493b1dffc" providerId="ADAL" clId="{1B8F4792-A016-4EE3-BD40-6C3C7E9A87E5}" dt="2025-08-12T06:51:04.130" v="2774" actId="207"/>
          <ac:grpSpMkLst>
            <pc:docMk/>
            <pc:sldMk cId="1568168354" sldId="573"/>
            <ac:grpSpMk id="32" creationId="{8F2835BA-44A7-2ED9-42DC-DD194541E444}"/>
          </ac:grpSpMkLst>
        </pc:grpChg>
        <pc:grpChg chg="mod">
          <ac:chgData name="Pritam Pal" userId="5f2243f0-6731-4cc6-93af-24a493b1dffc" providerId="ADAL" clId="{1B8F4792-A016-4EE3-BD40-6C3C7E9A87E5}" dt="2025-08-12T06:51:04.130" v="2774" actId="207"/>
          <ac:grpSpMkLst>
            <pc:docMk/>
            <pc:sldMk cId="1568168354" sldId="573"/>
            <ac:grpSpMk id="39" creationId="{629FF254-28E0-8779-3D69-9BD83648BEA7}"/>
          </ac:grpSpMkLst>
        </pc:grpChg>
        <pc:grpChg chg="mod">
          <ac:chgData name="Pritam Pal" userId="5f2243f0-6731-4cc6-93af-24a493b1dffc" providerId="ADAL" clId="{1B8F4792-A016-4EE3-BD40-6C3C7E9A87E5}" dt="2025-08-12T06:47:43.010" v="2740" actId="164"/>
          <ac:grpSpMkLst>
            <pc:docMk/>
            <pc:sldMk cId="1568168354" sldId="573"/>
            <ac:grpSpMk id="45" creationId="{AEF74737-2D91-775A-E6C5-720EA1F78852}"/>
          </ac:grpSpMkLst>
        </pc:grpChg>
        <pc:grpChg chg="mod">
          <ac:chgData name="Pritam Pal" userId="5f2243f0-6731-4cc6-93af-24a493b1dffc" providerId="ADAL" clId="{1B8F4792-A016-4EE3-BD40-6C3C7E9A87E5}" dt="2025-08-12T06:47:43.010" v="2740" actId="164"/>
          <ac:grpSpMkLst>
            <pc:docMk/>
            <pc:sldMk cId="1568168354" sldId="573"/>
            <ac:grpSpMk id="52" creationId="{70B27E90-50BF-7F6E-DB3F-171C6261F929}"/>
          </ac:grpSpMkLst>
        </pc:grpChg>
        <pc:picChg chg="add mod">
          <ac:chgData name="Pritam Pal" userId="5f2243f0-6731-4cc6-93af-24a493b1dffc" providerId="ADAL" clId="{1B8F4792-A016-4EE3-BD40-6C3C7E9A87E5}" dt="2025-08-12T06:52:48.261" v="2781" actId="1076"/>
          <ac:picMkLst>
            <pc:docMk/>
            <pc:sldMk cId="1568168354" sldId="573"/>
            <ac:picMk id="61" creationId="{D14354B6-6A4D-CA06-E6C0-923390764D59}"/>
          </ac:picMkLst>
        </pc:picChg>
      </pc:sldChg>
      <pc:sldChg chg="addSp delSp modSp mod">
        <pc:chgData name="Pritam Pal" userId="5f2243f0-6731-4cc6-93af-24a493b1dffc" providerId="ADAL" clId="{1B8F4792-A016-4EE3-BD40-6C3C7E9A87E5}" dt="2025-08-12T06:56:31.706" v="2815" actId="11530"/>
        <pc:sldMkLst>
          <pc:docMk/>
          <pc:sldMk cId="2169430196" sldId="575"/>
        </pc:sldMkLst>
        <pc:spChg chg="add mod">
          <ac:chgData name="Pritam Pal" userId="5f2243f0-6731-4cc6-93af-24a493b1dffc" providerId="ADAL" clId="{1B8F4792-A016-4EE3-BD40-6C3C7E9A87E5}" dt="2025-08-12T06:54:32.638" v="2788" actId="11530"/>
          <ac:spMkLst>
            <pc:docMk/>
            <pc:sldMk cId="2169430196" sldId="575"/>
            <ac:spMk id="2" creationId="{1661BA4B-CDB1-F0FB-BBB2-8279BAD904C7}"/>
          </ac:spMkLst>
        </pc:spChg>
        <pc:spChg chg="add mod">
          <ac:chgData name="Pritam Pal" userId="5f2243f0-6731-4cc6-93af-24a493b1dffc" providerId="ADAL" clId="{1B8F4792-A016-4EE3-BD40-6C3C7E9A87E5}" dt="2025-08-12T06:55:37.784" v="2809" actId="11530"/>
          <ac:spMkLst>
            <pc:docMk/>
            <pc:sldMk cId="2169430196" sldId="575"/>
            <ac:spMk id="4" creationId="{A1DBD2C7-85D6-F7EC-7CB8-F5233C5E72B2}"/>
          </ac:spMkLst>
        </pc:spChg>
        <pc:spChg chg="add mod">
          <ac:chgData name="Pritam Pal" userId="5f2243f0-6731-4cc6-93af-24a493b1dffc" providerId="ADAL" clId="{1B8F4792-A016-4EE3-BD40-6C3C7E9A87E5}" dt="2025-08-12T06:56:31.706" v="2815" actId="11530"/>
          <ac:spMkLst>
            <pc:docMk/>
            <pc:sldMk cId="2169430196" sldId="575"/>
            <ac:spMk id="6" creationId="{74D1EE71-C634-0F8F-647B-B51BA6255DD8}"/>
          </ac:spMkLst>
        </pc:spChg>
        <pc:spChg chg="mod ord">
          <ac:chgData name="Pritam Pal" userId="5f2243f0-6731-4cc6-93af-24a493b1dffc" providerId="ADAL" clId="{1B8F4792-A016-4EE3-BD40-6C3C7E9A87E5}" dt="2025-08-12T06:53:53.265" v="2785" actId="207"/>
          <ac:spMkLst>
            <pc:docMk/>
            <pc:sldMk cId="2169430196" sldId="575"/>
            <ac:spMk id="75" creationId="{60A4EB7B-64E9-CA68-9824-21D46E8DB1A8}"/>
          </ac:spMkLst>
        </pc:spChg>
        <pc:spChg chg="mod ord">
          <ac:chgData name="Pritam Pal" userId="5f2243f0-6731-4cc6-93af-24a493b1dffc" providerId="ADAL" clId="{1B8F4792-A016-4EE3-BD40-6C3C7E9A87E5}" dt="2025-08-12T06:55:12.684" v="2807" actId="1037"/>
          <ac:spMkLst>
            <pc:docMk/>
            <pc:sldMk cId="2169430196" sldId="575"/>
            <ac:spMk id="76" creationId="{172F78E8-4159-12F3-B524-F19734B33A25}"/>
          </ac:spMkLst>
        </pc:spChg>
        <pc:spChg chg="mod ord">
          <ac:chgData name="Pritam Pal" userId="5f2243f0-6731-4cc6-93af-24a493b1dffc" providerId="ADAL" clId="{1B8F4792-A016-4EE3-BD40-6C3C7E9A87E5}" dt="2025-08-12T06:56:12.412" v="2813" actId="122"/>
          <ac:spMkLst>
            <pc:docMk/>
            <pc:sldMk cId="2169430196" sldId="575"/>
            <ac:spMk id="77" creationId="{52C0ED66-FABB-7B6E-A6AB-ADCED49FE635}"/>
          </ac:spMkLst>
        </pc:spChg>
        <pc:grpChg chg="add mod">
          <ac:chgData name="Pritam Pal" userId="5f2243f0-6731-4cc6-93af-24a493b1dffc" providerId="ADAL" clId="{1B8F4792-A016-4EE3-BD40-6C3C7E9A87E5}" dt="2025-08-11T13:25:23.362" v="1912" actId="164"/>
          <ac:grpSpMkLst>
            <pc:docMk/>
            <pc:sldMk cId="2169430196" sldId="575"/>
            <ac:grpSpMk id="7" creationId="{A982F5BD-A3FC-BC06-2584-89599E4FD948}"/>
          </ac:grpSpMkLst>
        </pc:grpChg>
        <pc:grpChg chg="add mod">
          <ac:chgData name="Pritam Pal" userId="5f2243f0-6731-4cc6-93af-24a493b1dffc" providerId="ADAL" clId="{1B8F4792-A016-4EE3-BD40-6C3C7E9A87E5}" dt="2025-08-11T13:25:41.661" v="1938" actId="1036"/>
          <ac:grpSpMkLst>
            <pc:docMk/>
            <pc:sldMk cId="2169430196" sldId="575"/>
            <ac:grpSpMk id="8" creationId="{293AED76-C583-6EBD-2C04-B108F52070DB}"/>
          </ac:grpSpMkLst>
        </pc:grpChg>
        <pc:grpChg chg="add mod">
          <ac:chgData name="Pritam Pal" userId="5f2243f0-6731-4cc6-93af-24a493b1dffc" providerId="ADAL" clId="{1B8F4792-A016-4EE3-BD40-6C3C7E9A87E5}" dt="2025-08-11T13:25:36.528" v="1930" actId="1036"/>
          <ac:grpSpMkLst>
            <pc:docMk/>
            <pc:sldMk cId="2169430196" sldId="575"/>
            <ac:grpSpMk id="9" creationId="{BA5D4672-E674-D706-48ED-E710A98475BC}"/>
          </ac:grpSpMkLst>
        </pc:grpChg>
      </pc:sldChg>
      <pc:sldChg chg="modSp mod">
        <pc:chgData name="Pritam Pal" userId="5f2243f0-6731-4cc6-93af-24a493b1dffc" providerId="ADAL" clId="{1B8F4792-A016-4EE3-BD40-6C3C7E9A87E5}" dt="2025-08-11T12:40:13.159" v="1665" actId="948"/>
        <pc:sldMkLst>
          <pc:docMk/>
          <pc:sldMk cId="2983227444" sldId="577"/>
        </pc:sldMkLst>
        <pc:spChg chg="mod">
          <ac:chgData name="Pritam Pal" userId="5f2243f0-6731-4cc6-93af-24a493b1dffc" providerId="ADAL" clId="{1B8F4792-A016-4EE3-BD40-6C3C7E9A87E5}" dt="2025-08-11T12:40:13.159" v="1665" actId="948"/>
          <ac:spMkLst>
            <pc:docMk/>
            <pc:sldMk cId="2983227444" sldId="577"/>
            <ac:spMk id="22" creationId="{B4B2B232-A745-F600-B528-8477C2EE630E}"/>
          </ac:spMkLst>
        </pc:spChg>
      </pc:sldChg>
      <pc:sldChg chg="addSp delSp modSp mod modAnim">
        <pc:chgData name="Pritam Pal" userId="5f2243f0-6731-4cc6-93af-24a493b1dffc" providerId="ADAL" clId="{1B8F4792-A016-4EE3-BD40-6C3C7E9A87E5}" dt="2025-08-12T06:58:26.642" v="2821" actId="1076"/>
        <pc:sldMkLst>
          <pc:docMk/>
          <pc:sldMk cId="1533788130" sldId="579"/>
        </pc:sldMkLst>
        <pc:spChg chg="mod">
          <ac:chgData name="Pritam Pal" userId="5f2243f0-6731-4cc6-93af-24a493b1dffc" providerId="ADAL" clId="{1B8F4792-A016-4EE3-BD40-6C3C7E9A87E5}" dt="2025-08-12T06:58:26.642" v="2821" actId="1076"/>
          <ac:spMkLst>
            <pc:docMk/>
            <pc:sldMk cId="1533788130" sldId="579"/>
            <ac:spMk id="7" creationId="{C532E9D1-505E-DD20-E857-09C8C5E10BFA}"/>
          </ac:spMkLst>
        </pc:spChg>
        <pc:spChg chg="mod">
          <ac:chgData name="Pritam Pal" userId="5f2243f0-6731-4cc6-93af-24a493b1dffc" providerId="ADAL" clId="{1B8F4792-A016-4EE3-BD40-6C3C7E9A87E5}" dt="2025-08-12T06:58:22.952" v="2820" actId="1076"/>
          <ac:spMkLst>
            <pc:docMk/>
            <pc:sldMk cId="1533788130" sldId="579"/>
            <ac:spMk id="11" creationId="{E832DC78-74DC-8244-FE1B-54423A3FAD7C}"/>
          </ac:spMkLst>
        </pc:spChg>
        <pc:spChg chg="mod">
          <ac:chgData name="Pritam Pal" userId="5f2243f0-6731-4cc6-93af-24a493b1dffc" providerId="ADAL" clId="{1B8F4792-A016-4EE3-BD40-6C3C7E9A87E5}" dt="2025-08-12T06:57:33.088" v="2817"/>
          <ac:spMkLst>
            <pc:docMk/>
            <pc:sldMk cId="1533788130" sldId="579"/>
            <ac:spMk id="13" creationId="{D0DA775B-B9DB-C30A-2A1A-8E101920FB37}"/>
          </ac:spMkLst>
        </pc:spChg>
        <pc:spChg chg="mod">
          <ac:chgData name="Pritam Pal" userId="5f2243f0-6731-4cc6-93af-24a493b1dffc" providerId="ADAL" clId="{1B8F4792-A016-4EE3-BD40-6C3C7E9A87E5}" dt="2025-08-12T06:57:33.088" v="2817"/>
          <ac:spMkLst>
            <pc:docMk/>
            <pc:sldMk cId="1533788130" sldId="579"/>
            <ac:spMk id="14" creationId="{56EBB0AC-3000-DF59-D550-3FC8348B4689}"/>
          </ac:spMkLst>
        </pc:spChg>
        <pc:spChg chg="mod">
          <ac:chgData name="Pritam Pal" userId="5f2243f0-6731-4cc6-93af-24a493b1dffc" providerId="ADAL" clId="{1B8F4792-A016-4EE3-BD40-6C3C7E9A87E5}" dt="2025-08-12T06:57:33.088" v="2817"/>
          <ac:spMkLst>
            <pc:docMk/>
            <pc:sldMk cId="1533788130" sldId="579"/>
            <ac:spMk id="15" creationId="{99745817-9E37-50F4-4464-4EF136085067}"/>
          </ac:spMkLst>
        </pc:spChg>
        <pc:spChg chg="mod">
          <ac:chgData name="Pritam Pal" userId="5f2243f0-6731-4cc6-93af-24a493b1dffc" providerId="ADAL" clId="{1B8F4792-A016-4EE3-BD40-6C3C7E9A87E5}" dt="2025-08-12T06:57:33.088" v="2817"/>
          <ac:spMkLst>
            <pc:docMk/>
            <pc:sldMk cId="1533788130" sldId="579"/>
            <ac:spMk id="18" creationId="{7AE2E991-D908-C892-68C7-571FB0EF2308}"/>
          </ac:spMkLst>
        </pc:spChg>
        <pc:spChg chg="mod">
          <ac:chgData name="Pritam Pal" userId="5f2243f0-6731-4cc6-93af-24a493b1dffc" providerId="ADAL" clId="{1B8F4792-A016-4EE3-BD40-6C3C7E9A87E5}" dt="2025-08-12T06:57:33.088" v="2817"/>
          <ac:spMkLst>
            <pc:docMk/>
            <pc:sldMk cId="1533788130" sldId="579"/>
            <ac:spMk id="19" creationId="{D75B8951-DA15-B4F1-1E17-01734159823C}"/>
          </ac:spMkLst>
        </pc:spChg>
        <pc:spChg chg="mod">
          <ac:chgData name="Pritam Pal" userId="5f2243f0-6731-4cc6-93af-24a493b1dffc" providerId="ADAL" clId="{1B8F4792-A016-4EE3-BD40-6C3C7E9A87E5}" dt="2025-08-12T06:57:33.088" v="2817"/>
          <ac:spMkLst>
            <pc:docMk/>
            <pc:sldMk cId="1533788130" sldId="579"/>
            <ac:spMk id="22" creationId="{4D8EC046-A88A-969B-C241-677C5DB7837F}"/>
          </ac:spMkLst>
        </pc:spChg>
        <pc:spChg chg="mod">
          <ac:chgData name="Pritam Pal" userId="5f2243f0-6731-4cc6-93af-24a493b1dffc" providerId="ADAL" clId="{1B8F4792-A016-4EE3-BD40-6C3C7E9A87E5}" dt="2025-08-12T06:57:33.088" v="2817"/>
          <ac:spMkLst>
            <pc:docMk/>
            <pc:sldMk cId="1533788130" sldId="579"/>
            <ac:spMk id="32" creationId="{6AC85D84-C0E8-D1B3-49A9-915C65D5F08A}"/>
          </ac:spMkLst>
        </pc:spChg>
        <pc:spChg chg="mod">
          <ac:chgData name="Pritam Pal" userId="5f2243f0-6731-4cc6-93af-24a493b1dffc" providerId="ADAL" clId="{1B8F4792-A016-4EE3-BD40-6C3C7E9A87E5}" dt="2025-08-12T06:57:33.088" v="2817"/>
          <ac:spMkLst>
            <pc:docMk/>
            <pc:sldMk cId="1533788130" sldId="579"/>
            <ac:spMk id="35" creationId="{FD5756CA-BDF0-240B-D5B7-43D4E2913004}"/>
          </ac:spMkLst>
        </pc:spChg>
        <pc:spChg chg="mod">
          <ac:chgData name="Pritam Pal" userId="5f2243f0-6731-4cc6-93af-24a493b1dffc" providerId="ADAL" clId="{1B8F4792-A016-4EE3-BD40-6C3C7E9A87E5}" dt="2025-08-12T06:57:33.088" v="2817"/>
          <ac:spMkLst>
            <pc:docMk/>
            <pc:sldMk cId="1533788130" sldId="579"/>
            <ac:spMk id="36" creationId="{CB1ED53B-1C92-C2FB-E300-CD190A01872F}"/>
          </ac:spMkLst>
        </pc:spChg>
        <pc:spChg chg="mod">
          <ac:chgData name="Pritam Pal" userId="5f2243f0-6731-4cc6-93af-24a493b1dffc" providerId="ADAL" clId="{1B8F4792-A016-4EE3-BD40-6C3C7E9A87E5}" dt="2025-08-12T06:57:33.088" v="2817"/>
          <ac:spMkLst>
            <pc:docMk/>
            <pc:sldMk cId="1533788130" sldId="579"/>
            <ac:spMk id="37" creationId="{D2949299-61D5-F0D5-AD27-FCF9C5CAE168}"/>
          </ac:spMkLst>
        </pc:spChg>
        <pc:grpChg chg="mod">
          <ac:chgData name="Pritam Pal" userId="5f2243f0-6731-4cc6-93af-24a493b1dffc" providerId="ADAL" clId="{1B8F4792-A016-4EE3-BD40-6C3C7E9A87E5}" dt="2025-08-12T06:57:43.853" v="2818" actId="1076"/>
          <ac:grpSpMkLst>
            <pc:docMk/>
            <pc:sldMk cId="1533788130" sldId="579"/>
            <ac:grpSpMk id="3" creationId="{609F4F9D-5D59-18D7-434A-6F5B13C17D6F}"/>
          </ac:grpSpMkLst>
        </pc:grpChg>
        <pc:grpChg chg="mod">
          <ac:chgData name="Pritam Pal" userId="5f2243f0-6731-4cc6-93af-24a493b1dffc" providerId="ADAL" clId="{1B8F4792-A016-4EE3-BD40-6C3C7E9A87E5}" dt="2025-08-12T06:57:43.853" v="2818" actId="1076"/>
          <ac:grpSpMkLst>
            <pc:docMk/>
            <pc:sldMk cId="1533788130" sldId="579"/>
            <ac:grpSpMk id="21" creationId="{230F3E1D-093C-3ABA-CDA8-03BD1F31D06C}"/>
          </ac:grpSpMkLst>
        </pc:grpChg>
        <pc:grpChg chg="mod">
          <ac:chgData name="Pritam Pal" userId="5f2243f0-6731-4cc6-93af-24a493b1dffc" providerId="ADAL" clId="{1B8F4792-A016-4EE3-BD40-6C3C7E9A87E5}" dt="2025-08-12T06:57:43.853" v="2818" actId="1076"/>
          <ac:grpSpMkLst>
            <pc:docMk/>
            <pc:sldMk cId="1533788130" sldId="579"/>
            <ac:grpSpMk id="31" creationId="{F43E0391-912B-94DE-7E59-84FE76C91D78}"/>
          </ac:grpSpMkLst>
        </pc:grpChg>
      </pc:sldChg>
      <pc:sldChg chg="addSp delSp modSp mod">
        <pc:chgData name="Pritam Pal" userId="5f2243f0-6731-4cc6-93af-24a493b1dffc" providerId="ADAL" clId="{1B8F4792-A016-4EE3-BD40-6C3C7E9A87E5}" dt="2025-08-11T12:23:36.673" v="1654" actId="1076"/>
        <pc:sldMkLst>
          <pc:docMk/>
          <pc:sldMk cId="902137619" sldId="580"/>
        </pc:sldMkLst>
        <pc:spChg chg="mod">
          <ac:chgData name="Pritam Pal" userId="5f2243f0-6731-4cc6-93af-24a493b1dffc" providerId="ADAL" clId="{1B8F4792-A016-4EE3-BD40-6C3C7E9A87E5}" dt="2025-08-11T12:17:20.142" v="1620" actId="1076"/>
          <ac:spMkLst>
            <pc:docMk/>
            <pc:sldMk cId="902137619" sldId="580"/>
            <ac:spMk id="37" creationId="{588EEE89-1750-8F59-CAB4-0A20EF6BCE6E}"/>
          </ac:spMkLst>
        </pc:spChg>
        <pc:spChg chg="mod">
          <ac:chgData name="Pritam Pal" userId="5f2243f0-6731-4cc6-93af-24a493b1dffc" providerId="ADAL" clId="{1B8F4792-A016-4EE3-BD40-6C3C7E9A87E5}" dt="2025-08-11T12:19:40.543" v="1623"/>
          <ac:spMkLst>
            <pc:docMk/>
            <pc:sldMk cId="902137619" sldId="580"/>
            <ac:spMk id="38" creationId="{0E050FCB-B923-80FC-AF59-3F66420F77D0}"/>
          </ac:spMkLst>
        </pc:spChg>
        <pc:spChg chg="mod">
          <ac:chgData name="Pritam Pal" userId="5f2243f0-6731-4cc6-93af-24a493b1dffc" providerId="ADAL" clId="{1B8F4792-A016-4EE3-BD40-6C3C7E9A87E5}" dt="2025-08-11T12:17:27.415" v="1622" actId="1076"/>
          <ac:spMkLst>
            <pc:docMk/>
            <pc:sldMk cId="902137619" sldId="580"/>
            <ac:spMk id="39" creationId="{E4E12957-2A03-3CA4-F20B-4C92F9289BF5}"/>
          </ac:spMkLst>
        </pc:spChg>
        <pc:picChg chg="add mod">
          <ac:chgData name="Pritam Pal" userId="5f2243f0-6731-4cc6-93af-24a493b1dffc" providerId="ADAL" clId="{1B8F4792-A016-4EE3-BD40-6C3C7E9A87E5}" dt="2025-08-11T12:22:24.963" v="1643" actId="1076"/>
          <ac:picMkLst>
            <pc:docMk/>
            <pc:sldMk cId="902137619" sldId="580"/>
            <ac:picMk id="23" creationId="{147BDDD0-300C-4FD2-B21D-9404B0512456}"/>
          </ac:picMkLst>
        </pc:picChg>
        <pc:picChg chg="add mod">
          <ac:chgData name="Pritam Pal" userId="5f2243f0-6731-4cc6-93af-24a493b1dffc" providerId="ADAL" clId="{1B8F4792-A016-4EE3-BD40-6C3C7E9A87E5}" dt="2025-08-11T12:22:56.601" v="1648" actId="1076"/>
          <ac:picMkLst>
            <pc:docMk/>
            <pc:sldMk cId="902137619" sldId="580"/>
            <ac:picMk id="26" creationId="{8B03BBC3-527F-810E-85D8-3E32231763A7}"/>
          </ac:picMkLst>
        </pc:picChg>
        <pc:picChg chg="add mod">
          <ac:chgData name="Pritam Pal" userId="5f2243f0-6731-4cc6-93af-24a493b1dffc" providerId="ADAL" clId="{1B8F4792-A016-4EE3-BD40-6C3C7E9A87E5}" dt="2025-08-11T12:23:36.673" v="1654" actId="1076"/>
          <ac:picMkLst>
            <pc:docMk/>
            <pc:sldMk cId="902137619" sldId="580"/>
            <ac:picMk id="41" creationId="{D7F44CF5-9D17-FB45-E259-F2578E16A11A}"/>
          </ac:picMkLst>
        </pc:picChg>
      </pc:sldChg>
      <pc:sldChg chg="addSp delSp modSp mod">
        <pc:chgData name="Pritam Pal" userId="5f2243f0-6731-4cc6-93af-24a493b1dffc" providerId="ADAL" clId="{1B8F4792-A016-4EE3-BD40-6C3C7E9A87E5}" dt="2025-08-12T07:00:16.215" v="2828" actId="1076"/>
        <pc:sldMkLst>
          <pc:docMk/>
          <pc:sldMk cId="4121883734" sldId="581"/>
        </pc:sldMkLst>
        <pc:picChg chg="add mod">
          <ac:chgData name="Pritam Pal" userId="5f2243f0-6731-4cc6-93af-24a493b1dffc" providerId="ADAL" clId="{1B8F4792-A016-4EE3-BD40-6C3C7E9A87E5}" dt="2025-08-12T07:00:16.215" v="2828" actId="1076"/>
          <ac:picMkLst>
            <pc:docMk/>
            <pc:sldMk cId="4121883734" sldId="581"/>
            <ac:picMk id="13" creationId="{6FBAEE1E-2268-B3BF-BAF5-AF2317F2846B}"/>
          </ac:picMkLst>
        </pc:picChg>
      </pc:sldChg>
      <pc:sldChg chg="modSp mod">
        <pc:chgData name="Pritam Pal" userId="5f2243f0-6731-4cc6-93af-24a493b1dffc" providerId="ADAL" clId="{1B8F4792-A016-4EE3-BD40-6C3C7E9A87E5}" dt="2025-08-08T07:10:39.891" v="1038"/>
        <pc:sldMkLst>
          <pc:docMk/>
          <pc:sldMk cId="3913622703" sldId="583"/>
        </pc:sldMkLst>
        <pc:spChg chg="mod">
          <ac:chgData name="Pritam Pal" userId="5f2243f0-6731-4cc6-93af-24a493b1dffc" providerId="ADAL" clId="{1B8F4792-A016-4EE3-BD40-6C3C7E9A87E5}" dt="2025-08-08T07:10:39.891" v="1038"/>
          <ac:spMkLst>
            <pc:docMk/>
            <pc:sldMk cId="3913622703" sldId="583"/>
            <ac:spMk id="2" creationId="{C3AFEE31-4B30-1A3B-0B44-EA1BFDDA605F}"/>
          </ac:spMkLst>
        </pc:spChg>
      </pc:sldChg>
      <pc:sldChg chg="modSp mod">
        <pc:chgData name="Pritam Pal" userId="5f2243f0-6731-4cc6-93af-24a493b1dffc" providerId="ADAL" clId="{1B8F4792-A016-4EE3-BD40-6C3C7E9A87E5}" dt="2025-08-08T07:14:55.797" v="1051" actId="20577"/>
        <pc:sldMkLst>
          <pc:docMk/>
          <pc:sldMk cId="4079619134" sldId="584"/>
        </pc:sldMkLst>
        <pc:spChg chg="mod">
          <ac:chgData name="Pritam Pal" userId="5f2243f0-6731-4cc6-93af-24a493b1dffc" providerId="ADAL" clId="{1B8F4792-A016-4EE3-BD40-6C3C7E9A87E5}" dt="2025-08-08T07:14:55.797" v="1051" actId="20577"/>
          <ac:spMkLst>
            <pc:docMk/>
            <pc:sldMk cId="4079619134" sldId="584"/>
            <ac:spMk id="7" creationId="{7EB66A17-4D1F-EA0D-B729-507794FEC79E}"/>
          </ac:spMkLst>
        </pc:spChg>
        <pc:spChg chg="mod">
          <ac:chgData name="Pritam Pal" userId="5f2243f0-6731-4cc6-93af-24a493b1dffc" providerId="ADAL" clId="{1B8F4792-A016-4EE3-BD40-6C3C7E9A87E5}" dt="2025-08-08T07:13:46.667" v="1050" actId="1037"/>
          <ac:spMkLst>
            <pc:docMk/>
            <pc:sldMk cId="4079619134" sldId="584"/>
            <ac:spMk id="15" creationId="{789CB246-6294-91C1-B693-D4F6C2D41CC1}"/>
          </ac:spMkLst>
        </pc:spChg>
      </pc:sldChg>
      <pc:sldChg chg="modSp mod">
        <pc:chgData name="Pritam Pal" userId="5f2243f0-6731-4cc6-93af-24a493b1dffc" providerId="ADAL" clId="{1B8F4792-A016-4EE3-BD40-6C3C7E9A87E5}" dt="2025-08-08T08:27:01.883" v="1324" actId="20577"/>
        <pc:sldMkLst>
          <pc:docMk/>
          <pc:sldMk cId="649307131" sldId="585"/>
        </pc:sldMkLst>
        <pc:spChg chg="mod">
          <ac:chgData name="Pritam Pal" userId="5f2243f0-6731-4cc6-93af-24a493b1dffc" providerId="ADAL" clId="{1B8F4792-A016-4EE3-BD40-6C3C7E9A87E5}" dt="2025-08-08T08:27:01.883" v="1324" actId="20577"/>
          <ac:spMkLst>
            <pc:docMk/>
            <pc:sldMk cId="649307131" sldId="585"/>
            <ac:spMk id="2" creationId="{69781DC3-AC2B-6F49-C772-C5F8EA8AE8F6}"/>
          </ac:spMkLst>
        </pc:spChg>
      </pc:sldChg>
      <pc:sldChg chg="modSp del mod modShow modNotesTx">
        <pc:chgData name="Pritam Pal" userId="5f2243f0-6731-4cc6-93af-24a493b1dffc" providerId="ADAL" clId="{1B8F4792-A016-4EE3-BD40-6C3C7E9A87E5}" dt="2025-08-07T09:40:06.916" v="833" actId="47"/>
        <pc:sldMkLst>
          <pc:docMk/>
          <pc:sldMk cId="68059808" sldId="586"/>
        </pc:sldMkLst>
      </pc:sldChg>
      <pc:sldChg chg="modSp mod">
        <pc:chgData name="Pritam Pal" userId="5f2243f0-6731-4cc6-93af-24a493b1dffc" providerId="ADAL" clId="{1B8F4792-A016-4EE3-BD40-6C3C7E9A87E5}" dt="2025-08-08T07:14:59.974" v="1052" actId="20577"/>
        <pc:sldMkLst>
          <pc:docMk/>
          <pc:sldMk cId="3243860550" sldId="587"/>
        </pc:sldMkLst>
        <pc:spChg chg="mod">
          <ac:chgData name="Pritam Pal" userId="5f2243f0-6731-4cc6-93af-24a493b1dffc" providerId="ADAL" clId="{1B8F4792-A016-4EE3-BD40-6C3C7E9A87E5}" dt="2025-08-08T07:14:59.974" v="1052" actId="20577"/>
          <ac:spMkLst>
            <pc:docMk/>
            <pc:sldMk cId="3243860550" sldId="587"/>
            <ac:spMk id="6" creationId="{E29B65D9-92F6-6D04-EDAA-D69C2F8FFE0D}"/>
          </ac:spMkLst>
        </pc:spChg>
      </pc:sldChg>
      <pc:sldChg chg="modSp mod modNotesTx">
        <pc:chgData name="Pritam Pal" userId="5f2243f0-6731-4cc6-93af-24a493b1dffc" providerId="ADAL" clId="{1B8F4792-A016-4EE3-BD40-6C3C7E9A87E5}" dt="2025-08-14T10:00:37.994" v="3081" actId="20577"/>
        <pc:sldMkLst>
          <pc:docMk/>
          <pc:sldMk cId="847163728" sldId="588"/>
        </pc:sldMkLst>
        <pc:graphicFrameChg chg="modGraphic">
          <ac:chgData name="Pritam Pal" userId="5f2243f0-6731-4cc6-93af-24a493b1dffc" providerId="ADAL" clId="{1B8F4792-A016-4EE3-BD40-6C3C7E9A87E5}" dt="2025-08-08T07:15:56.532" v="1053" actId="20577"/>
          <ac:graphicFrameMkLst>
            <pc:docMk/>
            <pc:sldMk cId="847163728" sldId="588"/>
            <ac:graphicFrameMk id="25" creationId="{0C129F11-060D-589F-83EB-B8EC2C8AEEB6}"/>
          </ac:graphicFrameMkLst>
        </pc:graphicFrameChg>
      </pc:sldChg>
      <pc:sldChg chg="delSp del mod">
        <pc:chgData name="Pritam Pal" userId="5f2243f0-6731-4cc6-93af-24a493b1dffc" providerId="ADAL" clId="{1B8F4792-A016-4EE3-BD40-6C3C7E9A87E5}" dt="2025-08-11T12:02:13.990" v="1587" actId="47"/>
        <pc:sldMkLst>
          <pc:docMk/>
          <pc:sldMk cId="3041744977" sldId="595"/>
        </pc:sldMkLst>
      </pc:sldChg>
      <pc:sldChg chg="addSp delSp modSp mod">
        <pc:chgData name="Pritam Pal" userId="5f2243f0-6731-4cc6-93af-24a493b1dffc" providerId="ADAL" clId="{1B8F4792-A016-4EE3-BD40-6C3C7E9A87E5}" dt="2025-08-13T10:08:26.256" v="2974" actId="1076"/>
        <pc:sldMkLst>
          <pc:docMk/>
          <pc:sldMk cId="662185248" sldId="597"/>
        </pc:sldMkLst>
        <pc:spChg chg="add mod">
          <ac:chgData name="Pritam Pal" userId="5f2243f0-6731-4cc6-93af-24a493b1dffc" providerId="ADAL" clId="{1B8F4792-A016-4EE3-BD40-6C3C7E9A87E5}" dt="2025-08-13T10:08:26.256" v="2974" actId="1076"/>
          <ac:spMkLst>
            <pc:docMk/>
            <pc:sldMk cId="662185248" sldId="597"/>
            <ac:spMk id="3" creationId="{CDE46ACE-690A-52FF-0F90-AA1FBCDB0B67}"/>
          </ac:spMkLst>
        </pc:spChg>
        <pc:spChg chg="add mod">
          <ac:chgData name="Pritam Pal" userId="5f2243f0-6731-4cc6-93af-24a493b1dffc" providerId="ADAL" clId="{1B8F4792-A016-4EE3-BD40-6C3C7E9A87E5}" dt="2025-08-13T10:08:26.256" v="2974" actId="1076"/>
          <ac:spMkLst>
            <pc:docMk/>
            <pc:sldMk cId="662185248" sldId="597"/>
            <ac:spMk id="7" creationId="{7DF72F2A-6751-11EA-E085-38F9C92F924C}"/>
          </ac:spMkLst>
        </pc:spChg>
        <pc:spChg chg="add mod">
          <ac:chgData name="Pritam Pal" userId="5f2243f0-6731-4cc6-93af-24a493b1dffc" providerId="ADAL" clId="{1B8F4792-A016-4EE3-BD40-6C3C7E9A87E5}" dt="2025-08-13T10:08:26.256" v="2974" actId="1076"/>
          <ac:spMkLst>
            <pc:docMk/>
            <pc:sldMk cId="662185248" sldId="597"/>
            <ac:spMk id="8" creationId="{7AD3ACEA-7A1D-4EAD-336E-46CE54C689BE}"/>
          </ac:spMkLst>
        </pc:spChg>
        <pc:spChg chg="add mod">
          <ac:chgData name="Pritam Pal" userId="5f2243f0-6731-4cc6-93af-24a493b1dffc" providerId="ADAL" clId="{1B8F4792-A016-4EE3-BD40-6C3C7E9A87E5}" dt="2025-08-13T10:08:26.256" v="2974" actId="1076"/>
          <ac:spMkLst>
            <pc:docMk/>
            <pc:sldMk cId="662185248" sldId="597"/>
            <ac:spMk id="9" creationId="{20181868-75BD-985D-02A7-CF70CAF6D0C4}"/>
          </ac:spMkLst>
        </pc:spChg>
        <pc:spChg chg="add mod">
          <ac:chgData name="Pritam Pal" userId="5f2243f0-6731-4cc6-93af-24a493b1dffc" providerId="ADAL" clId="{1B8F4792-A016-4EE3-BD40-6C3C7E9A87E5}" dt="2025-08-13T10:08:26.256" v="2974" actId="1076"/>
          <ac:spMkLst>
            <pc:docMk/>
            <pc:sldMk cId="662185248" sldId="597"/>
            <ac:spMk id="10" creationId="{338365C0-80CE-B974-585B-56F9D679C80C}"/>
          </ac:spMkLst>
        </pc:spChg>
        <pc:spChg chg="add mod">
          <ac:chgData name="Pritam Pal" userId="5f2243f0-6731-4cc6-93af-24a493b1dffc" providerId="ADAL" clId="{1B8F4792-A016-4EE3-BD40-6C3C7E9A87E5}" dt="2025-08-13T10:08:26.256" v="2974" actId="1076"/>
          <ac:spMkLst>
            <pc:docMk/>
            <pc:sldMk cId="662185248" sldId="597"/>
            <ac:spMk id="11" creationId="{96C05285-279B-C4AA-D99E-6D0593C71FED}"/>
          </ac:spMkLst>
        </pc:spChg>
        <pc:spChg chg="add mod">
          <ac:chgData name="Pritam Pal" userId="5f2243f0-6731-4cc6-93af-24a493b1dffc" providerId="ADAL" clId="{1B8F4792-A016-4EE3-BD40-6C3C7E9A87E5}" dt="2025-08-13T10:08:26.256" v="2974" actId="1076"/>
          <ac:spMkLst>
            <pc:docMk/>
            <pc:sldMk cId="662185248" sldId="597"/>
            <ac:spMk id="12" creationId="{6687C1E9-ABAE-7616-1C69-90DEC40B7ADF}"/>
          </ac:spMkLst>
        </pc:spChg>
        <pc:spChg chg="add mod">
          <ac:chgData name="Pritam Pal" userId="5f2243f0-6731-4cc6-93af-24a493b1dffc" providerId="ADAL" clId="{1B8F4792-A016-4EE3-BD40-6C3C7E9A87E5}" dt="2025-08-13T10:08:26.256" v="2974" actId="1076"/>
          <ac:spMkLst>
            <pc:docMk/>
            <pc:sldMk cId="662185248" sldId="597"/>
            <ac:spMk id="13" creationId="{157D65C3-5977-F3AA-5B99-EFF7AEE1C73A}"/>
          </ac:spMkLst>
        </pc:spChg>
      </pc:sldChg>
      <pc:sldChg chg="addSp delSp modSp mod modAnim">
        <pc:chgData name="Pritam Pal" userId="5f2243f0-6731-4cc6-93af-24a493b1dffc" providerId="ADAL" clId="{1B8F4792-A016-4EE3-BD40-6C3C7E9A87E5}" dt="2025-08-12T07:14:17.836" v="2864" actId="478"/>
        <pc:sldMkLst>
          <pc:docMk/>
          <pc:sldMk cId="2818679617" sldId="598"/>
        </pc:sldMkLst>
        <pc:spChg chg="mod">
          <ac:chgData name="Pritam Pal" userId="5f2243f0-6731-4cc6-93af-24a493b1dffc" providerId="ADAL" clId="{1B8F4792-A016-4EE3-BD40-6C3C7E9A87E5}" dt="2025-08-12T07:13:25.401" v="2857"/>
          <ac:spMkLst>
            <pc:docMk/>
            <pc:sldMk cId="2818679617" sldId="598"/>
            <ac:spMk id="6" creationId="{A53AEEAC-E69B-EBBE-BAFE-35BA66BA7ED7}"/>
          </ac:spMkLst>
        </pc:spChg>
        <pc:spChg chg="mod">
          <ac:chgData name="Pritam Pal" userId="5f2243f0-6731-4cc6-93af-24a493b1dffc" providerId="ADAL" clId="{1B8F4792-A016-4EE3-BD40-6C3C7E9A87E5}" dt="2025-08-12T07:13:25.401" v="2857"/>
          <ac:spMkLst>
            <pc:docMk/>
            <pc:sldMk cId="2818679617" sldId="598"/>
            <ac:spMk id="11" creationId="{898FF7EF-D120-0447-D2FE-918961568A4A}"/>
          </ac:spMkLst>
        </pc:spChg>
        <pc:spChg chg="mod">
          <ac:chgData name="Pritam Pal" userId="5f2243f0-6731-4cc6-93af-24a493b1dffc" providerId="ADAL" clId="{1B8F4792-A016-4EE3-BD40-6C3C7E9A87E5}" dt="2025-08-12T07:13:25.401" v="2857"/>
          <ac:spMkLst>
            <pc:docMk/>
            <pc:sldMk cId="2818679617" sldId="598"/>
            <ac:spMk id="12" creationId="{D0508D77-BB0A-573D-CF39-1D277AE58E45}"/>
          </ac:spMkLst>
        </pc:spChg>
        <pc:spChg chg="mod">
          <ac:chgData name="Pritam Pal" userId="5f2243f0-6731-4cc6-93af-24a493b1dffc" providerId="ADAL" clId="{1B8F4792-A016-4EE3-BD40-6C3C7E9A87E5}" dt="2025-08-12T07:13:25.401" v="2857"/>
          <ac:spMkLst>
            <pc:docMk/>
            <pc:sldMk cId="2818679617" sldId="598"/>
            <ac:spMk id="15" creationId="{5C05FC26-076C-960C-9C16-800BFA43A659}"/>
          </ac:spMkLst>
        </pc:spChg>
        <pc:spChg chg="mod">
          <ac:chgData name="Pritam Pal" userId="5f2243f0-6731-4cc6-93af-24a493b1dffc" providerId="ADAL" clId="{1B8F4792-A016-4EE3-BD40-6C3C7E9A87E5}" dt="2025-08-12T07:13:25.401" v="2857"/>
          <ac:spMkLst>
            <pc:docMk/>
            <pc:sldMk cId="2818679617" sldId="598"/>
            <ac:spMk id="17" creationId="{AB8F84DE-47CB-8A7A-794C-D1B993F98749}"/>
          </ac:spMkLst>
        </pc:spChg>
        <pc:spChg chg="mod">
          <ac:chgData name="Pritam Pal" userId="5f2243f0-6731-4cc6-93af-24a493b1dffc" providerId="ADAL" clId="{1B8F4792-A016-4EE3-BD40-6C3C7E9A87E5}" dt="2025-08-12T07:13:25.401" v="2857"/>
          <ac:spMkLst>
            <pc:docMk/>
            <pc:sldMk cId="2818679617" sldId="598"/>
            <ac:spMk id="18" creationId="{EE2E206B-72A0-0FA5-7D97-7555554BE6B6}"/>
          </ac:spMkLst>
        </pc:spChg>
        <pc:spChg chg="mod">
          <ac:chgData name="Pritam Pal" userId="5f2243f0-6731-4cc6-93af-24a493b1dffc" providerId="ADAL" clId="{1B8F4792-A016-4EE3-BD40-6C3C7E9A87E5}" dt="2025-08-12T07:13:44.013" v="2860" actId="1076"/>
          <ac:spMkLst>
            <pc:docMk/>
            <pc:sldMk cId="2818679617" sldId="598"/>
            <ac:spMk id="22" creationId="{66EFC4C6-B200-D849-1F7E-548A207A0AA4}"/>
          </ac:spMkLst>
        </pc:spChg>
        <pc:spChg chg="mod">
          <ac:chgData name="Pritam Pal" userId="5f2243f0-6731-4cc6-93af-24a493b1dffc" providerId="ADAL" clId="{1B8F4792-A016-4EE3-BD40-6C3C7E9A87E5}" dt="2025-08-12T07:14:13.076" v="2863" actId="1076"/>
          <ac:spMkLst>
            <pc:docMk/>
            <pc:sldMk cId="2818679617" sldId="598"/>
            <ac:spMk id="23" creationId="{36E5F990-B642-6D12-643D-B2E34B998A1E}"/>
          </ac:spMkLst>
        </pc:spChg>
        <pc:spChg chg="mod">
          <ac:chgData name="Pritam Pal" userId="5f2243f0-6731-4cc6-93af-24a493b1dffc" providerId="ADAL" clId="{1B8F4792-A016-4EE3-BD40-6C3C7E9A87E5}" dt="2025-08-12T07:14:04.683" v="2862" actId="1076"/>
          <ac:spMkLst>
            <pc:docMk/>
            <pc:sldMk cId="2818679617" sldId="598"/>
            <ac:spMk id="25" creationId="{C6516016-2F0C-EE30-6C0B-E4A713030438}"/>
          </ac:spMkLst>
        </pc:spChg>
        <pc:spChg chg="mod">
          <ac:chgData name="Pritam Pal" userId="5f2243f0-6731-4cc6-93af-24a493b1dffc" providerId="ADAL" clId="{1B8F4792-A016-4EE3-BD40-6C3C7E9A87E5}" dt="2025-08-12T07:13:50.080" v="2861" actId="1076"/>
          <ac:spMkLst>
            <pc:docMk/>
            <pc:sldMk cId="2818679617" sldId="598"/>
            <ac:spMk id="26" creationId="{67D0C312-3E60-3AFD-18D0-10F9CB66B865}"/>
          </ac:spMkLst>
        </pc:spChg>
        <pc:spChg chg="mod">
          <ac:chgData name="Pritam Pal" userId="5f2243f0-6731-4cc6-93af-24a493b1dffc" providerId="ADAL" clId="{1B8F4792-A016-4EE3-BD40-6C3C7E9A87E5}" dt="2025-08-12T07:13:25.401" v="2857"/>
          <ac:spMkLst>
            <pc:docMk/>
            <pc:sldMk cId="2818679617" sldId="598"/>
            <ac:spMk id="27" creationId="{569E0D88-666D-9A70-C219-441914EC3688}"/>
          </ac:spMkLst>
        </pc:spChg>
        <pc:spChg chg="mod">
          <ac:chgData name="Pritam Pal" userId="5f2243f0-6731-4cc6-93af-24a493b1dffc" providerId="ADAL" clId="{1B8F4792-A016-4EE3-BD40-6C3C7E9A87E5}" dt="2025-08-12T07:13:25.401" v="2857"/>
          <ac:spMkLst>
            <pc:docMk/>
            <pc:sldMk cId="2818679617" sldId="598"/>
            <ac:spMk id="29" creationId="{FA944C54-855A-B0E3-5E87-F3365501E5D1}"/>
          </ac:spMkLst>
        </pc:spChg>
        <pc:spChg chg="mod">
          <ac:chgData name="Pritam Pal" userId="5f2243f0-6731-4cc6-93af-24a493b1dffc" providerId="ADAL" clId="{1B8F4792-A016-4EE3-BD40-6C3C7E9A87E5}" dt="2025-08-12T07:13:25.401" v="2857"/>
          <ac:spMkLst>
            <pc:docMk/>
            <pc:sldMk cId="2818679617" sldId="598"/>
            <ac:spMk id="30" creationId="{DE003568-5347-505F-4F6E-9FA015C862CE}"/>
          </ac:spMkLst>
        </pc:spChg>
        <pc:spChg chg="mod">
          <ac:chgData name="Pritam Pal" userId="5f2243f0-6731-4cc6-93af-24a493b1dffc" providerId="ADAL" clId="{1B8F4792-A016-4EE3-BD40-6C3C7E9A87E5}" dt="2025-08-12T07:13:25.401" v="2857"/>
          <ac:spMkLst>
            <pc:docMk/>
            <pc:sldMk cId="2818679617" sldId="598"/>
            <ac:spMk id="32" creationId="{92F1D050-AB7D-E1B9-B4D6-333575550BB4}"/>
          </ac:spMkLst>
        </pc:spChg>
        <pc:grpChg chg="mod">
          <ac:chgData name="Pritam Pal" userId="5f2243f0-6731-4cc6-93af-24a493b1dffc" providerId="ADAL" clId="{1B8F4792-A016-4EE3-BD40-6C3C7E9A87E5}" dt="2025-08-12T07:13:30.390" v="2858" actId="1076"/>
          <ac:grpSpMkLst>
            <pc:docMk/>
            <pc:sldMk cId="2818679617" sldId="598"/>
            <ac:grpSpMk id="3" creationId="{56AF30B7-E966-9DC0-D694-5D67EE5C0501}"/>
          </ac:grpSpMkLst>
        </pc:grpChg>
        <pc:grpChg chg="mod">
          <ac:chgData name="Pritam Pal" userId="5f2243f0-6731-4cc6-93af-24a493b1dffc" providerId="ADAL" clId="{1B8F4792-A016-4EE3-BD40-6C3C7E9A87E5}" dt="2025-08-12T07:13:30.390" v="2858" actId="1076"/>
          <ac:grpSpMkLst>
            <pc:docMk/>
            <pc:sldMk cId="2818679617" sldId="598"/>
            <ac:grpSpMk id="10" creationId="{96DDF587-AE8A-C5F8-720E-E9091D7894A3}"/>
          </ac:grpSpMkLst>
        </pc:grpChg>
        <pc:grpChg chg="mod">
          <ac:chgData name="Pritam Pal" userId="5f2243f0-6731-4cc6-93af-24a493b1dffc" providerId="ADAL" clId="{1B8F4792-A016-4EE3-BD40-6C3C7E9A87E5}" dt="2025-08-12T07:13:30.390" v="2858" actId="1076"/>
          <ac:grpSpMkLst>
            <pc:docMk/>
            <pc:sldMk cId="2818679617" sldId="598"/>
            <ac:grpSpMk id="13" creationId="{79F85FEA-7F11-33A2-88EB-5BEBF33B7B7C}"/>
          </ac:grpSpMkLst>
        </pc:grpChg>
        <pc:grpChg chg="mod">
          <ac:chgData name="Pritam Pal" userId="5f2243f0-6731-4cc6-93af-24a493b1dffc" providerId="ADAL" clId="{1B8F4792-A016-4EE3-BD40-6C3C7E9A87E5}" dt="2025-08-12T07:13:30.390" v="2858" actId="1076"/>
          <ac:grpSpMkLst>
            <pc:docMk/>
            <pc:sldMk cId="2818679617" sldId="598"/>
            <ac:grpSpMk id="16" creationId="{DE1928EA-A750-91DC-E143-666BBD8D33D8}"/>
          </ac:grpSpMkLst>
        </pc:grpChg>
        <pc:grpChg chg="mod">
          <ac:chgData name="Pritam Pal" userId="5f2243f0-6731-4cc6-93af-24a493b1dffc" providerId="ADAL" clId="{1B8F4792-A016-4EE3-BD40-6C3C7E9A87E5}" dt="2025-08-12T07:13:30.390" v="2858" actId="1076"/>
          <ac:grpSpMkLst>
            <pc:docMk/>
            <pc:sldMk cId="2818679617" sldId="598"/>
            <ac:grpSpMk id="19" creationId="{93A35397-CD59-9821-3527-F76C76B562AC}"/>
          </ac:grpSpMkLst>
        </pc:grpChg>
        <pc:grpChg chg="mod">
          <ac:chgData name="Pritam Pal" userId="5f2243f0-6731-4cc6-93af-24a493b1dffc" providerId="ADAL" clId="{1B8F4792-A016-4EE3-BD40-6C3C7E9A87E5}" dt="2025-08-12T07:13:30.390" v="2858" actId="1076"/>
          <ac:grpSpMkLst>
            <pc:docMk/>
            <pc:sldMk cId="2818679617" sldId="598"/>
            <ac:grpSpMk id="28" creationId="{35597264-7991-31DD-C5DA-64F9179AFB91}"/>
          </ac:grpSpMkLst>
        </pc:grpChg>
        <pc:grpChg chg="mod">
          <ac:chgData name="Pritam Pal" userId="5f2243f0-6731-4cc6-93af-24a493b1dffc" providerId="ADAL" clId="{1B8F4792-A016-4EE3-BD40-6C3C7E9A87E5}" dt="2025-08-12T07:13:30.390" v="2858" actId="1076"/>
          <ac:grpSpMkLst>
            <pc:docMk/>
            <pc:sldMk cId="2818679617" sldId="598"/>
            <ac:grpSpMk id="31" creationId="{F5804C0B-B3C8-5EFC-AF0E-F2607F92C72D}"/>
          </ac:grpSpMkLst>
        </pc:grpChg>
      </pc:sldChg>
      <pc:sldChg chg="addSp delSp modSp mod modAnim">
        <pc:chgData name="Pritam Pal" userId="5f2243f0-6731-4cc6-93af-24a493b1dffc" providerId="ADAL" clId="{1B8F4792-A016-4EE3-BD40-6C3C7E9A87E5}" dt="2025-08-12T07:11:47.731" v="2854" actId="1076"/>
        <pc:sldMkLst>
          <pc:docMk/>
          <pc:sldMk cId="3012203260" sldId="599"/>
        </pc:sldMkLst>
        <pc:spChg chg="add mod">
          <ac:chgData name="Pritam Pal" userId="5f2243f0-6731-4cc6-93af-24a493b1dffc" providerId="ADAL" clId="{1B8F4792-A016-4EE3-BD40-6C3C7E9A87E5}" dt="2025-08-12T07:11:14.309" v="2849" actId="1076"/>
          <ac:spMkLst>
            <pc:docMk/>
            <pc:sldMk cId="3012203260" sldId="599"/>
            <ac:spMk id="3" creationId="{E11ABEB6-0313-2BC3-7B12-6B614208B2BD}"/>
          </ac:spMkLst>
        </pc:spChg>
        <pc:spChg chg="add mod">
          <ac:chgData name="Pritam Pal" userId="5f2243f0-6731-4cc6-93af-24a493b1dffc" providerId="ADAL" clId="{1B8F4792-A016-4EE3-BD40-6C3C7E9A87E5}" dt="2025-08-12T07:11:14.309" v="2849" actId="1076"/>
          <ac:spMkLst>
            <pc:docMk/>
            <pc:sldMk cId="3012203260" sldId="599"/>
            <ac:spMk id="8" creationId="{A7B60D78-9B17-FCDE-A292-170630D64EFF}"/>
          </ac:spMkLst>
        </pc:spChg>
        <pc:spChg chg="add mod">
          <ac:chgData name="Pritam Pal" userId="5f2243f0-6731-4cc6-93af-24a493b1dffc" providerId="ADAL" clId="{1B8F4792-A016-4EE3-BD40-6C3C7E9A87E5}" dt="2025-08-12T07:11:14.309" v="2849" actId="1076"/>
          <ac:spMkLst>
            <pc:docMk/>
            <pc:sldMk cId="3012203260" sldId="599"/>
            <ac:spMk id="9" creationId="{7F54C3F2-36FD-2BE8-BB60-8FF1298EB5C1}"/>
          </ac:spMkLst>
        </pc:spChg>
        <pc:spChg chg="add mod">
          <ac:chgData name="Pritam Pal" userId="5f2243f0-6731-4cc6-93af-24a493b1dffc" providerId="ADAL" clId="{1B8F4792-A016-4EE3-BD40-6C3C7E9A87E5}" dt="2025-08-12T07:11:14.309" v="2849" actId="1076"/>
          <ac:spMkLst>
            <pc:docMk/>
            <pc:sldMk cId="3012203260" sldId="599"/>
            <ac:spMk id="10" creationId="{3EB94874-A7A4-4E56-2AED-D80424CC99E7}"/>
          </ac:spMkLst>
        </pc:spChg>
        <pc:spChg chg="mod">
          <ac:chgData name="Pritam Pal" userId="5f2243f0-6731-4cc6-93af-24a493b1dffc" providerId="ADAL" clId="{1B8F4792-A016-4EE3-BD40-6C3C7E9A87E5}" dt="2025-08-12T07:11:32.874" v="2851" actId="1076"/>
          <ac:spMkLst>
            <pc:docMk/>
            <pc:sldMk cId="3012203260" sldId="599"/>
            <ac:spMk id="21" creationId="{A2C8C27D-CE8E-7D0D-05E0-1D5C64D1DF16}"/>
          </ac:spMkLst>
        </pc:spChg>
        <pc:spChg chg="mod">
          <ac:chgData name="Pritam Pal" userId="5f2243f0-6731-4cc6-93af-24a493b1dffc" providerId="ADAL" clId="{1B8F4792-A016-4EE3-BD40-6C3C7E9A87E5}" dt="2025-08-12T07:11:42.651" v="2853" actId="1076"/>
          <ac:spMkLst>
            <pc:docMk/>
            <pc:sldMk cId="3012203260" sldId="599"/>
            <ac:spMk id="22" creationId="{7BA71971-0DDF-2C43-6E68-BA922885FCFB}"/>
          </ac:spMkLst>
        </pc:spChg>
        <pc:spChg chg="mod">
          <ac:chgData name="Pritam Pal" userId="5f2243f0-6731-4cc6-93af-24a493b1dffc" providerId="ADAL" clId="{1B8F4792-A016-4EE3-BD40-6C3C7E9A87E5}" dt="2025-08-12T07:11:47.731" v="2854" actId="1076"/>
          <ac:spMkLst>
            <pc:docMk/>
            <pc:sldMk cId="3012203260" sldId="599"/>
            <ac:spMk id="23" creationId="{D60046B2-0C9E-9B87-6DCC-F816BB595387}"/>
          </ac:spMkLst>
        </pc:spChg>
        <pc:spChg chg="mod">
          <ac:chgData name="Pritam Pal" userId="5f2243f0-6731-4cc6-93af-24a493b1dffc" providerId="ADAL" clId="{1B8F4792-A016-4EE3-BD40-6C3C7E9A87E5}" dt="2025-08-12T07:11:37.649" v="2852" actId="1076"/>
          <ac:spMkLst>
            <pc:docMk/>
            <pc:sldMk cId="3012203260" sldId="599"/>
            <ac:spMk id="25" creationId="{CA03FF88-8EE0-BA3F-1261-2397940E4436}"/>
          </ac:spMkLst>
        </pc:spChg>
      </pc:sldChg>
      <pc:sldChg chg="modSp mod">
        <pc:chgData name="Pritam Pal" userId="5f2243f0-6731-4cc6-93af-24a493b1dffc" providerId="ADAL" clId="{1B8F4792-A016-4EE3-BD40-6C3C7E9A87E5}" dt="2025-08-11T13:19:07.814" v="1904" actId="1038"/>
        <pc:sldMkLst>
          <pc:docMk/>
          <pc:sldMk cId="1648036682" sldId="600"/>
        </pc:sldMkLst>
        <pc:spChg chg="mod">
          <ac:chgData name="Pritam Pal" userId="5f2243f0-6731-4cc6-93af-24a493b1dffc" providerId="ADAL" clId="{1B8F4792-A016-4EE3-BD40-6C3C7E9A87E5}" dt="2025-08-11T13:19:07.814" v="1904" actId="1038"/>
          <ac:spMkLst>
            <pc:docMk/>
            <pc:sldMk cId="1648036682" sldId="600"/>
            <ac:spMk id="83" creationId="{B4A2156F-95E0-EC40-2EA9-E38D8FB7F6BF}"/>
          </ac:spMkLst>
        </pc:spChg>
        <pc:spChg chg="mod">
          <ac:chgData name="Pritam Pal" userId="5f2243f0-6731-4cc6-93af-24a493b1dffc" providerId="ADAL" clId="{1B8F4792-A016-4EE3-BD40-6C3C7E9A87E5}" dt="2025-08-11T13:19:07.814" v="1904" actId="1038"/>
          <ac:spMkLst>
            <pc:docMk/>
            <pc:sldMk cId="1648036682" sldId="600"/>
            <ac:spMk id="87" creationId="{A0244755-36CA-F080-1F01-1BD5B20EC1E9}"/>
          </ac:spMkLst>
        </pc:spChg>
        <pc:spChg chg="mod">
          <ac:chgData name="Pritam Pal" userId="5f2243f0-6731-4cc6-93af-24a493b1dffc" providerId="ADAL" clId="{1B8F4792-A016-4EE3-BD40-6C3C7E9A87E5}" dt="2025-08-11T13:19:07.814" v="1904" actId="1038"/>
          <ac:spMkLst>
            <pc:docMk/>
            <pc:sldMk cId="1648036682" sldId="600"/>
            <ac:spMk id="88" creationId="{0FF8D20B-D8EC-F71D-1022-F56760F8D99F}"/>
          </ac:spMkLst>
        </pc:spChg>
        <pc:spChg chg="mod">
          <ac:chgData name="Pritam Pal" userId="5f2243f0-6731-4cc6-93af-24a493b1dffc" providerId="ADAL" clId="{1B8F4792-A016-4EE3-BD40-6C3C7E9A87E5}" dt="2025-08-11T13:19:07.814" v="1904" actId="1038"/>
          <ac:spMkLst>
            <pc:docMk/>
            <pc:sldMk cId="1648036682" sldId="600"/>
            <ac:spMk id="92" creationId="{A023F9C9-DBC2-F101-E54D-CDA591B3D89D}"/>
          </ac:spMkLst>
        </pc:spChg>
        <pc:grpChg chg="mod">
          <ac:chgData name="Pritam Pal" userId="5f2243f0-6731-4cc6-93af-24a493b1dffc" providerId="ADAL" clId="{1B8F4792-A016-4EE3-BD40-6C3C7E9A87E5}" dt="2025-08-11T13:19:07.814" v="1904" actId="1038"/>
          <ac:grpSpMkLst>
            <pc:docMk/>
            <pc:sldMk cId="1648036682" sldId="600"/>
            <ac:grpSpMk id="54" creationId="{6B6A9EE3-6DBA-ED2A-01A2-8EDA10382534}"/>
          </ac:grpSpMkLst>
        </pc:grpChg>
        <pc:grpChg chg="mod">
          <ac:chgData name="Pritam Pal" userId="5f2243f0-6731-4cc6-93af-24a493b1dffc" providerId="ADAL" clId="{1B8F4792-A016-4EE3-BD40-6C3C7E9A87E5}" dt="2025-08-11T13:19:07.814" v="1904" actId="1038"/>
          <ac:grpSpMkLst>
            <pc:docMk/>
            <pc:sldMk cId="1648036682" sldId="600"/>
            <ac:grpSpMk id="57" creationId="{FE9C51EE-68DC-E10E-5603-25E7B04A9F6D}"/>
          </ac:grpSpMkLst>
        </pc:grpChg>
        <pc:grpChg chg="mod">
          <ac:chgData name="Pritam Pal" userId="5f2243f0-6731-4cc6-93af-24a493b1dffc" providerId="ADAL" clId="{1B8F4792-A016-4EE3-BD40-6C3C7E9A87E5}" dt="2025-08-11T13:19:07.814" v="1904" actId="1038"/>
          <ac:grpSpMkLst>
            <pc:docMk/>
            <pc:sldMk cId="1648036682" sldId="600"/>
            <ac:grpSpMk id="60" creationId="{B8901305-1003-D808-364B-3F5A89116CA4}"/>
          </ac:grpSpMkLst>
        </pc:grpChg>
        <pc:grpChg chg="mod">
          <ac:chgData name="Pritam Pal" userId="5f2243f0-6731-4cc6-93af-24a493b1dffc" providerId="ADAL" clId="{1B8F4792-A016-4EE3-BD40-6C3C7E9A87E5}" dt="2025-08-11T13:19:07.814" v="1904" actId="1038"/>
          <ac:grpSpMkLst>
            <pc:docMk/>
            <pc:sldMk cId="1648036682" sldId="600"/>
            <ac:grpSpMk id="63" creationId="{CCA32ADC-82F3-CC9E-8BD3-C8C91CF90FC3}"/>
          </ac:grpSpMkLst>
        </pc:grpChg>
        <pc:grpChg chg="mod">
          <ac:chgData name="Pritam Pal" userId="5f2243f0-6731-4cc6-93af-24a493b1dffc" providerId="ADAL" clId="{1B8F4792-A016-4EE3-BD40-6C3C7E9A87E5}" dt="2025-08-11T13:18:51.177" v="1853" actId="1035"/>
          <ac:grpSpMkLst>
            <pc:docMk/>
            <pc:sldMk cId="1648036682" sldId="600"/>
            <ac:grpSpMk id="73" creationId="{E8EB4566-4CA6-7511-A376-A1F82B777FB3}"/>
          </ac:grpSpMkLst>
        </pc:grpChg>
        <pc:grpChg chg="mod">
          <ac:chgData name="Pritam Pal" userId="5f2243f0-6731-4cc6-93af-24a493b1dffc" providerId="ADAL" clId="{1B8F4792-A016-4EE3-BD40-6C3C7E9A87E5}" dt="2025-08-11T13:19:07.814" v="1904" actId="1038"/>
          <ac:grpSpMkLst>
            <pc:docMk/>
            <pc:sldMk cId="1648036682" sldId="600"/>
            <ac:grpSpMk id="78" creationId="{AAAE9D91-4D00-6A21-7BE6-9B094E4AD9BA}"/>
          </ac:grpSpMkLst>
        </pc:grpChg>
        <pc:grpChg chg="mod">
          <ac:chgData name="Pritam Pal" userId="5f2243f0-6731-4cc6-93af-24a493b1dffc" providerId="ADAL" clId="{1B8F4792-A016-4EE3-BD40-6C3C7E9A87E5}" dt="2025-08-11T13:19:07.814" v="1904" actId="1038"/>
          <ac:grpSpMkLst>
            <pc:docMk/>
            <pc:sldMk cId="1648036682" sldId="600"/>
            <ac:grpSpMk id="89" creationId="{10A83AE2-B917-5051-18BA-DA45F00AF2B9}"/>
          </ac:grpSpMkLst>
        </pc:grpChg>
      </pc:sldChg>
      <pc:sldChg chg="addSp delSp modSp mod">
        <pc:chgData name="Pritam Pal" userId="5f2243f0-6731-4cc6-93af-24a493b1dffc" providerId="ADAL" clId="{1B8F4792-A016-4EE3-BD40-6C3C7E9A87E5}" dt="2025-08-11T11:53:41.726" v="1568" actId="1076"/>
        <pc:sldMkLst>
          <pc:docMk/>
          <pc:sldMk cId="3462662594" sldId="601"/>
        </pc:sldMkLst>
        <pc:spChg chg="mod">
          <ac:chgData name="Pritam Pal" userId="5f2243f0-6731-4cc6-93af-24a493b1dffc" providerId="ADAL" clId="{1B8F4792-A016-4EE3-BD40-6C3C7E9A87E5}" dt="2025-08-08T08:43:46.614" v="1328"/>
          <ac:spMkLst>
            <pc:docMk/>
            <pc:sldMk cId="3462662594" sldId="601"/>
            <ac:spMk id="2" creationId="{7A799C5A-FBEC-7AF3-EB69-6B8670CA26E2}"/>
          </ac:spMkLst>
        </pc:spChg>
        <pc:picChg chg="add mod">
          <ac:chgData name="Pritam Pal" userId="5f2243f0-6731-4cc6-93af-24a493b1dffc" providerId="ADAL" clId="{1B8F4792-A016-4EE3-BD40-6C3C7E9A87E5}" dt="2025-08-11T11:53:41.726" v="1568" actId="1076"/>
          <ac:picMkLst>
            <pc:docMk/>
            <pc:sldMk cId="3462662594" sldId="601"/>
            <ac:picMk id="4" creationId="{F21F395C-5C28-C35A-DA7C-A7D4FEFAA72F}"/>
          </ac:picMkLst>
        </pc:picChg>
      </pc:sldChg>
      <pc:sldChg chg="addSp delSp modSp mod modAnim modNotesTx">
        <pc:chgData name="Pritam Pal" userId="5f2243f0-6731-4cc6-93af-24a493b1dffc" providerId="ADAL" clId="{1B8F4792-A016-4EE3-BD40-6C3C7E9A87E5}" dt="2025-08-13T10:09:41.281" v="2975" actId="20577"/>
        <pc:sldMkLst>
          <pc:docMk/>
          <pc:sldMk cId="776781853" sldId="602"/>
        </pc:sldMkLst>
        <pc:spChg chg="mod">
          <ac:chgData name="Pritam Pal" userId="5f2243f0-6731-4cc6-93af-24a493b1dffc" providerId="ADAL" clId="{1B8F4792-A016-4EE3-BD40-6C3C7E9A87E5}" dt="2025-08-08T08:46:14.975" v="1342"/>
          <ac:spMkLst>
            <pc:docMk/>
            <pc:sldMk cId="776781853" sldId="602"/>
            <ac:spMk id="2" creationId="{C049E62D-595F-BD0E-7A17-802B180CF137}"/>
          </ac:spMkLst>
        </pc:spChg>
        <pc:spChg chg="mod topLvl">
          <ac:chgData name="Pritam Pal" userId="5f2243f0-6731-4cc6-93af-24a493b1dffc" providerId="ADAL" clId="{1B8F4792-A016-4EE3-BD40-6C3C7E9A87E5}" dt="2025-08-12T07:17:47.366" v="2874" actId="478"/>
          <ac:spMkLst>
            <pc:docMk/>
            <pc:sldMk cId="776781853" sldId="602"/>
            <ac:spMk id="39" creationId="{EDAB1303-F790-F09C-8820-D5AF42786DBB}"/>
          </ac:spMkLst>
        </pc:spChg>
        <pc:spChg chg="mod">
          <ac:chgData name="Pritam Pal" userId="5f2243f0-6731-4cc6-93af-24a493b1dffc" providerId="ADAL" clId="{1B8F4792-A016-4EE3-BD40-6C3C7E9A87E5}" dt="2025-08-12T07:18:02.228" v="2877" actId="1076"/>
          <ac:spMkLst>
            <pc:docMk/>
            <pc:sldMk cId="776781853" sldId="602"/>
            <ac:spMk id="40" creationId="{DC9278E4-209A-43D5-370E-2352670C1CDF}"/>
          </ac:spMkLst>
        </pc:spChg>
        <pc:spChg chg="topLvl">
          <ac:chgData name="Pritam Pal" userId="5f2243f0-6731-4cc6-93af-24a493b1dffc" providerId="ADAL" clId="{1B8F4792-A016-4EE3-BD40-6C3C7E9A87E5}" dt="2025-08-12T07:17:56.814" v="2876" actId="478"/>
          <ac:spMkLst>
            <pc:docMk/>
            <pc:sldMk cId="776781853" sldId="602"/>
            <ac:spMk id="43" creationId="{2CB86BF6-E26B-8885-4470-E87BCEF3BD05}"/>
          </ac:spMkLst>
        </pc:spChg>
        <pc:spChg chg="mod topLvl">
          <ac:chgData name="Pritam Pal" userId="5f2243f0-6731-4cc6-93af-24a493b1dffc" providerId="ADAL" clId="{1B8F4792-A016-4EE3-BD40-6C3C7E9A87E5}" dt="2025-08-12T07:17:50.599" v="2875" actId="478"/>
          <ac:spMkLst>
            <pc:docMk/>
            <pc:sldMk cId="776781853" sldId="602"/>
            <ac:spMk id="45" creationId="{711F08FA-A3FD-0281-B70A-28381973A091}"/>
          </ac:spMkLst>
        </pc:spChg>
        <pc:spChg chg="mod topLvl">
          <ac:chgData name="Pritam Pal" userId="5f2243f0-6731-4cc6-93af-24a493b1dffc" providerId="ADAL" clId="{1B8F4792-A016-4EE3-BD40-6C3C7E9A87E5}" dt="2025-08-12T07:17:29.739" v="2871" actId="478"/>
          <ac:spMkLst>
            <pc:docMk/>
            <pc:sldMk cId="776781853" sldId="602"/>
            <ac:spMk id="48" creationId="{FB8CC984-B2B9-10C8-AA86-8799ADEF0B0B}"/>
          </ac:spMkLst>
        </pc:spChg>
        <pc:spChg chg="mod">
          <ac:chgData name="Pritam Pal" userId="5f2243f0-6731-4cc6-93af-24a493b1dffc" providerId="ADAL" clId="{1B8F4792-A016-4EE3-BD40-6C3C7E9A87E5}" dt="2025-08-12T07:18:09.368" v="2878" actId="1076"/>
          <ac:spMkLst>
            <pc:docMk/>
            <pc:sldMk cId="776781853" sldId="602"/>
            <ac:spMk id="54" creationId="{024452A3-DE51-1BD3-7053-3B82AE13A266}"/>
          </ac:spMkLst>
        </pc:spChg>
        <pc:spChg chg="mod">
          <ac:chgData name="Pritam Pal" userId="5f2243f0-6731-4cc6-93af-24a493b1dffc" providerId="ADAL" clId="{1B8F4792-A016-4EE3-BD40-6C3C7E9A87E5}" dt="2025-08-12T07:18:16.728" v="2879" actId="1076"/>
          <ac:spMkLst>
            <pc:docMk/>
            <pc:sldMk cId="776781853" sldId="602"/>
            <ac:spMk id="55" creationId="{4746FF27-4AC1-8C4D-767B-C9F6FC9B9FA8}"/>
          </ac:spMkLst>
        </pc:spChg>
        <pc:spChg chg="mod">
          <ac:chgData name="Pritam Pal" userId="5f2243f0-6731-4cc6-93af-24a493b1dffc" providerId="ADAL" clId="{1B8F4792-A016-4EE3-BD40-6C3C7E9A87E5}" dt="2025-08-12T07:18:23.456" v="2880" actId="1076"/>
          <ac:spMkLst>
            <pc:docMk/>
            <pc:sldMk cId="776781853" sldId="602"/>
            <ac:spMk id="56" creationId="{6FECF809-DFD1-3689-29C5-AC28C083E1AF}"/>
          </ac:spMkLst>
        </pc:spChg>
        <pc:spChg chg="mod">
          <ac:chgData name="Pritam Pal" userId="5f2243f0-6731-4cc6-93af-24a493b1dffc" providerId="ADAL" clId="{1B8F4792-A016-4EE3-BD40-6C3C7E9A87E5}" dt="2025-08-12T07:17:06.452" v="2866"/>
          <ac:spMkLst>
            <pc:docMk/>
            <pc:sldMk cId="776781853" sldId="602"/>
            <ac:spMk id="58" creationId="{821DC0F8-6CDC-16B6-B9DC-BDD5FEA40C72}"/>
          </ac:spMkLst>
        </pc:spChg>
        <pc:spChg chg="mod">
          <ac:chgData name="Pritam Pal" userId="5f2243f0-6731-4cc6-93af-24a493b1dffc" providerId="ADAL" clId="{1B8F4792-A016-4EE3-BD40-6C3C7E9A87E5}" dt="2025-08-12T07:17:06.452" v="2866"/>
          <ac:spMkLst>
            <pc:docMk/>
            <pc:sldMk cId="776781853" sldId="602"/>
            <ac:spMk id="59" creationId="{C65CA88C-34CB-0F67-CB96-6FFDAD90F30B}"/>
          </ac:spMkLst>
        </pc:spChg>
        <pc:spChg chg="mod">
          <ac:chgData name="Pritam Pal" userId="5f2243f0-6731-4cc6-93af-24a493b1dffc" providerId="ADAL" clId="{1B8F4792-A016-4EE3-BD40-6C3C7E9A87E5}" dt="2025-08-12T07:17:06.452" v="2866"/>
          <ac:spMkLst>
            <pc:docMk/>
            <pc:sldMk cId="776781853" sldId="602"/>
            <ac:spMk id="60" creationId="{6A14087E-B686-20CF-DC72-A4FDEDAB4A44}"/>
          </ac:spMkLst>
        </pc:spChg>
        <pc:spChg chg="mod">
          <ac:chgData name="Pritam Pal" userId="5f2243f0-6731-4cc6-93af-24a493b1dffc" providerId="ADAL" clId="{1B8F4792-A016-4EE3-BD40-6C3C7E9A87E5}" dt="2025-08-12T07:17:06.452" v="2866"/>
          <ac:spMkLst>
            <pc:docMk/>
            <pc:sldMk cId="776781853" sldId="602"/>
            <ac:spMk id="61" creationId="{C22AB580-E2F2-6FD4-454F-7C929CFCBBDB}"/>
          </ac:spMkLst>
        </pc:spChg>
        <pc:grpChg chg="topLvl">
          <ac:chgData name="Pritam Pal" userId="5f2243f0-6731-4cc6-93af-24a493b1dffc" providerId="ADAL" clId="{1B8F4792-A016-4EE3-BD40-6C3C7E9A87E5}" dt="2025-08-12T07:17:43.844" v="2873" actId="478"/>
          <ac:grpSpMkLst>
            <pc:docMk/>
            <pc:sldMk cId="776781853" sldId="602"/>
            <ac:grpSpMk id="51" creationId="{5563B37C-097B-8510-2663-69EFCFDC3AA7}"/>
          </ac:grpSpMkLst>
        </pc:grpChg>
        <pc:picChg chg="add mod">
          <ac:chgData name="Pritam Pal" userId="5f2243f0-6731-4cc6-93af-24a493b1dffc" providerId="ADAL" clId="{1B8F4792-A016-4EE3-BD40-6C3C7E9A87E5}" dt="2025-08-12T07:19:20.596" v="2886" actId="1076"/>
          <ac:picMkLst>
            <pc:docMk/>
            <pc:sldMk cId="776781853" sldId="602"/>
            <ac:picMk id="63" creationId="{D66B3D07-50D6-D982-4B9E-DC03F71A6632}"/>
          </ac:picMkLst>
        </pc:picChg>
      </pc:sldChg>
      <pc:sldChg chg="modSp mod modNotesTx">
        <pc:chgData name="Pritam Pal" userId="5f2243f0-6731-4cc6-93af-24a493b1dffc" providerId="ADAL" clId="{1B8F4792-A016-4EE3-BD40-6C3C7E9A87E5}" dt="2025-08-14T10:06:19.880" v="3166" actId="20577"/>
        <pc:sldMkLst>
          <pc:docMk/>
          <pc:sldMk cId="2582727456" sldId="603"/>
        </pc:sldMkLst>
        <pc:spChg chg="mod">
          <ac:chgData name="Pritam Pal" userId="5f2243f0-6731-4cc6-93af-24a493b1dffc" providerId="ADAL" clId="{1B8F4792-A016-4EE3-BD40-6C3C7E9A87E5}" dt="2025-08-14T10:06:09.381" v="3162" actId="20577"/>
          <ac:spMkLst>
            <pc:docMk/>
            <pc:sldMk cId="2582727456" sldId="603"/>
            <ac:spMk id="113" creationId="{3D4CC00B-6667-5A52-CE9B-3BA38B27F97E}"/>
          </ac:spMkLst>
        </pc:spChg>
      </pc:sldChg>
      <pc:sldChg chg="modSp mod">
        <pc:chgData name="Pritam Pal" userId="5f2243f0-6731-4cc6-93af-24a493b1dffc" providerId="ADAL" clId="{1B8F4792-A016-4EE3-BD40-6C3C7E9A87E5}" dt="2025-08-08T09:12:04.055" v="1356" actId="207"/>
        <pc:sldMkLst>
          <pc:docMk/>
          <pc:sldMk cId="1711393543" sldId="604"/>
        </pc:sldMkLst>
        <pc:spChg chg="mod">
          <ac:chgData name="Pritam Pal" userId="5f2243f0-6731-4cc6-93af-24a493b1dffc" providerId="ADAL" clId="{1B8F4792-A016-4EE3-BD40-6C3C7E9A87E5}" dt="2025-08-08T09:11:24.444" v="1344" actId="207"/>
          <ac:spMkLst>
            <pc:docMk/>
            <pc:sldMk cId="1711393543" sldId="604"/>
            <ac:spMk id="2" creationId="{8412ED40-4DC2-875E-CC0B-677CFFB64E91}"/>
          </ac:spMkLst>
        </pc:spChg>
        <pc:spChg chg="mod">
          <ac:chgData name="Pritam Pal" userId="5f2243f0-6731-4cc6-93af-24a493b1dffc" providerId="ADAL" clId="{1B8F4792-A016-4EE3-BD40-6C3C7E9A87E5}" dt="2025-08-08T09:11:40.643" v="1354" actId="20577"/>
          <ac:spMkLst>
            <pc:docMk/>
            <pc:sldMk cId="1711393543" sldId="604"/>
            <ac:spMk id="4" creationId="{64B10AE3-8653-C6C9-56FD-BCC119724A77}"/>
          </ac:spMkLst>
        </pc:spChg>
        <pc:spChg chg="mod">
          <ac:chgData name="Pritam Pal" userId="5f2243f0-6731-4cc6-93af-24a493b1dffc" providerId="ADAL" clId="{1B8F4792-A016-4EE3-BD40-6C3C7E9A87E5}" dt="2025-08-08T09:11:50.030" v="1355" actId="207"/>
          <ac:spMkLst>
            <pc:docMk/>
            <pc:sldMk cId="1711393543" sldId="604"/>
            <ac:spMk id="9" creationId="{11787A82-7D5A-2236-198A-684CD57E9B45}"/>
          </ac:spMkLst>
        </pc:spChg>
        <pc:spChg chg="mod">
          <ac:chgData name="Pritam Pal" userId="5f2243f0-6731-4cc6-93af-24a493b1dffc" providerId="ADAL" clId="{1B8F4792-A016-4EE3-BD40-6C3C7E9A87E5}" dt="2025-08-08T09:12:04.055" v="1356" actId="207"/>
          <ac:spMkLst>
            <pc:docMk/>
            <pc:sldMk cId="1711393543" sldId="604"/>
            <ac:spMk id="10" creationId="{6F516FDC-DDF0-4C12-B19B-5F15AD1E3AEC}"/>
          </ac:spMkLst>
        </pc:spChg>
      </pc:sldChg>
      <pc:sldChg chg="addSp delSp modSp mod modAnim">
        <pc:chgData name="Pritam Pal" userId="5f2243f0-6731-4cc6-93af-24a493b1dffc" providerId="ADAL" clId="{1B8F4792-A016-4EE3-BD40-6C3C7E9A87E5}" dt="2025-08-12T07:22:10.560" v="2903" actId="478"/>
        <pc:sldMkLst>
          <pc:docMk/>
          <pc:sldMk cId="1255384739" sldId="606"/>
        </pc:sldMkLst>
        <pc:spChg chg="mod">
          <ac:chgData name="Pritam Pal" userId="5f2243f0-6731-4cc6-93af-24a493b1dffc" providerId="ADAL" clId="{1B8F4792-A016-4EE3-BD40-6C3C7E9A87E5}" dt="2025-08-08T09:13:00.401" v="1358" actId="207"/>
          <ac:spMkLst>
            <pc:docMk/>
            <pc:sldMk cId="1255384739" sldId="606"/>
            <ac:spMk id="2" creationId="{783573EB-55F8-5D93-4EF3-75DDEE6A8A87}"/>
          </ac:spMkLst>
        </pc:spChg>
        <pc:spChg chg="mod">
          <ac:chgData name="Pritam Pal" userId="5f2243f0-6731-4cc6-93af-24a493b1dffc" providerId="ADAL" clId="{1B8F4792-A016-4EE3-BD40-6C3C7E9A87E5}" dt="2025-08-12T07:22:07.179" v="2902" actId="1076"/>
          <ac:spMkLst>
            <pc:docMk/>
            <pc:sldMk cId="1255384739" sldId="606"/>
            <ac:spMk id="4" creationId="{209F5D48-7B03-379D-22D2-7BD638775205}"/>
          </ac:spMkLst>
        </pc:spChg>
        <pc:spChg chg="mod">
          <ac:chgData name="Pritam Pal" userId="5f2243f0-6731-4cc6-93af-24a493b1dffc" providerId="ADAL" clId="{1B8F4792-A016-4EE3-BD40-6C3C7E9A87E5}" dt="2025-08-12T07:21:57.958" v="2901" actId="14100"/>
          <ac:spMkLst>
            <pc:docMk/>
            <pc:sldMk cId="1255384739" sldId="606"/>
            <ac:spMk id="6" creationId="{EF1BF9F3-F328-BCA0-5934-735798859E05}"/>
          </ac:spMkLst>
        </pc:spChg>
        <pc:spChg chg="mod">
          <ac:chgData name="Pritam Pal" userId="5f2243f0-6731-4cc6-93af-24a493b1dffc" providerId="ADAL" clId="{1B8F4792-A016-4EE3-BD40-6C3C7E9A87E5}" dt="2025-08-12T07:21:38.252" v="2896" actId="1076"/>
          <ac:spMkLst>
            <pc:docMk/>
            <pc:sldMk cId="1255384739" sldId="606"/>
            <ac:spMk id="14" creationId="{BC8CCF85-2AFC-1C22-91C6-7AC7803DCDA2}"/>
          </ac:spMkLst>
        </pc:spChg>
        <pc:spChg chg="mod">
          <ac:chgData name="Pritam Pal" userId="5f2243f0-6731-4cc6-93af-24a493b1dffc" providerId="ADAL" clId="{1B8F4792-A016-4EE3-BD40-6C3C7E9A87E5}" dt="2025-08-12T07:21:50.127" v="2899" actId="1076"/>
          <ac:spMkLst>
            <pc:docMk/>
            <pc:sldMk cId="1255384739" sldId="606"/>
            <ac:spMk id="15" creationId="{D6A853AD-CA2E-94DE-9081-AFB7B635A149}"/>
          </ac:spMkLst>
        </pc:spChg>
        <pc:spChg chg="mod">
          <ac:chgData name="Pritam Pal" userId="5f2243f0-6731-4cc6-93af-24a493b1dffc" providerId="ADAL" clId="{1B8F4792-A016-4EE3-BD40-6C3C7E9A87E5}" dt="2025-08-12T07:20:54.062" v="2888"/>
          <ac:spMkLst>
            <pc:docMk/>
            <pc:sldMk cId="1255384739" sldId="606"/>
            <ac:spMk id="18" creationId="{81939F66-5D60-D086-A482-261C14233646}"/>
          </ac:spMkLst>
        </pc:spChg>
        <pc:spChg chg="mod">
          <ac:chgData name="Pritam Pal" userId="5f2243f0-6731-4cc6-93af-24a493b1dffc" providerId="ADAL" clId="{1B8F4792-A016-4EE3-BD40-6C3C7E9A87E5}" dt="2025-08-12T07:20:54.062" v="2888"/>
          <ac:spMkLst>
            <pc:docMk/>
            <pc:sldMk cId="1255384739" sldId="606"/>
            <ac:spMk id="23" creationId="{FC4D5824-9879-26A7-AB3C-25949F196686}"/>
          </ac:spMkLst>
        </pc:spChg>
        <pc:spChg chg="mod">
          <ac:chgData name="Pritam Pal" userId="5f2243f0-6731-4cc6-93af-24a493b1dffc" providerId="ADAL" clId="{1B8F4792-A016-4EE3-BD40-6C3C7E9A87E5}" dt="2025-08-12T07:20:54.062" v="2888"/>
          <ac:spMkLst>
            <pc:docMk/>
            <pc:sldMk cId="1255384739" sldId="606"/>
            <ac:spMk id="29" creationId="{84F57928-F06A-C6CD-E5AF-39AE37C65EA5}"/>
          </ac:spMkLst>
        </pc:spChg>
        <pc:spChg chg="mod">
          <ac:chgData name="Pritam Pal" userId="5f2243f0-6731-4cc6-93af-24a493b1dffc" providerId="ADAL" clId="{1B8F4792-A016-4EE3-BD40-6C3C7E9A87E5}" dt="2025-08-12T07:20:54.062" v="2888"/>
          <ac:spMkLst>
            <pc:docMk/>
            <pc:sldMk cId="1255384739" sldId="606"/>
            <ac:spMk id="30" creationId="{D06EE2BE-0091-C273-8AB4-4C0D80242A80}"/>
          </ac:spMkLst>
        </pc:spChg>
        <pc:spChg chg="mod">
          <ac:chgData name="Pritam Pal" userId="5f2243f0-6731-4cc6-93af-24a493b1dffc" providerId="ADAL" clId="{1B8F4792-A016-4EE3-BD40-6C3C7E9A87E5}" dt="2025-08-12T07:20:54.062" v="2888"/>
          <ac:spMkLst>
            <pc:docMk/>
            <pc:sldMk cId="1255384739" sldId="606"/>
            <ac:spMk id="34" creationId="{26CAEC28-F870-5BD5-2C5A-57BE6614152A}"/>
          </ac:spMkLst>
        </pc:spChg>
        <pc:spChg chg="mod">
          <ac:chgData name="Pritam Pal" userId="5f2243f0-6731-4cc6-93af-24a493b1dffc" providerId="ADAL" clId="{1B8F4792-A016-4EE3-BD40-6C3C7E9A87E5}" dt="2025-08-12T07:20:54.062" v="2888"/>
          <ac:spMkLst>
            <pc:docMk/>
            <pc:sldMk cId="1255384739" sldId="606"/>
            <ac:spMk id="35" creationId="{D9F8016A-9044-8EAA-9EF6-13FFCD08E624}"/>
          </ac:spMkLst>
        </pc:spChg>
        <pc:grpChg chg="topLvl">
          <ac:chgData name="Pritam Pal" userId="5f2243f0-6731-4cc6-93af-24a493b1dffc" providerId="ADAL" clId="{1B8F4792-A016-4EE3-BD40-6C3C7E9A87E5}" dt="2025-08-12T07:21:26.102" v="2893" actId="478"/>
          <ac:grpSpMkLst>
            <pc:docMk/>
            <pc:sldMk cId="1255384739" sldId="606"/>
            <ac:grpSpMk id="17" creationId="{02ACED84-EA9E-BC0F-2B90-0B3AA4580A0D}"/>
          </ac:grpSpMkLst>
        </pc:grpChg>
        <pc:grpChg chg="topLvl">
          <ac:chgData name="Pritam Pal" userId="5f2243f0-6731-4cc6-93af-24a493b1dffc" providerId="ADAL" clId="{1B8F4792-A016-4EE3-BD40-6C3C7E9A87E5}" dt="2025-08-12T07:21:29.356" v="2894" actId="478"/>
          <ac:grpSpMkLst>
            <pc:docMk/>
            <pc:sldMk cId="1255384739" sldId="606"/>
            <ac:grpSpMk id="22" creationId="{2EB246D6-F73E-FD0A-C0C1-D4DFD62D62FD}"/>
          </ac:grpSpMkLst>
        </pc:grpChg>
        <pc:grpChg chg="topLvl">
          <ac:chgData name="Pritam Pal" userId="5f2243f0-6731-4cc6-93af-24a493b1dffc" providerId="ADAL" clId="{1B8F4792-A016-4EE3-BD40-6C3C7E9A87E5}" dt="2025-08-12T07:21:32.431" v="2895" actId="478"/>
          <ac:grpSpMkLst>
            <pc:docMk/>
            <pc:sldMk cId="1255384739" sldId="606"/>
            <ac:grpSpMk id="28" creationId="{76F9E948-6F4C-E845-ED28-DCDF0E110E40}"/>
          </ac:grpSpMkLst>
        </pc:grpChg>
        <pc:grpChg chg="topLvl">
          <ac:chgData name="Pritam Pal" userId="5f2243f0-6731-4cc6-93af-24a493b1dffc" providerId="ADAL" clId="{1B8F4792-A016-4EE3-BD40-6C3C7E9A87E5}" dt="2025-08-12T07:21:22.907" v="2892" actId="478"/>
          <ac:grpSpMkLst>
            <pc:docMk/>
            <pc:sldMk cId="1255384739" sldId="606"/>
            <ac:grpSpMk id="33" creationId="{B7BE6C1F-5E3D-8026-BD01-1B160F13223D}"/>
          </ac:grpSpMkLst>
        </pc:grpChg>
        <pc:picChg chg="mod">
          <ac:chgData name="Pritam Pal" userId="5f2243f0-6731-4cc6-93af-24a493b1dffc" providerId="ADAL" clId="{1B8F4792-A016-4EE3-BD40-6C3C7E9A87E5}" dt="2025-08-12T07:21:04.715" v="2889" actId="1076"/>
          <ac:picMkLst>
            <pc:docMk/>
            <pc:sldMk cId="1255384739" sldId="606"/>
            <ac:picMk id="36" creationId="{83BFF5E0-0286-10E6-0D34-2FD814953B12}"/>
          </ac:picMkLst>
        </pc:picChg>
      </pc:sldChg>
      <pc:sldChg chg="addSp delSp modSp mod modAnim">
        <pc:chgData name="Pritam Pal" userId="5f2243f0-6731-4cc6-93af-24a493b1dffc" providerId="ADAL" clId="{1B8F4792-A016-4EE3-BD40-6C3C7E9A87E5}" dt="2025-08-12T07:23:54.724" v="2925" actId="20577"/>
        <pc:sldMkLst>
          <pc:docMk/>
          <pc:sldMk cId="1250462878" sldId="607"/>
        </pc:sldMkLst>
        <pc:spChg chg="mod">
          <ac:chgData name="Pritam Pal" userId="5f2243f0-6731-4cc6-93af-24a493b1dffc" providerId="ADAL" clId="{1B8F4792-A016-4EE3-BD40-6C3C7E9A87E5}" dt="2025-08-12T07:22:57.825" v="2909" actId="1076"/>
          <ac:spMkLst>
            <pc:docMk/>
            <pc:sldMk cId="1250462878" sldId="607"/>
            <ac:spMk id="8" creationId="{F4525DE4-0E75-576A-5BBA-C0968143B6A2}"/>
          </ac:spMkLst>
        </pc:spChg>
        <pc:spChg chg="mod">
          <ac:chgData name="Pritam Pal" userId="5f2243f0-6731-4cc6-93af-24a493b1dffc" providerId="ADAL" clId="{1B8F4792-A016-4EE3-BD40-6C3C7E9A87E5}" dt="2025-08-12T07:23:24.523" v="2915" actId="14100"/>
          <ac:spMkLst>
            <pc:docMk/>
            <pc:sldMk cId="1250462878" sldId="607"/>
            <ac:spMk id="9" creationId="{F3EA8AA7-A967-8581-83D9-5B555D6B08C1}"/>
          </ac:spMkLst>
        </pc:spChg>
        <pc:spChg chg="mod">
          <ac:chgData name="Pritam Pal" userId="5f2243f0-6731-4cc6-93af-24a493b1dffc" providerId="ADAL" clId="{1B8F4792-A016-4EE3-BD40-6C3C7E9A87E5}" dt="2025-08-12T07:23:33.521" v="2917" actId="14100"/>
          <ac:spMkLst>
            <pc:docMk/>
            <pc:sldMk cId="1250462878" sldId="607"/>
            <ac:spMk id="13" creationId="{FB4396DC-F7AB-BA6C-D449-99E1DC768091}"/>
          </ac:spMkLst>
        </pc:spChg>
        <pc:spChg chg="mod">
          <ac:chgData name="Pritam Pal" userId="5f2243f0-6731-4cc6-93af-24a493b1dffc" providerId="ADAL" clId="{1B8F4792-A016-4EE3-BD40-6C3C7E9A87E5}" dt="2025-08-12T07:23:54.724" v="2925" actId="20577"/>
          <ac:spMkLst>
            <pc:docMk/>
            <pc:sldMk cId="1250462878" sldId="607"/>
            <ac:spMk id="14" creationId="{E87C82D2-E7B4-6876-2F37-9D4D58604FE8}"/>
          </ac:spMkLst>
        </pc:spChg>
        <pc:spChg chg="mod">
          <ac:chgData name="Pritam Pal" userId="5f2243f0-6731-4cc6-93af-24a493b1dffc" providerId="ADAL" clId="{1B8F4792-A016-4EE3-BD40-6C3C7E9A87E5}" dt="2025-08-12T07:22:57.825" v="2909" actId="1076"/>
          <ac:spMkLst>
            <pc:docMk/>
            <pc:sldMk cId="1250462878" sldId="607"/>
            <ac:spMk id="15" creationId="{D833D1B3-FDF3-5E46-F7E9-747156E539DC}"/>
          </ac:spMkLst>
        </pc:spChg>
        <pc:spChg chg="mod">
          <ac:chgData name="Pritam Pal" userId="5f2243f0-6731-4cc6-93af-24a493b1dffc" providerId="ADAL" clId="{1B8F4792-A016-4EE3-BD40-6C3C7E9A87E5}" dt="2025-08-12T07:22:57.825" v="2909" actId="1076"/>
          <ac:spMkLst>
            <pc:docMk/>
            <pc:sldMk cId="1250462878" sldId="607"/>
            <ac:spMk id="21" creationId="{CCC6CE1B-4D44-CAD6-647B-78E6C274035D}"/>
          </ac:spMkLst>
        </pc:spChg>
        <pc:spChg chg="mod">
          <ac:chgData name="Pritam Pal" userId="5f2243f0-6731-4cc6-93af-24a493b1dffc" providerId="ADAL" clId="{1B8F4792-A016-4EE3-BD40-6C3C7E9A87E5}" dt="2025-08-12T07:22:57.825" v="2909" actId="1076"/>
          <ac:spMkLst>
            <pc:docMk/>
            <pc:sldMk cId="1250462878" sldId="607"/>
            <ac:spMk id="22" creationId="{A3AFAD85-53F7-9B3C-B3A4-71A2B113C0F9}"/>
          </ac:spMkLst>
        </pc:spChg>
        <pc:spChg chg="mod">
          <ac:chgData name="Pritam Pal" userId="5f2243f0-6731-4cc6-93af-24a493b1dffc" providerId="ADAL" clId="{1B8F4792-A016-4EE3-BD40-6C3C7E9A87E5}" dt="2025-08-12T07:22:57.825" v="2909" actId="1076"/>
          <ac:spMkLst>
            <pc:docMk/>
            <pc:sldMk cId="1250462878" sldId="607"/>
            <ac:spMk id="28" creationId="{691A7EBE-8B04-03DA-BC9E-0D79D796B5A4}"/>
          </ac:spMkLst>
        </pc:spChg>
        <pc:spChg chg="mod">
          <ac:chgData name="Pritam Pal" userId="5f2243f0-6731-4cc6-93af-24a493b1dffc" providerId="ADAL" clId="{1B8F4792-A016-4EE3-BD40-6C3C7E9A87E5}" dt="2025-08-12T07:22:57.825" v="2909" actId="1076"/>
          <ac:spMkLst>
            <pc:docMk/>
            <pc:sldMk cId="1250462878" sldId="607"/>
            <ac:spMk id="29" creationId="{BB16FE61-94D4-776C-FD20-B18D25FA7984}"/>
          </ac:spMkLst>
        </pc:spChg>
        <pc:picChg chg="mod">
          <ac:chgData name="Pritam Pal" userId="5f2243f0-6731-4cc6-93af-24a493b1dffc" providerId="ADAL" clId="{1B8F4792-A016-4EE3-BD40-6C3C7E9A87E5}" dt="2025-08-12T07:22:57.825" v="2909" actId="1076"/>
          <ac:picMkLst>
            <pc:docMk/>
            <pc:sldMk cId="1250462878" sldId="607"/>
            <ac:picMk id="19" creationId="{E305C8D2-BD82-656C-103F-80B5AD83200D}"/>
          </ac:picMkLst>
        </pc:picChg>
      </pc:sldChg>
      <pc:sldChg chg="modNotesTx">
        <pc:chgData name="Pritam Pal" userId="5f2243f0-6731-4cc6-93af-24a493b1dffc" providerId="ADAL" clId="{1B8F4792-A016-4EE3-BD40-6C3C7E9A87E5}" dt="2025-08-13T10:12:40.834" v="2977" actId="20577"/>
        <pc:sldMkLst>
          <pc:docMk/>
          <pc:sldMk cId="617831789" sldId="608"/>
        </pc:sldMkLst>
      </pc:sldChg>
      <pc:sldChg chg="modNotesTx">
        <pc:chgData name="Pritam Pal" userId="5f2243f0-6731-4cc6-93af-24a493b1dffc" providerId="ADAL" clId="{1B8F4792-A016-4EE3-BD40-6C3C7E9A87E5}" dt="2025-08-13T10:14:10.595" v="2978" actId="20577"/>
        <pc:sldMkLst>
          <pc:docMk/>
          <pc:sldMk cId="1292269252" sldId="609"/>
        </pc:sldMkLst>
      </pc:sldChg>
      <pc:sldChg chg="modNotesTx">
        <pc:chgData name="Pritam Pal" userId="5f2243f0-6731-4cc6-93af-24a493b1dffc" providerId="ADAL" clId="{1B8F4792-A016-4EE3-BD40-6C3C7E9A87E5}" dt="2025-08-13T10:15:04.534" v="2979" actId="20577"/>
        <pc:sldMkLst>
          <pc:docMk/>
          <pc:sldMk cId="1027477626" sldId="612"/>
        </pc:sldMkLst>
      </pc:sldChg>
      <pc:sldChg chg="modSp mod">
        <pc:chgData name="Pritam Pal" userId="5f2243f0-6731-4cc6-93af-24a493b1dffc" providerId="ADAL" clId="{1B8F4792-A016-4EE3-BD40-6C3C7E9A87E5}" dt="2025-08-08T09:39:43.482" v="1412" actId="20577"/>
        <pc:sldMkLst>
          <pc:docMk/>
          <pc:sldMk cId="1911781504" sldId="613"/>
        </pc:sldMkLst>
        <pc:spChg chg="mod">
          <ac:chgData name="Pritam Pal" userId="5f2243f0-6731-4cc6-93af-24a493b1dffc" providerId="ADAL" clId="{1B8F4792-A016-4EE3-BD40-6C3C7E9A87E5}" dt="2025-08-08T09:39:27.615" v="1392" actId="1036"/>
          <ac:spMkLst>
            <pc:docMk/>
            <pc:sldMk cId="1911781504" sldId="613"/>
            <ac:spMk id="78" creationId="{9AE60345-C078-F2DF-1638-AED9C085DA05}"/>
          </ac:spMkLst>
        </pc:spChg>
        <pc:spChg chg="mod">
          <ac:chgData name="Pritam Pal" userId="5f2243f0-6731-4cc6-93af-24a493b1dffc" providerId="ADAL" clId="{1B8F4792-A016-4EE3-BD40-6C3C7E9A87E5}" dt="2025-08-08T09:39:43.482" v="1412" actId="20577"/>
          <ac:spMkLst>
            <pc:docMk/>
            <pc:sldMk cId="1911781504" sldId="613"/>
            <ac:spMk id="87" creationId="{B1816C0D-7223-B312-246F-5D0339FD19F3}"/>
          </ac:spMkLst>
        </pc:spChg>
      </pc:sldChg>
      <pc:sldChg chg="addSp delSp modSp mod modNotesTx">
        <pc:chgData name="Pritam Pal" userId="5f2243f0-6731-4cc6-93af-24a493b1dffc" providerId="ADAL" clId="{1B8F4792-A016-4EE3-BD40-6C3C7E9A87E5}" dt="2025-08-13T10:17:01.868" v="3009" actId="20577"/>
        <pc:sldMkLst>
          <pc:docMk/>
          <pc:sldMk cId="2858794805" sldId="615"/>
        </pc:sldMkLst>
        <pc:spChg chg="mod">
          <ac:chgData name="Pritam Pal" userId="5f2243f0-6731-4cc6-93af-24a493b1dffc" providerId="ADAL" clId="{1B8F4792-A016-4EE3-BD40-6C3C7E9A87E5}" dt="2025-08-11T11:49:33.888" v="1554" actId="1076"/>
          <ac:spMkLst>
            <pc:docMk/>
            <pc:sldMk cId="2858794805" sldId="615"/>
            <ac:spMk id="2" creationId="{BA61C6F1-BA8C-CCFD-CE89-48E4356063EF}"/>
          </ac:spMkLst>
        </pc:spChg>
        <pc:spChg chg="mod">
          <ac:chgData name="Pritam Pal" userId="5f2243f0-6731-4cc6-93af-24a493b1dffc" providerId="ADAL" clId="{1B8F4792-A016-4EE3-BD40-6C3C7E9A87E5}" dt="2025-08-11T11:46:38.412" v="1529"/>
          <ac:spMkLst>
            <pc:docMk/>
            <pc:sldMk cId="2858794805" sldId="615"/>
            <ac:spMk id="5" creationId="{23C43560-C5D4-C363-4E8F-7A33786CA6CF}"/>
          </ac:spMkLst>
        </pc:spChg>
        <pc:spChg chg="mod">
          <ac:chgData name="Pritam Pal" userId="5f2243f0-6731-4cc6-93af-24a493b1dffc" providerId="ADAL" clId="{1B8F4792-A016-4EE3-BD40-6C3C7E9A87E5}" dt="2025-08-11T11:48:32.484" v="1533"/>
          <ac:spMkLst>
            <pc:docMk/>
            <pc:sldMk cId="2858794805" sldId="615"/>
            <ac:spMk id="6" creationId="{B9304ACB-3EC9-60B5-5617-15541FFFCBEE}"/>
          </ac:spMkLst>
        </pc:spChg>
        <pc:spChg chg="mod">
          <ac:chgData name="Pritam Pal" userId="5f2243f0-6731-4cc6-93af-24a493b1dffc" providerId="ADAL" clId="{1B8F4792-A016-4EE3-BD40-6C3C7E9A87E5}" dt="2025-08-11T11:50:25.492" v="1564" actId="1076"/>
          <ac:spMkLst>
            <pc:docMk/>
            <pc:sldMk cId="2858794805" sldId="615"/>
            <ac:spMk id="7" creationId="{D0596948-9313-9C3E-2359-3093A826FF54}"/>
          </ac:spMkLst>
        </pc:spChg>
        <pc:spChg chg="mod">
          <ac:chgData name="Pritam Pal" userId="5f2243f0-6731-4cc6-93af-24a493b1dffc" providerId="ADAL" clId="{1B8F4792-A016-4EE3-BD40-6C3C7E9A87E5}" dt="2025-08-11T11:48:32.484" v="1533"/>
          <ac:spMkLst>
            <pc:docMk/>
            <pc:sldMk cId="2858794805" sldId="615"/>
            <ac:spMk id="8" creationId="{49108330-4FF3-DD99-C05E-8B5159833CBD}"/>
          </ac:spMkLst>
        </pc:spChg>
        <pc:spChg chg="mod">
          <ac:chgData name="Pritam Pal" userId="5f2243f0-6731-4cc6-93af-24a493b1dffc" providerId="ADAL" clId="{1B8F4792-A016-4EE3-BD40-6C3C7E9A87E5}" dt="2025-08-11T11:48:32.484" v="1533"/>
          <ac:spMkLst>
            <pc:docMk/>
            <pc:sldMk cId="2858794805" sldId="615"/>
            <ac:spMk id="9" creationId="{A35AB187-A13F-820F-382E-D3789D4C312F}"/>
          </ac:spMkLst>
        </pc:spChg>
        <pc:spChg chg="mod">
          <ac:chgData name="Pritam Pal" userId="5f2243f0-6731-4cc6-93af-24a493b1dffc" providerId="ADAL" clId="{1B8F4792-A016-4EE3-BD40-6C3C7E9A87E5}" dt="2025-08-11T11:50:25.492" v="1564" actId="1076"/>
          <ac:spMkLst>
            <pc:docMk/>
            <pc:sldMk cId="2858794805" sldId="615"/>
            <ac:spMk id="26" creationId="{65AA0C8F-8F61-4CF8-1C1D-0A278197AE4E}"/>
          </ac:spMkLst>
        </pc:spChg>
        <pc:spChg chg="mod">
          <ac:chgData name="Pritam Pal" userId="5f2243f0-6731-4cc6-93af-24a493b1dffc" providerId="ADAL" clId="{1B8F4792-A016-4EE3-BD40-6C3C7E9A87E5}" dt="2025-08-11T11:50:25.492" v="1564" actId="1076"/>
          <ac:spMkLst>
            <pc:docMk/>
            <pc:sldMk cId="2858794805" sldId="615"/>
            <ac:spMk id="27" creationId="{D5DA66B3-3772-ED11-3835-890E07052F3B}"/>
          </ac:spMkLst>
        </pc:spChg>
        <pc:spChg chg="mod">
          <ac:chgData name="Pritam Pal" userId="5f2243f0-6731-4cc6-93af-24a493b1dffc" providerId="ADAL" clId="{1B8F4792-A016-4EE3-BD40-6C3C7E9A87E5}" dt="2025-08-11T11:50:25.492" v="1564" actId="1076"/>
          <ac:spMkLst>
            <pc:docMk/>
            <pc:sldMk cId="2858794805" sldId="615"/>
            <ac:spMk id="28" creationId="{51208EF5-1794-6FC3-3A73-06D56C6D0199}"/>
          </ac:spMkLst>
        </pc:spChg>
        <pc:spChg chg="mod">
          <ac:chgData name="Pritam Pal" userId="5f2243f0-6731-4cc6-93af-24a493b1dffc" providerId="ADAL" clId="{1B8F4792-A016-4EE3-BD40-6C3C7E9A87E5}" dt="2025-08-11T11:50:25.492" v="1564" actId="1076"/>
          <ac:spMkLst>
            <pc:docMk/>
            <pc:sldMk cId="2858794805" sldId="615"/>
            <ac:spMk id="29" creationId="{413F9004-3A4F-8572-2D88-398B3A69D4A3}"/>
          </ac:spMkLst>
        </pc:spChg>
        <pc:spChg chg="mod">
          <ac:chgData name="Pritam Pal" userId="5f2243f0-6731-4cc6-93af-24a493b1dffc" providerId="ADAL" clId="{1B8F4792-A016-4EE3-BD40-6C3C7E9A87E5}" dt="2025-08-11T11:48:32.484" v="1533"/>
          <ac:spMkLst>
            <pc:docMk/>
            <pc:sldMk cId="2858794805" sldId="615"/>
            <ac:spMk id="30" creationId="{6530FC7D-6414-067D-F6BB-92F922243207}"/>
          </ac:spMkLst>
        </pc:spChg>
        <pc:spChg chg="mod">
          <ac:chgData name="Pritam Pal" userId="5f2243f0-6731-4cc6-93af-24a493b1dffc" providerId="ADAL" clId="{1B8F4792-A016-4EE3-BD40-6C3C7E9A87E5}" dt="2025-08-11T11:48:32.484" v="1533"/>
          <ac:spMkLst>
            <pc:docMk/>
            <pc:sldMk cId="2858794805" sldId="615"/>
            <ac:spMk id="31" creationId="{3AE67FEE-DEF9-9576-4125-D3853A7983CD}"/>
          </ac:spMkLst>
        </pc:spChg>
        <pc:spChg chg="mod">
          <ac:chgData name="Pritam Pal" userId="5f2243f0-6731-4cc6-93af-24a493b1dffc" providerId="ADAL" clId="{1B8F4792-A016-4EE3-BD40-6C3C7E9A87E5}" dt="2025-08-11T11:48:32.484" v="1533"/>
          <ac:spMkLst>
            <pc:docMk/>
            <pc:sldMk cId="2858794805" sldId="615"/>
            <ac:spMk id="41" creationId="{BDE9BBC6-5E06-C207-5D40-F6BD56D83592}"/>
          </ac:spMkLst>
        </pc:spChg>
        <pc:spChg chg="mod">
          <ac:chgData name="Pritam Pal" userId="5f2243f0-6731-4cc6-93af-24a493b1dffc" providerId="ADAL" clId="{1B8F4792-A016-4EE3-BD40-6C3C7E9A87E5}" dt="2025-08-11T11:48:32.484" v="1533"/>
          <ac:spMkLst>
            <pc:docMk/>
            <pc:sldMk cId="2858794805" sldId="615"/>
            <ac:spMk id="43" creationId="{3FEB6750-CD70-C8E6-FC88-2A3F0291A5BD}"/>
          </ac:spMkLst>
        </pc:spChg>
        <pc:grpChg chg="mod">
          <ac:chgData name="Pritam Pal" userId="5f2243f0-6731-4cc6-93af-24a493b1dffc" providerId="ADAL" clId="{1B8F4792-A016-4EE3-BD40-6C3C7E9A87E5}" dt="2025-08-11T11:50:25.492" v="1564" actId="1076"/>
          <ac:grpSpMkLst>
            <pc:docMk/>
            <pc:sldMk cId="2858794805" sldId="615"/>
            <ac:grpSpMk id="3" creationId="{E5E29EB9-03DC-C189-954A-955BE9E47ECC}"/>
          </ac:grpSpMkLst>
        </pc:grpChg>
      </pc:sldChg>
      <pc:sldChg chg="modNotesTx">
        <pc:chgData name="Pritam Pal" userId="5f2243f0-6731-4cc6-93af-24a493b1dffc" providerId="ADAL" clId="{1B8F4792-A016-4EE3-BD40-6C3C7E9A87E5}" dt="2025-08-13T10:16:24.389" v="3008" actId="20577"/>
        <pc:sldMkLst>
          <pc:docMk/>
          <pc:sldMk cId="57830393" sldId="617"/>
        </pc:sldMkLst>
      </pc:sldChg>
      <pc:sldChg chg="modNotesTx">
        <pc:chgData name="Pritam Pal" userId="5f2243f0-6731-4cc6-93af-24a493b1dffc" providerId="ADAL" clId="{1B8F4792-A016-4EE3-BD40-6C3C7E9A87E5}" dt="2025-08-08T09:38:52.924" v="1390" actId="20577"/>
        <pc:sldMkLst>
          <pc:docMk/>
          <pc:sldMk cId="2852318166" sldId="620"/>
        </pc:sldMkLst>
      </pc:sldChg>
      <pc:sldChg chg="modNotesTx">
        <pc:chgData name="Pritam Pal" userId="5f2243f0-6731-4cc6-93af-24a493b1dffc" providerId="ADAL" clId="{1B8F4792-A016-4EE3-BD40-6C3C7E9A87E5}" dt="2025-08-12T06:31:08.625" v="2540" actId="20577"/>
        <pc:sldMkLst>
          <pc:docMk/>
          <pc:sldMk cId="2890998878" sldId="622"/>
        </pc:sldMkLst>
      </pc:sldChg>
      <pc:sldChg chg="addSp delSp modSp mod">
        <pc:chgData name="Pritam Pal" userId="5f2243f0-6731-4cc6-93af-24a493b1dffc" providerId="ADAL" clId="{1B8F4792-A016-4EE3-BD40-6C3C7E9A87E5}" dt="2025-08-11T12:49:15.613" v="1707" actId="14100"/>
        <pc:sldMkLst>
          <pc:docMk/>
          <pc:sldMk cId="3497960109" sldId="623"/>
        </pc:sldMkLst>
        <pc:spChg chg="add mod">
          <ac:chgData name="Pritam Pal" userId="5f2243f0-6731-4cc6-93af-24a493b1dffc" providerId="ADAL" clId="{1B8F4792-A016-4EE3-BD40-6C3C7E9A87E5}" dt="2025-08-11T12:48:56.997" v="1704" actId="1076"/>
          <ac:spMkLst>
            <pc:docMk/>
            <pc:sldMk cId="3497960109" sldId="623"/>
            <ac:spMk id="2" creationId="{2D6602EC-72FA-B078-0E35-DD80F9358B4D}"/>
          </ac:spMkLst>
        </pc:spChg>
        <pc:spChg chg="mod">
          <ac:chgData name="Pritam Pal" userId="5f2243f0-6731-4cc6-93af-24a493b1dffc" providerId="ADAL" clId="{1B8F4792-A016-4EE3-BD40-6C3C7E9A87E5}" dt="2025-08-11T12:48:38.368" v="1700" actId="21"/>
          <ac:spMkLst>
            <pc:docMk/>
            <pc:sldMk cId="3497960109" sldId="623"/>
            <ac:spMk id="22" creationId="{28A464BF-CD27-F785-21FF-19E3B01D8072}"/>
          </ac:spMkLst>
        </pc:spChg>
        <pc:grpChg chg="add del mod">
          <ac:chgData name="Pritam Pal" userId="5f2243f0-6731-4cc6-93af-24a493b1dffc" providerId="ADAL" clId="{1B8F4792-A016-4EE3-BD40-6C3C7E9A87E5}" dt="2025-08-11T12:49:15.613" v="1707" actId="14100"/>
          <ac:grpSpMkLst>
            <pc:docMk/>
            <pc:sldMk cId="3497960109" sldId="623"/>
            <ac:grpSpMk id="8" creationId="{02A3C8D1-D363-57A9-BCB5-D1DE9EBE0B6A}"/>
          </ac:grpSpMkLst>
        </pc:grpChg>
      </pc:sldChg>
      <pc:sldChg chg="addSp delSp modSp mod">
        <pc:chgData name="Pritam Pal" userId="5f2243f0-6731-4cc6-93af-24a493b1dffc" providerId="ADAL" clId="{1B8F4792-A016-4EE3-BD40-6C3C7E9A87E5}" dt="2025-08-11T13:17:45.100" v="1834" actId="478"/>
        <pc:sldMkLst>
          <pc:docMk/>
          <pc:sldMk cId="2083822481" sldId="624"/>
        </pc:sldMkLst>
        <pc:spChg chg="add del">
          <ac:chgData name="Pritam Pal" userId="5f2243f0-6731-4cc6-93af-24a493b1dffc" providerId="ADAL" clId="{1B8F4792-A016-4EE3-BD40-6C3C7E9A87E5}" dt="2025-08-11T13:17:45.100" v="1834" actId="478"/>
          <ac:spMkLst>
            <pc:docMk/>
            <pc:sldMk cId="2083822481" sldId="624"/>
            <ac:spMk id="2" creationId="{B9E0860B-8EEA-E3EE-8CE4-CEAC90A39CAF}"/>
          </ac:spMkLst>
        </pc:spChg>
        <pc:spChg chg="add del">
          <ac:chgData name="Pritam Pal" userId="5f2243f0-6731-4cc6-93af-24a493b1dffc" providerId="ADAL" clId="{1B8F4792-A016-4EE3-BD40-6C3C7E9A87E5}" dt="2025-08-11T13:17:45.100" v="1834" actId="478"/>
          <ac:spMkLst>
            <pc:docMk/>
            <pc:sldMk cId="2083822481" sldId="624"/>
            <ac:spMk id="3" creationId="{3DA39DC7-31BE-001B-9E08-25666609CEB8}"/>
          </ac:spMkLst>
        </pc:spChg>
        <pc:spChg chg="add del">
          <ac:chgData name="Pritam Pal" userId="5f2243f0-6731-4cc6-93af-24a493b1dffc" providerId="ADAL" clId="{1B8F4792-A016-4EE3-BD40-6C3C7E9A87E5}" dt="2025-08-11T13:17:45.100" v="1834" actId="478"/>
          <ac:spMkLst>
            <pc:docMk/>
            <pc:sldMk cId="2083822481" sldId="624"/>
            <ac:spMk id="4" creationId="{7E11ED9B-707E-1C33-EA98-49A854391B64}"/>
          </ac:spMkLst>
        </pc:spChg>
        <pc:spChg chg="add del">
          <ac:chgData name="Pritam Pal" userId="5f2243f0-6731-4cc6-93af-24a493b1dffc" providerId="ADAL" clId="{1B8F4792-A016-4EE3-BD40-6C3C7E9A87E5}" dt="2025-08-11T13:17:45.100" v="1834" actId="478"/>
          <ac:spMkLst>
            <pc:docMk/>
            <pc:sldMk cId="2083822481" sldId="624"/>
            <ac:spMk id="6" creationId="{B787327C-CBD0-F5D2-D50D-97C5D9B90E35}"/>
          </ac:spMkLst>
        </pc:spChg>
        <pc:spChg chg="add del">
          <ac:chgData name="Pritam Pal" userId="5f2243f0-6731-4cc6-93af-24a493b1dffc" providerId="ADAL" clId="{1B8F4792-A016-4EE3-BD40-6C3C7E9A87E5}" dt="2025-08-11T13:17:45.100" v="1834" actId="478"/>
          <ac:spMkLst>
            <pc:docMk/>
            <pc:sldMk cId="2083822481" sldId="624"/>
            <ac:spMk id="7" creationId="{4E78A86D-C272-9902-0F19-D80F84BD70BA}"/>
          </ac:spMkLst>
        </pc:spChg>
        <pc:spChg chg="add mod ord">
          <ac:chgData name="Pritam Pal" userId="5f2243f0-6731-4cc6-93af-24a493b1dffc" providerId="ADAL" clId="{1B8F4792-A016-4EE3-BD40-6C3C7E9A87E5}" dt="2025-08-11T13:17:00.671" v="1832" actId="1076"/>
          <ac:spMkLst>
            <pc:docMk/>
            <pc:sldMk cId="2083822481" sldId="624"/>
            <ac:spMk id="8" creationId="{5D48D7ED-1198-AD51-8647-BFF16BAB8C44}"/>
          </ac:spMkLst>
        </pc:spChg>
      </pc:sldChg>
      <pc:sldChg chg="addSp delSp modSp mod ord modNotesTx">
        <pc:chgData name="Pritam Pal" userId="5f2243f0-6731-4cc6-93af-24a493b1dffc" providerId="ADAL" clId="{1B8F4792-A016-4EE3-BD40-6C3C7E9A87E5}" dt="2025-08-07T09:51:35.215" v="995" actId="1035"/>
        <pc:sldMkLst>
          <pc:docMk/>
          <pc:sldMk cId="3571818761" sldId="625"/>
        </pc:sldMkLst>
        <pc:spChg chg="mod">
          <ac:chgData name="Pritam Pal" userId="5f2243f0-6731-4cc6-93af-24a493b1dffc" providerId="ADAL" clId="{1B8F4792-A016-4EE3-BD40-6C3C7E9A87E5}" dt="2025-08-07T09:49:59.949" v="972" actId="1076"/>
          <ac:spMkLst>
            <pc:docMk/>
            <pc:sldMk cId="3571818761" sldId="625"/>
            <ac:spMk id="2" creationId="{F067467F-2BA9-267B-903B-183D1AE13130}"/>
          </ac:spMkLst>
        </pc:spChg>
        <pc:spChg chg="mod">
          <ac:chgData name="Pritam Pal" userId="5f2243f0-6731-4cc6-93af-24a493b1dffc" providerId="ADAL" clId="{1B8F4792-A016-4EE3-BD40-6C3C7E9A87E5}" dt="2025-08-07T09:46:15.229" v="883"/>
          <ac:spMkLst>
            <pc:docMk/>
            <pc:sldMk cId="3571818761" sldId="625"/>
            <ac:spMk id="3" creationId="{A8A8A0BF-B821-CA4B-8D53-1D2FE897E457}"/>
          </ac:spMkLst>
        </pc:spChg>
        <pc:spChg chg="mod">
          <ac:chgData name="Pritam Pal" userId="5f2243f0-6731-4cc6-93af-24a493b1dffc" providerId="ADAL" clId="{1B8F4792-A016-4EE3-BD40-6C3C7E9A87E5}" dt="2025-08-07T09:46:54.499" v="906" actId="20577"/>
          <ac:spMkLst>
            <pc:docMk/>
            <pc:sldMk cId="3571818761" sldId="625"/>
            <ac:spMk id="5" creationId="{5D26ED0A-3EED-C81C-58B2-49635CE49E32}"/>
          </ac:spMkLst>
        </pc:spChg>
        <pc:spChg chg="add mod">
          <ac:chgData name="Pritam Pal" userId="5f2243f0-6731-4cc6-93af-24a493b1dffc" providerId="ADAL" clId="{1B8F4792-A016-4EE3-BD40-6C3C7E9A87E5}" dt="2025-08-07T09:48:17.911" v="965" actId="1076"/>
          <ac:spMkLst>
            <pc:docMk/>
            <pc:sldMk cId="3571818761" sldId="625"/>
            <ac:spMk id="8" creationId="{279D1510-3831-FB32-BDCC-F742DCF039AC}"/>
          </ac:spMkLst>
        </pc:spChg>
        <pc:spChg chg="add mod">
          <ac:chgData name="Pritam Pal" userId="5f2243f0-6731-4cc6-93af-24a493b1dffc" providerId="ADAL" clId="{1B8F4792-A016-4EE3-BD40-6C3C7E9A87E5}" dt="2025-08-07T09:51:35.215" v="995" actId="1035"/>
          <ac:spMkLst>
            <pc:docMk/>
            <pc:sldMk cId="3571818761" sldId="625"/>
            <ac:spMk id="17" creationId="{F857873C-C2C8-74D3-3EED-285984AB291B}"/>
          </ac:spMkLst>
        </pc:spChg>
        <pc:spChg chg="add mod">
          <ac:chgData name="Pritam Pal" userId="5f2243f0-6731-4cc6-93af-24a493b1dffc" providerId="ADAL" clId="{1B8F4792-A016-4EE3-BD40-6C3C7E9A87E5}" dt="2025-08-07T09:51:35.215" v="995" actId="1035"/>
          <ac:spMkLst>
            <pc:docMk/>
            <pc:sldMk cId="3571818761" sldId="625"/>
            <ac:spMk id="18" creationId="{D0BD6921-4E4D-487A-98D6-128FAAD7AE4B}"/>
          </ac:spMkLst>
        </pc:spChg>
        <pc:spChg chg="add mod">
          <ac:chgData name="Pritam Pal" userId="5f2243f0-6731-4cc6-93af-24a493b1dffc" providerId="ADAL" clId="{1B8F4792-A016-4EE3-BD40-6C3C7E9A87E5}" dt="2025-08-07T09:51:35.215" v="995" actId="1035"/>
          <ac:spMkLst>
            <pc:docMk/>
            <pc:sldMk cId="3571818761" sldId="625"/>
            <ac:spMk id="19" creationId="{60237D53-0051-F4D4-172F-39C978D653A8}"/>
          </ac:spMkLst>
        </pc:spChg>
        <pc:spChg chg="add mod">
          <ac:chgData name="Pritam Pal" userId="5f2243f0-6731-4cc6-93af-24a493b1dffc" providerId="ADAL" clId="{1B8F4792-A016-4EE3-BD40-6C3C7E9A87E5}" dt="2025-08-07T09:51:35.215" v="995" actId="1035"/>
          <ac:spMkLst>
            <pc:docMk/>
            <pc:sldMk cId="3571818761" sldId="625"/>
            <ac:spMk id="20" creationId="{BC84FD92-F3CD-AB9E-AF6D-EF2CDCCFD1B5}"/>
          </ac:spMkLst>
        </pc:spChg>
        <pc:spChg chg="add mod">
          <ac:chgData name="Pritam Pal" userId="5f2243f0-6731-4cc6-93af-24a493b1dffc" providerId="ADAL" clId="{1B8F4792-A016-4EE3-BD40-6C3C7E9A87E5}" dt="2025-08-07T09:51:35.215" v="995" actId="1035"/>
          <ac:spMkLst>
            <pc:docMk/>
            <pc:sldMk cId="3571818761" sldId="625"/>
            <ac:spMk id="21" creationId="{13229A64-2F8A-B33A-86E5-13F167B858E2}"/>
          </ac:spMkLst>
        </pc:spChg>
        <pc:spChg chg="add mod">
          <ac:chgData name="Pritam Pal" userId="5f2243f0-6731-4cc6-93af-24a493b1dffc" providerId="ADAL" clId="{1B8F4792-A016-4EE3-BD40-6C3C7E9A87E5}" dt="2025-08-07T09:51:35.215" v="995" actId="1035"/>
          <ac:spMkLst>
            <pc:docMk/>
            <pc:sldMk cId="3571818761" sldId="625"/>
            <ac:spMk id="22" creationId="{A6CCA1C0-ABDD-0FA4-EF19-30ACF0C4B098}"/>
          </ac:spMkLst>
        </pc:spChg>
        <pc:spChg chg="add mod">
          <ac:chgData name="Pritam Pal" userId="5f2243f0-6731-4cc6-93af-24a493b1dffc" providerId="ADAL" clId="{1B8F4792-A016-4EE3-BD40-6C3C7E9A87E5}" dt="2025-08-07T09:51:35.215" v="995" actId="1035"/>
          <ac:spMkLst>
            <pc:docMk/>
            <pc:sldMk cId="3571818761" sldId="625"/>
            <ac:spMk id="23" creationId="{24FB2B24-9D0F-F872-3730-244737DFEA60}"/>
          </ac:spMkLst>
        </pc:spChg>
        <pc:spChg chg="mod">
          <ac:chgData name="Pritam Pal" userId="5f2243f0-6731-4cc6-93af-24a493b1dffc" providerId="ADAL" clId="{1B8F4792-A016-4EE3-BD40-6C3C7E9A87E5}" dt="2025-08-07T09:47:05.943" v="921"/>
          <ac:spMkLst>
            <pc:docMk/>
            <pc:sldMk cId="3571818761" sldId="625"/>
            <ac:spMk id="24" creationId="{E1A04BC4-628E-86A1-7B68-3D3F08E6AE9A}"/>
          </ac:spMkLst>
        </pc:spChg>
        <pc:spChg chg="add mod">
          <ac:chgData name="Pritam Pal" userId="5f2243f0-6731-4cc6-93af-24a493b1dffc" providerId="ADAL" clId="{1B8F4792-A016-4EE3-BD40-6C3C7E9A87E5}" dt="2025-08-07T09:51:35.215" v="995" actId="1035"/>
          <ac:spMkLst>
            <pc:docMk/>
            <pc:sldMk cId="3571818761" sldId="625"/>
            <ac:spMk id="26" creationId="{FB5C4C0E-1D70-E4AA-01D0-3CB8BCC77C05}"/>
          </ac:spMkLst>
        </pc:spChg>
      </pc:sldChg>
      <pc:sldChg chg="modNotesTx">
        <pc:chgData name="Pritam Pal" userId="5f2243f0-6731-4cc6-93af-24a493b1dffc" providerId="ADAL" clId="{1B8F4792-A016-4EE3-BD40-6C3C7E9A87E5}" dt="2025-08-13T10:22:36.119" v="3040" actId="20577"/>
        <pc:sldMkLst>
          <pc:docMk/>
          <pc:sldMk cId="1394431141" sldId="627"/>
        </pc:sldMkLst>
      </pc:sldChg>
      <pc:sldChg chg="del">
        <pc:chgData name="Pritam Pal" userId="5f2243f0-6731-4cc6-93af-24a493b1dffc" providerId="ADAL" clId="{1B8F4792-A016-4EE3-BD40-6C3C7E9A87E5}" dt="2025-08-11T13:16:36.623" v="1830" actId="47"/>
        <pc:sldMkLst>
          <pc:docMk/>
          <pc:sldMk cId="2354767103" sldId="628"/>
        </pc:sldMkLst>
      </pc:sldChg>
      <pc:sldChg chg="addSp modSp mod">
        <pc:chgData name="Pritam Pal" userId="5f2243f0-6731-4cc6-93af-24a493b1dffc" providerId="ADAL" clId="{1B8F4792-A016-4EE3-BD40-6C3C7E9A87E5}" dt="2025-08-11T12:51:37.409" v="1729" actId="1076"/>
        <pc:sldMkLst>
          <pc:docMk/>
          <pc:sldMk cId="556480917" sldId="629"/>
        </pc:sldMkLst>
        <pc:spChg chg="add mod">
          <ac:chgData name="Pritam Pal" userId="5f2243f0-6731-4cc6-93af-24a493b1dffc" providerId="ADAL" clId="{1B8F4792-A016-4EE3-BD40-6C3C7E9A87E5}" dt="2025-08-11T12:51:37.409" v="1729" actId="1076"/>
          <ac:spMkLst>
            <pc:docMk/>
            <pc:sldMk cId="556480917" sldId="629"/>
            <ac:spMk id="2" creationId="{2C57998D-54ED-89EB-9F42-D2CD7DA80C59}"/>
          </ac:spMkLst>
        </pc:spChg>
        <pc:spChg chg="mod">
          <ac:chgData name="Pritam Pal" userId="5f2243f0-6731-4cc6-93af-24a493b1dffc" providerId="ADAL" clId="{1B8F4792-A016-4EE3-BD40-6C3C7E9A87E5}" dt="2025-08-11T12:51:33.395" v="1728" actId="1076"/>
          <ac:spMkLst>
            <pc:docMk/>
            <pc:sldMk cId="556480917" sldId="629"/>
            <ac:spMk id="22" creationId="{036E1AA8-95EF-7D3A-8F63-F69956515A2B}"/>
          </ac:spMkLst>
        </pc:spChg>
      </pc:sldChg>
      <pc:sldChg chg="addSp delSp mod">
        <pc:chgData name="Pritam Pal" userId="5f2243f0-6731-4cc6-93af-24a493b1dffc" providerId="ADAL" clId="{1B8F4792-A016-4EE3-BD40-6C3C7E9A87E5}" dt="2025-08-05T12:37:20.629" v="45" actId="478"/>
        <pc:sldMkLst>
          <pc:docMk/>
          <pc:sldMk cId="374902190" sldId="631"/>
        </pc:sldMkLst>
      </pc:sldChg>
      <pc:sldChg chg="addSp delSp modSp mod modNotesTx">
        <pc:chgData name="Pritam Pal" userId="5f2243f0-6731-4cc6-93af-24a493b1dffc" providerId="ADAL" clId="{1B8F4792-A016-4EE3-BD40-6C3C7E9A87E5}" dt="2025-08-13T10:21:57.192" v="3014" actId="20577"/>
        <pc:sldMkLst>
          <pc:docMk/>
          <pc:sldMk cId="290919199" sldId="633"/>
        </pc:sldMkLst>
        <pc:spChg chg="mod">
          <ac:chgData name="Pritam Pal" userId="5f2243f0-6731-4cc6-93af-24a493b1dffc" providerId="ADAL" clId="{1B8F4792-A016-4EE3-BD40-6C3C7E9A87E5}" dt="2025-08-12T07:29:57.186" v="2935" actId="20577"/>
          <ac:spMkLst>
            <pc:docMk/>
            <pc:sldMk cId="290919199" sldId="633"/>
            <ac:spMk id="5" creationId="{9771A665-413E-E7BE-FFA3-6B4CFD2C938D}"/>
          </ac:spMkLst>
        </pc:spChg>
        <pc:spChg chg="mod">
          <ac:chgData name="Pritam Pal" userId="5f2243f0-6731-4cc6-93af-24a493b1dffc" providerId="ADAL" clId="{1B8F4792-A016-4EE3-BD40-6C3C7E9A87E5}" dt="2025-08-12T07:30:10.793" v="2950"/>
          <ac:spMkLst>
            <pc:docMk/>
            <pc:sldMk cId="290919199" sldId="633"/>
            <ac:spMk id="24" creationId="{CB0FD250-A2A4-A65E-BAE1-986306DE57EE}"/>
          </ac:spMkLst>
        </pc:spChg>
      </pc:sldChg>
      <pc:sldChg chg="addSp delSp modSp mod delAnim modAnim">
        <pc:chgData name="Pritam Pal" userId="5f2243f0-6731-4cc6-93af-24a493b1dffc" providerId="ADAL" clId="{1B8F4792-A016-4EE3-BD40-6C3C7E9A87E5}" dt="2025-08-11T13:02:36.928" v="1749" actId="1076"/>
        <pc:sldMkLst>
          <pc:docMk/>
          <pc:sldMk cId="3078892661" sldId="634"/>
        </pc:sldMkLst>
        <pc:spChg chg="mod">
          <ac:chgData name="Pritam Pal" userId="5f2243f0-6731-4cc6-93af-24a493b1dffc" providerId="ADAL" clId="{1B8F4792-A016-4EE3-BD40-6C3C7E9A87E5}" dt="2025-08-11T11:25:06.048" v="1445"/>
          <ac:spMkLst>
            <pc:docMk/>
            <pc:sldMk cId="3078892661" sldId="634"/>
            <ac:spMk id="5" creationId="{BD9A2888-2295-6096-8CDE-61597BE83A5B}"/>
          </ac:spMkLst>
        </pc:spChg>
        <pc:spChg chg="mod">
          <ac:chgData name="Pritam Pal" userId="5f2243f0-6731-4cc6-93af-24a493b1dffc" providerId="ADAL" clId="{1B8F4792-A016-4EE3-BD40-6C3C7E9A87E5}" dt="2025-08-11T11:25:14.358" v="1460"/>
          <ac:spMkLst>
            <pc:docMk/>
            <pc:sldMk cId="3078892661" sldId="634"/>
            <ac:spMk id="24" creationId="{85753F20-BED8-4873-CA8E-969EF44D3A30}"/>
          </ac:spMkLst>
        </pc:spChg>
        <pc:spChg chg="mod">
          <ac:chgData name="Pritam Pal" userId="5f2243f0-6731-4cc6-93af-24a493b1dffc" providerId="ADAL" clId="{1B8F4792-A016-4EE3-BD40-6C3C7E9A87E5}" dt="2025-08-11T13:02:36.928" v="1749" actId="1076"/>
          <ac:spMkLst>
            <pc:docMk/>
            <pc:sldMk cId="3078892661" sldId="634"/>
            <ac:spMk id="34" creationId="{9A186B1B-AD6F-46E1-459B-02F0F3DF858A}"/>
          </ac:spMkLst>
        </pc:spChg>
        <pc:spChg chg="mod">
          <ac:chgData name="Pritam Pal" userId="5f2243f0-6731-4cc6-93af-24a493b1dffc" providerId="ADAL" clId="{1B8F4792-A016-4EE3-BD40-6C3C7E9A87E5}" dt="2025-08-11T13:02:01.301" v="1745" actId="1076"/>
          <ac:spMkLst>
            <pc:docMk/>
            <pc:sldMk cId="3078892661" sldId="634"/>
            <ac:spMk id="35" creationId="{39C6C6D0-B051-5657-1085-2ECE4A08C7DF}"/>
          </ac:spMkLst>
        </pc:spChg>
        <pc:spChg chg="add del mod">
          <ac:chgData name="Pritam Pal" userId="5f2243f0-6731-4cc6-93af-24a493b1dffc" providerId="ADAL" clId="{1B8F4792-A016-4EE3-BD40-6C3C7E9A87E5}" dt="2025-08-11T13:01:53.731" v="1744" actId="1076"/>
          <ac:spMkLst>
            <pc:docMk/>
            <pc:sldMk cId="3078892661" sldId="634"/>
            <ac:spMk id="36" creationId="{7B51E754-B1F4-DDEA-6566-08E549E786D2}"/>
          </ac:spMkLst>
        </pc:spChg>
        <pc:spChg chg="mod">
          <ac:chgData name="Pritam Pal" userId="5f2243f0-6731-4cc6-93af-24a493b1dffc" providerId="ADAL" clId="{1B8F4792-A016-4EE3-BD40-6C3C7E9A87E5}" dt="2025-08-11T13:01:07.356" v="1733" actId="1076"/>
          <ac:spMkLst>
            <pc:docMk/>
            <pc:sldMk cId="3078892661" sldId="634"/>
            <ac:spMk id="37" creationId="{24A27F1A-4422-4C2D-D47A-1CADB1912CD1}"/>
          </ac:spMkLst>
        </pc:spChg>
        <pc:spChg chg="mod">
          <ac:chgData name="Pritam Pal" userId="5f2243f0-6731-4cc6-93af-24a493b1dffc" providerId="ADAL" clId="{1B8F4792-A016-4EE3-BD40-6C3C7E9A87E5}" dt="2025-08-11T13:01:07.356" v="1733" actId="1076"/>
          <ac:spMkLst>
            <pc:docMk/>
            <pc:sldMk cId="3078892661" sldId="634"/>
            <ac:spMk id="38" creationId="{58D74484-B776-DB61-79A9-5029BCAA480A}"/>
          </ac:spMkLst>
        </pc:spChg>
        <pc:spChg chg="mod">
          <ac:chgData name="Pritam Pal" userId="5f2243f0-6731-4cc6-93af-24a493b1dffc" providerId="ADAL" clId="{1B8F4792-A016-4EE3-BD40-6C3C7E9A87E5}" dt="2025-08-11T13:01:07.356" v="1733" actId="1076"/>
          <ac:spMkLst>
            <pc:docMk/>
            <pc:sldMk cId="3078892661" sldId="634"/>
            <ac:spMk id="41" creationId="{9C22C170-B423-8936-6C30-CEFBFC748BC1}"/>
          </ac:spMkLst>
        </pc:spChg>
        <pc:spChg chg="mod">
          <ac:chgData name="Pritam Pal" userId="5f2243f0-6731-4cc6-93af-24a493b1dffc" providerId="ADAL" clId="{1B8F4792-A016-4EE3-BD40-6C3C7E9A87E5}" dt="2025-08-11T13:01:07.356" v="1733" actId="1076"/>
          <ac:spMkLst>
            <pc:docMk/>
            <pc:sldMk cId="3078892661" sldId="634"/>
            <ac:spMk id="42" creationId="{2B0FEB5E-802B-3A5A-7EF3-8A153B368A43}"/>
          </ac:spMkLst>
        </pc:spChg>
      </pc:sldChg>
      <pc:sldChg chg="addSp modSp mod">
        <pc:chgData name="Pritam Pal" userId="5f2243f0-6731-4cc6-93af-24a493b1dffc" providerId="ADAL" clId="{1B8F4792-A016-4EE3-BD40-6C3C7E9A87E5}" dt="2025-08-07T08:06:16.527" v="812" actId="1036"/>
        <pc:sldMkLst>
          <pc:docMk/>
          <pc:sldMk cId="729916832" sldId="635"/>
        </pc:sldMkLst>
        <pc:spChg chg="add mod">
          <ac:chgData name="Pritam Pal" userId="5f2243f0-6731-4cc6-93af-24a493b1dffc" providerId="ADAL" clId="{1B8F4792-A016-4EE3-BD40-6C3C7E9A87E5}" dt="2025-08-07T07:12:14.801" v="323" actId="164"/>
          <ac:spMkLst>
            <pc:docMk/>
            <pc:sldMk cId="729916832" sldId="635"/>
            <ac:spMk id="3" creationId="{242ACF69-565C-7C7A-DF87-CFD0475F25B3}"/>
          </ac:spMkLst>
        </pc:spChg>
        <pc:spChg chg="add mod">
          <ac:chgData name="Pritam Pal" userId="5f2243f0-6731-4cc6-93af-24a493b1dffc" providerId="ADAL" clId="{1B8F4792-A016-4EE3-BD40-6C3C7E9A87E5}" dt="2025-08-07T08:06:16.527" v="812" actId="1036"/>
          <ac:spMkLst>
            <pc:docMk/>
            <pc:sldMk cId="729916832" sldId="635"/>
            <ac:spMk id="4" creationId="{FD96B999-587B-7788-EE69-C6E180FC657B}"/>
          </ac:spMkLst>
        </pc:spChg>
        <pc:grpChg chg="add mod">
          <ac:chgData name="Pritam Pal" userId="5f2243f0-6731-4cc6-93af-24a493b1dffc" providerId="ADAL" clId="{1B8F4792-A016-4EE3-BD40-6C3C7E9A87E5}" dt="2025-08-07T07:12:14.801" v="323" actId="164"/>
          <ac:grpSpMkLst>
            <pc:docMk/>
            <pc:sldMk cId="729916832" sldId="635"/>
            <ac:grpSpMk id="6" creationId="{BF909AA1-6DA1-9C7F-40BA-F0379C0EE2E1}"/>
          </ac:grpSpMkLst>
        </pc:grpChg>
      </pc:sldChg>
      <pc:sldChg chg="modSp mod">
        <pc:chgData name="Pritam Pal" userId="5f2243f0-6731-4cc6-93af-24a493b1dffc" providerId="ADAL" clId="{1B8F4792-A016-4EE3-BD40-6C3C7E9A87E5}" dt="2025-08-11T11:18:05.932" v="1442" actId="20577"/>
        <pc:sldMkLst>
          <pc:docMk/>
          <pc:sldMk cId="2018293091" sldId="636"/>
        </pc:sldMkLst>
        <pc:spChg chg="mod">
          <ac:chgData name="Pritam Pal" userId="5f2243f0-6731-4cc6-93af-24a493b1dffc" providerId="ADAL" clId="{1B8F4792-A016-4EE3-BD40-6C3C7E9A87E5}" dt="2025-08-11T11:18:05.932" v="1442" actId="20577"/>
          <ac:spMkLst>
            <pc:docMk/>
            <pc:sldMk cId="2018293091" sldId="636"/>
            <ac:spMk id="22" creationId="{59290665-F6FA-1BC7-4F40-284E1CF458FF}"/>
          </ac:spMkLst>
        </pc:spChg>
      </pc:sldChg>
      <pc:sldChg chg="modSp mod modNotesTx">
        <pc:chgData name="Pritam Pal" userId="5f2243f0-6731-4cc6-93af-24a493b1dffc" providerId="ADAL" clId="{1B8F4792-A016-4EE3-BD40-6C3C7E9A87E5}" dt="2025-08-14T10:01:25.495" v="3083" actId="14100"/>
        <pc:sldMkLst>
          <pc:docMk/>
          <pc:sldMk cId="343332540" sldId="637"/>
        </pc:sldMkLst>
        <pc:spChg chg="mod">
          <ac:chgData name="Pritam Pal" userId="5f2243f0-6731-4cc6-93af-24a493b1dffc" providerId="ADAL" clId="{1B8F4792-A016-4EE3-BD40-6C3C7E9A87E5}" dt="2025-08-14T10:01:25.495" v="3083" actId="14100"/>
          <ac:spMkLst>
            <pc:docMk/>
            <pc:sldMk cId="343332540" sldId="637"/>
            <ac:spMk id="20" creationId="{CFCE1CE0-47E0-3670-A72A-B7A2AA1D0264}"/>
          </ac:spMkLst>
        </pc:spChg>
        <pc:spChg chg="mod">
          <ac:chgData name="Pritam Pal" userId="5f2243f0-6731-4cc6-93af-24a493b1dffc" providerId="ADAL" clId="{1B8F4792-A016-4EE3-BD40-6C3C7E9A87E5}" dt="2025-08-08T09:28:34.142" v="1360" actId="1076"/>
          <ac:spMkLst>
            <pc:docMk/>
            <pc:sldMk cId="343332540" sldId="637"/>
            <ac:spMk id="41" creationId="{EB0978B5-1626-AF11-8D67-13B423A14602}"/>
          </ac:spMkLst>
        </pc:spChg>
      </pc:sldChg>
      <pc:sldChg chg="delSp modSp mod modNotesTx">
        <pc:chgData name="Pritam Pal" userId="5f2243f0-6731-4cc6-93af-24a493b1dffc" providerId="ADAL" clId="{1B8F4792-A016-4EE3-BD40-6C3C7E9A87E5}" dt="2025-08-14T10:03:06.567" v="3087" actId="20577"/>
        <pc:sldMkLst>
          <pc:docMk/>
          <pc:sldMk cId="4227412330" sldId="638"/>
        </pc:sldMkLst>
        <pc:spChg chg="mod">
          <ac:chgData name="Pritam Pal" userId="5f2243f0-6731-4cc6-93af-24a493b1dffc" providerId="ADAL" clId="{1B8F4792-A016-4EE3-BD40-6C3C7E9A87E5}" dt="2025-08-08T09:30:23.678" v="1389" actId="20577"/>
          <ac:spMkLst>
            <pc:docMk/>
            <pc:sldMk cId="4227412330" sldId="638"/>
            <ac:spMk id="22" creationId="{65AFF0D7-626F-04F6-C443-3CB51A7150C6}"/>
          </ac:spMkLst>
        </pc:spChg>
      </pc:sldChg>
      <pc:sldChg chg="modSp add mod modNotesTx">
        <pc:chgData name="Pritam Pal" userId="5f2243f0-6731-4cc6-93af-24a493b1dffc" providerId="ADAL" clId="{1B8F4792-A016-4EE3-BD40-6C3C7E9A87E5}" dt="2025-08-14T10:04:28.549" v="3142" actId="20577"/>
        <pc:sldMkLst>
          <pc:docMk/>
          <pc:sldMk cId="98002438" sldId="639"/>
        </pc:sldMkLst>
        <pc:graphicFrameChg chg="modGraphic">
          <ac:chgData name="Pritam Pal" userId="5f2243f0-6731-4cc6-93af-24a493b1dffc" providerId="ADAL" clId="{1B8F4792-A016-4EE3-BD40-6C3C7E9A87E5}" dt="2025-08-13T10:20:04.598" v="3012" actId="255"/>
          <ac:graphicFrameMkLst>
            <pc:docMk/>
            <pc:sldMk cId="98002438" sldId="639"/>
            <ac:graphicFrameMk id="3" creationId="{1350E1A6-FA24-BEEE-2200-9D5E93B1D3F0}"/>
          </ac:graphicFrameMkLst>
        </pc:graphicFrameChg>
      </pc:sldChg>
      <pc:sldChg chg="addSp modSp add del mod modShow modNotesTx">
        <pc:chgData name="Pritam Pal" userId="5f2243f0-6731-4cc6-93af-24a493b1dffc" providerId="ADAL" clId="{1B8F4792-A016-4EE3-BD40-6C3C7E9A87E5}" dt="2025-08-07T09:40:25.451" v="834" actId="47"/>
        <pc:sldMkLst>
          <pc:docMk/>
          <pc:sldMk cId="1021656619" sldId="639"/>
        </pc:sldMkLst>
      </pc:sldChg>
      <pc:sldChg chg="addSp modSp add mod ord modShow modNotesTx">
        <pc:chgData name="Pritam Pal" userId="5f2243f0-6731-4cc6-93af-24a493b1dffc" providerId="ADAL" clId="{1B8F4792-A016-4EE3-BD40-6C3C7E9A87E5}" dt="2025-08-07T06:50:15.293" v="289" actId="20577"/>
        <pc:sldMkLst>
          <pc:docMk/>
          <pc:sldMk cId="1345979754" sldId="640"/>
        </pc:sldMkLst>
        <pc:spChg chg="mod">
          <ac:chgData name="Pritam Pal" userId="5f2243f0-6731-4cc6-93af-24a493b1dffc" providerId="ADAL" clId="{1B8F4792-A016-4EE3-BD40-6C3C7E9A87E5}" dt="2025-08-07T06:39:41.086" v="285"/>
          <ac:spMkLst>
            <pc:docMk/>
            <pc:sldMk cId="1345979754" sldId="640"/>
            <ac:spMk id="4" creationId="{87813F37-4146-54A0-18F9-4EFD12F458D4}"/>
          </ac:spMkLst>
        </pc:spChg>
        <pc:spChg chg="mod">
          <ac:chgData name="Pritam Pal" userId="5f2243f0-6731-4cc6-93af-24a493b1dffc" providerId="ADAL" clId="{1B8F4792-A016-4EE3-BD40-6C3C7E9A87E5}" dt="2025-08-07T06:50:15.293" v="289" actId="20577"/>
          <ac:spMkLst>
            <pc:docMk/>
            <pc:sldMk cId="1345979754" sldId="640"/>
            <ac:spMk id="5" creationId="{61FD1B4F-5F1C-1CB8-0BB9-DEEB353FED7D}"/>
          </ac:spMkLst>
        </pc:spChg>
        <pc:spChg chg="mod">
          <ac:chgData name="Pritam Pal" userId="5f2243f0-6731-4cc6-93af-24a493b1dffc" providerId="ADAL" clId="{1B8F4792-A016-4EE3-BD40-6C3C7E9A87E5}" dt="2025-08-05T13:33:39.748" v="82"/>
          <ac:spMkLst>
            <pc:docMk/>
            <pc:sldMk cId="1345979754" sldId="640"/>
            <ac:spMk id="10" creationId="{66FB0B7E-C8A4-CBEE-45D8-1FEB5F1BFFB4}"/>
          </ac:spMkLst>
        </pc:spChg>
      </pc:sldChg>
      <pc:sldChg chg="addSp delSp modSp new mod ord modNotesTx">
        <pc:chgData name="Pritam Pal" userId="5f2243f0-6731-4cc6-93af-24a493b1dffc" providerId="ADAL" clId="{1B8F4792-A016-4EE3-BD40-6C3C7E9A87E5}" dt="2025-08-12T06:25:32.681" v="2412" actId="20577"/>
        <pc:sldMkLst>
          <pc:docMk/>
          <pc:sldMk cId="340261657" sldId="641"/>
        </pc:sldMkLst>
        <pc:spChg chg="add del mod">
          <ac:chgData name="Pritam Pal" userId="5f2243f0-6731-4cc6-93af-24a493b1dffc" providerId="ADAL" clId="{1B8F4792-A016-4EE3-BD40-6C3C7E9A87E5}" dt="2025-08-07T07:09:41.216" v="293"/>
          <ac:spMkLst>
            <pc:docMk/>
            <pc:sldMk cId="340261657" sldId="641"/>
            <ac:spMk id="2" creationId="{648158FC-6299-395F-C655-AE3629E1653E}"/>
          </ac:spMkLst>
        </pc:spChg>
        <pc:spChg chg="mod">
          <ac:chgData name="Pritam Pal" userId="5f2243f0-6731-4cc6-93af-24a493b1dffc" providerId="ADAL" clId="{1B8F4792-A016-4EE3-BD40-6C3C7E9A87E5}" dt="2025-08-07T06:50:20.625" v="291" actId="20577"/>
          <ac:spMkLst>
            <pc:docMk/>
            <pc:sldMk cId="340261657" sldId="641"/>
            <ac:spMk id="3" creationId="{58287C76-6AA6-CC37-B332-A2238CBCB6D4}"/>
          </ac:spMkLst>
        </pc:spChg>
      </pc:sldChg>
      <pc:sldChg chg="modSp add mod modNotesTx">
        <pc:chgData name="Pritam Pal" userId="5f2243f0-6731-4cc6-93af-24a493b1dffc" providerId="ADAL" clId="{1B8F4792-A016-4EE3-BD40-6C3C7E9A87E5}" dt="2025-08-15T08:14:59.662" v="3191" actId="20577"/>
        <pc:sldMkLst>
          <pc:docMk/>
          <pc:sldMk cId="2972495765" sldId="642"/>
        </pc:sldMkLst>
        <pc:spChg chg="mod">
          <ac:chgData name="Pritam Pal" userId="5f2243f0-6731-4cc6-93af-24a493b1dffc" providerId="ADAL" clId="{1B8F4792-A016-4EE3-BD40-6C3C7E9A87E5}" dt="2025-08-07T06:18:37.900" v="225" actId="20577"/>
          <ac:spMkLst>
            <pc:docMk/>
            <pc:sldMk cId="2972495765" sldId="642"/>
            <ac:spMk id="2" creationId="{EDE6D92F-3850-B639-78F0-68B530866B3A}"/>
          </ac:spMkLst>
        </pc:spChg>
        <pc:spChg chg="mod">
          <ac:chgData name="Pritam Pal" userId="5f2243f0-6731-4cc6-93af-24a493b1dffc" providerId="ADAL" clId="{1B8F4792-A016-4EE3-BD40-6C3C7E9A87E5}" dt="2025-08-07T06:18:34.550" v="224" actId="1035"/>
          <ac:spMkLst>
            <pc:docMk/>
            <pc:sldMk cId="2972495765" sldId="642"/>
            <ac:spMk id="3" creationId="{B8385E8A-E6BF-3EB7-2682-0DFABF9D0755}"/>
          </ac:spMkLst>
        </pc:spChg>
        <pc:spChg chg="mod">
          <ac:chgData name="Pritam Pal" userId="5f2243f0-6731-4cc6-93af-24a493b1dffc" providerId="ADAL" clId="{1B8F4792-A016-4EE3-BD40-6C3C7E9A87E5}" dt="2025-08-07T06:18:04.617" v="187" actId="20577"/>
          <ac:spMkLst>
            <pc:docMk/>
            <pc:sldMk cId="2972495765" sldId="642"/>
            <ac:spMk id="4" creationId="{8A0A7F1F-E9FF-D76F-C334-8B39D1F1A631}"/>
          </ac:spMkLst>
        </pc:spChg>
        <pc:spChg chg="mod">
          <ac:chgData name="Pritam Pal" userId="5f2243f0-6731-4cc6-93af-24a493b1dffc" providerId="ADAL" clId="{1B8F4792-A016-4EE3-BD40-6C3C7E9A87E5}" dt="2025-08-07T06:18:34.550" v="224" actId="1035"/>
          <ac:spMkLst>
            <pc:docMk/>
            <pc:sldMk cId="2972495765" sldId="642"/>
            <ac:spMk id="6" creationId="{1F9F4E79-AB6A-D6A1-5187-1642040C5AB8}"/>
          </ac:spMkLst>
        </pc:spChg>
        <pc:spChg chg="mod">
          <ac:chgData name="Pritam Pal" userId="5f2243f0-6731-4cc6-93af-24a493b1dffc" providerId="ADAL" clId="{1B8F4792-A016-4EE3-BD40-6C3C7E9A87E5}" dt="2025-08-07T06:18:34.550" v="224" actId="1035"/>
          <ac:spMkLst>
            <pc:docMk/>
            <pc:sldMk cId="2972495765" sldId="642"/>
            <ac:spMk id="7" creationId="{65842F63-12B1-2FD3-DEA0-C9AFE35CE986}"/>
          </ac:spMkLst>
        </pc:spChg>
      </pc:sldChg>
      <pc:sldChg chg="modSp add mod modNotesTx">
        <pc:chgData name="Pritam Pal" userId="5f2243f0-6731-4cc6-93af-24a493b1dffc" providerId="ADAL" clId="{1B8F4792-A016-4EE3-BD40-6C3C7E9A87E5}" dt="2025-08-17T09:27:54.723" v="3193" actId="20577"/>
        <pc:sldMkLst>
          <pc:docMk/>
          <pc:sldMk cId="3175575643" sldId="643"/>
        </pc:sldMkLst>
        <pc:spChg chg="mod">
          <ac:chgData name="Pritam Pal" userId="5f2243f0-6731-4cc6-93af-24a493b1dffc" providerId="ADAL" clId="{1B8F4792-A016-4EE3-BD40-6C3C7E9A87E5}" dt="2025-08-07T06:25:43.525" v="248"/>
          <ac:spMkLst>
            <pc:docMk/>
            <pc:sldMk cId="3175575643" sldId="643"/>
            <ac:spMk id="4" creationId="{4E8D1719-2038-8BB1-D253-F9A47F0EBF51}"/>
          </ac:spMkLst>
        </pc:spChg>
        <pc:spChg chg="mod">
          <ac:chgData name="Pritam Pal" userId="5f2243f0-6731-4cc6-93af-24a493b1dffc" providerId="ADAL" clId="{1B8F4792-A016-4EE3-BD40-6C3C7E9A87E5}" dt="2025-08-17T09:27:54.723" v="3193" actId="20577"/>
          <ac:spMkLst>
            <pc:docMk/>
            <pc:sldMk cId="3175575643" sldId="643"/>
            <ac:spMk id="5" creationId="{73CAD830-A593-4EB1-8A8E-7B5016713F8E}"/>
          </ac:spMkLst>
        </pc:spChg>
      </pc:sldChg>
      <pc:sldChg chg="add del mod modShow">
        <pc:chgData name="Pritam Pal" userId="5f2243f0-6731-4cc6-93af-24a493b1dffc" providerId="ADAL" clId="{1B8F4792-A016-4EE3-BD40-6C3C7E9A87E5}" dt="2025-08-07T09:40:48.221" v="835" actId="47"/>
        <pc:sldMkLst>
          <pc:docMk/>
          <pc:sldMk cId="3868544318" sldId="644"/>
        </pc:sldMkLst>
      </pc:sldChg>
      <pc:sldChg chg="addSp delSp modSp add mod modNotesTx">
        <pc:chgData name="Pritam Pal" userId="5f2243f0-6731-4cc6-93af-24a493b1dffc" providerId="ADAL" clId="{1B8F4792-A016-4EE3-BD40-6C3C7E9A87E5}" dt="2025-08-11T13:33:06.165" v="1943" actId="1035"/>
        <pc:sldMkLst>
          <pc:docMk/>
          <pc:sldMk cId="2235696067" sldId="645"/>
        </pc:sldMkLst>
        <pc:spChg chg="mod">
          <ac:chgData name="Pritam Pal" userId="5f2243f0-6731-4cc6-93af-24a493b1dffc" providerId="ADAL" clId="{1B8F4792-A016-4EE3-BD40-6C3C7E9A87E5}" dt="2025-08-07T07:39:27.877" v="435" actId="948"/>
          <ac:spMkLst>
            <pc:docMk/>
            <pc:sldMk cId="2235696067" sldId="645"/>
            <ac:spMk id="2" creationId="{57AAEA71-2432-9789-48D6-32717A1A8C92}"/>
          </ac:spMkLst>
        </pc:spChg>
        <pc:spChg chg="mod">
          <ac:chgData name="Pritam Pal" userId="5f2243f0-6731-4cc6-93af-24a493b1dffc" providerId="ADAL" clId="{1B8F4792-A016-4EE3-BD40-6C3C7E9A87E5}" dt="2025-08-07T07:18:47.266" v="336" actId="20577"/>
          <ac:spMkLst>
            <pc:docMk/>
            <pc:sldMk cId="2235696067" sldId="645"/>
            <ac:spMk id="5" creationId="{18998AA7-4C6A-9712-A419-34351AF9A967}"/>
          </ac:spMkLst>
        </pc:spChg>
        <pc:spChg chg="mod">
          <ac:chgData name="Pritam Pal" userId="5f2243f0-6731-4cc6-93af-24a493b1dffc" providerId="ADAL" clId="{1B8F4792-A016-4EE3-BD40-6C3C7E9A87E5}" dt="2025-08-07T07:18:55.601" v="351"/>
          <ac:spMkLst>
            <pc:docMk/>
            <pc:sldMk cId="2235696067" sldId="645"/>
            <ac:spMk id="24" creationId="{7926EA66-C6E3-AE65-A50D-952C96DA3CFA}"/>
          </ac:spMkLst>
        </pc:spChg>
        <pc:spChg chg="add mod">
          <ac:chgData name="Pritam Pal" userId="5f2243f0-6731-4cc6-93af-24a493b1dffc" providerId="ADAL" clId="{1B8F4792-A016-4EE3-BD40-6C3C7E9A87E5}" dt="2025-08-07T07:50:22.750" v="628" actId="255"/>
          <ac:spMkLst>
            <pc:docMk/>
            <pc:sldMk cId="2235696067" sldId="645"/>
            <ac:spMk id="49" creationId="{AE932BAB-F69E-CEE2-F772-E7205F2FBCCE}"/>
          </ac:spMkLst>
        </pc:spChg>
        <pc:spChg chg="add mod">
          <ac:chgData name="Pritam Pal" userId="5f2243f0-6731-4cc6-93af-24a493b1dffc" providerId="ADAL" clId="{1B8F4792-A016-4EE3-BD40-6C3C7E9A87E5}" dt="2025-08-07T07:50:28.871" v="629" actId="255"/>
          <ac:spMkLst>
            <pc:docMk/>
            <pc:sldMk cId="2235696067" sldId="645"/>
            <ac:spMk id="53" creationId="{B3751E39-A3EA-3A31-A458-3EC3FF68DE61}"/>
          </ac:spMkLst>
        </pc:spChg>
        <pc:spChg chg="add mod">
          <ac:chgData name="Pritam Pal" userId="5f2243f0-6731-4cc6-93af-24a493b1dffc" providerId="ADAL" clId="{1B8F4792-A016-4EE3-BD40-6C3C7E9A87E5}" dt="2025-08-07T07:58:47.016" v="743" actId="207"/>
          <ac:spMkLst>
            <pc:docMk/>
            <pc:sldMk cId="2235696067" sldId="645"/>
            <ac:spMk id="55" creationId="{5843CD01-5BDE-2FC2-8F2E-06F2A8A10B6A}"/>
          </ac:spMkLst>
        </pc:spChg>
        <pc:spChg chg="add mod">
          <ac:chgData name="Pritam Pal" userId="5f2243f0-6731-4cc6-93af-24a493b1dffc" providerId="ADAL" clId="{1B8F4792-A016-4EE3-BD40-6C3C7E9A87E5}" dt="2025-08-07T07:58:53.972" v="744" actId="207"/>
          <ac:spMkLst>
            <pc:docMk/>
            <pc:sldMk cId="2235696067" sldId="645"/>
            <ac:spMk id="56" creationId="{991AC54C-128E-D015-526B-79C9FA821EAE}"/>
          </ac:spMkLst>
        </pc:spChg>
        <pc:spChg chg="add mod">
          <ac:chgData name="Pritam Pal" userId="5f2243f0-6731-4cc6-93af-24a493b1dffc" providerId="ADAL" clId="{1B8F4792-A016-4EE3-BD40-6C3C7E9A87E5}" dt="2025-08-07T07:59:01.095" v="745" actId="207"/>
          <ac:spMkLst>
            <pc:docMk/>
            <pc:sldMk cId="2235696067" sldId="645"/>
            <ac:spMk id="57" creationId="{236FB008-184C-F720-3564-EE70ACBFA6F2}"/>
          </ac:spMkLst>
        </pc:spChg>
        <pc:spChg chg="add mod">
          <ac:chgData name="Pritam Pal" userId="5f2243f0-6731-4cc6-93af-24a493b1dffc" providerId="ADAL" clId="{1B8F4792-A016-4EE3-BD40-6C3C7E9A87E5}" dt="2025-08-07T08:03:31.819" v="804" actId="1076"/>
          <ac:spMkLst>
            <pc:docMk/>
            <pc:sldMk cId="2235696067" sldId="645"/>
            <ac:spMk id="58" creationId="{F3CF6384-0631-850F-C5E0-DEBBEF3A4B1C}"/>
          </ac:spMkLst>
        </pc:spChg>
        <pc:spChg chg="add mod">
          <ac:chgData name="Pritam Pal" userId="5f2243f0-6731-4cc6-93af-24a493b1dffc" providerId="ADAL" clId="{1B8F4792-A016-4EE3-BD40-6C3C7E9A87E5}" dt="2025-08-07T07:58:06.462" v="742" actId="207"/>
          <ac:spMkLst>
            <pc:docMk/>
            <pc:sldMk cId="2235696067" sldId="645"/>
            <ac:spMk id="59" creationId="{6A815F7E-401D-5BE9-8557-DAE0BB1F1D7A}"/>
          </ac:spMkLst>
        </pc:spChg>
        <pc:spChg chg="add mod">
          <ac:chgData name="Pritam Pal" userId="5f2243f0-6731-4cc6-93af-24a493b1dffc" providerId="ADAL" clId="{1B8F4792-A016-4EE3-BD40-6C3C7E9A87E5}" dt="2025-08-07T07:58:06.462" v="742" actId="207"/>
          <ac:spMkLst>
            <pc:docMk/>
            <pc:sldMk cId="2235696067" sldId="645"/>
            <ac:spMk id="60" creationId="{A41E2AC5-3B82-CA4F-D5AF-E7591E758596}"/>
          </ac:spMkLst>
        </pc:spChg>
        <pc:spChg chg="add mod">
          <ac:chgData name="Pritam Pal" userId="5f2243f0-6731-4cc6-93af-24a493b1dffc" providerId="ADAL" clId="{1B8F4792-A016-4EE3-BD40-6C3C7E9A87E5}" dt="2025-08-07T07:58:06.462" v="742" actId="207"/>
          <ac:spMkLst>
            <pc:docMk/>
            <pc:sldMk cId="2235696067" sldId="645"/>
            <ac:spMk id="61" creationId="{BEC7C3F1-8E03-AFAF-5C07-D279D270CDF4}"/>
          </ac:spMkLst>
        </pc:spChg>
        <pc:spChg chg="add mod">
          <ac:chgData name="Pritam Pal" userId="5f2243f0-6731-4cc6-93af-24a493b1dffc" providerId="ADAL" clId="{1B8F4792-A016-4EE3-BD40-6C3C7E9A87E5}" dt="2025-08-11T13:33:06.165" v="1943" actId="1035"/>
          <ac:spMkLst>
            <pc:docMk/>
            <pc:sldMk cId="2235696067" sldId="645"/>
            <ac:spMk id="62" creationId="{8B50F0E3-72E9-1905-D173-DE8428EB0043}"/>
          </ac:spMkLst>
        </pc:spChg>
        <pc:spChg chg="add mod">
          <ac:chgData name="Pritam Pal" userId="5f2243f0-6731-4cc6-93af-24a493b1dffc" providerId="ADAL" clId="{1B8F4792-A016-4EE3-BD40-6C3C7E9A87E5}" dt="2025-08-07T08:03:55.633" v="807" actId="1076"/>
          <ac:spMkLst>
            <pc:docMk/>
            <pc:sldMk cId="2235696067" sldId="645"/>
            <ac:spMk id="66" creationId="{F8469517-6626-E78B-E36D-E744092770E3}"/>
          </ac:spMkLst>
        </pc:spChg>
        <pc:spChg chg="add mod">
          <ac:chgData name="Pritam Pal" userId="5f2243f0-6731-4cc6-93af-24a493b1dffc" providerId="ADAL" clId="{1B8F4792-A016-4EE3-BD40-6C3C7E9A87E5}" dt="2025-08-07T08:02:23.943" v="758" actId="207"/>
          <ac:spMkLst>
            <pc:docMk/>
            <pc:sldMk cId="2235696067" sldId="645"/>
            <ac:spMk id="84" creationId="{0BEEC2AA-D72C-B8F7-3CB7-33725E55B95F}"/>
          </ac:spMkLst>
        </pc:spChg>
        <pc:spChg chg="add mod">
          <ac:chgData name="Pritam Pal" userId="5f2243f0-6731-4cc6-93af-24a493b1dffc" providerId="ADAL" clId="{1B8F4792-A016-4EE3-BD40-6C3C7E9A87E5}" dt="2025-08-07T08:02:43.116" v="773" actId="1076"/>
          <ac:spMkLst>
            <pc:docMk/>
            <pc:sldMk cId="2235696067" sldId="645"/>
            <ac:spMk id="85" creationId="{D3906BC3-7483-EF0F-3CA2-551585DB6995}"/>
          </ac:spMkLst>
        </pc:spChg>
        <pc:grpChg chg="add mod">
          <ac:chgData name="Pritam Pal" userId="5f2243f0-6731-4cc6-93af-24a493b1dffc" providerId="ADAL" clId="{1B8F4792-A016-4EE3-BD40-6C3C7E9A87E5}" dt="2025-08-07T07:57:16.529" v="739" actId="164"/>
          <ac:grpSpMkLst>
            <pc:docMk/>
            <pc:sldMk cId="2235696067" sldId="645"/>
            <ac:grpSpMk id="50" creationId="{A2497801-D297-DEE7-3F7C-53444571936B}"/>
          </ac:grpSpMkLst>
        </pc:grpChg>
        <pc:grpChg chg="add mod">
          <ac:chgData name="Pritam Pal" userId="5f2243f0-6731-4cc6-93af-24a493b1dffc" providerId="ADAL" clId="{1B8F4792-A016-4EE3-BD40-6C3C7E9A87E5}" dt="2025-08-07T07:57:16.529" v="739" actId="164"/>
          <ac:grpSpMkLst>
            <pc:docMk/>
            <pc:sldMk cId="2235696067" sldId="645"/>
            <ac:grpSpMk id="54" creationId="{1C5E1084-2EB7-37BF-1CD4-AEFE65E79787}"/>
          </ac:grpSpMkLst>
        </pc:grpChg>
        <pc:grpChg chg="add mod">
          <ac:chgData name="Pritam Pal" userId="5f2243f0-6731-4cc6-93af-24a493b1dffc" providerId="ADAL" clId="{1B8F4792-A016-4EE3-BD40-6C3C7E9A87E5}" dt="2025-08-07T07:57:16.529" v="739" actId="164"/>
          <ac:grpSpMkLst>
            <pc:docMk/>
            <pc:sldMk cId="2235696067" sldId="645"/>
            <ac:grpSpMk id="63" creationId="{BA8351ED-1958-C409-60AD-298AE8CFA7FE}"/>
          </ac:grpSpMkLst>
        </pc:grpChg>
        <pc:grpChg chg="add mod">
          <ac:chgData name="Pritam Pal" userId="5f2243f0-6731-4cc6-93af-24a493b1dffc" providerId="ADAL" clId="{1B8F4792-A016-4EE3-BD40-6C3C7E9A87E5}" dt="2025-08-07T07:57:16.529" v="739" actId="164"/>
          <ac:grpSpMkLst>
            <pc:docMk/>
            <pc:sldMk cId="2235696067" sldId="645"/>
            <ac:grpSpMk id="64" creationId="{878CB783-F0D9-8305-8BFD-DBB11596AAFA}"/>
          </ac:grpSpMkLst>
        </pc:grpChg>
        <pc:grpChg chg="add mod">
          <ac:chgData name="Pritam Pal" userId="5f2243f0-6731-4cc6-93af-24a493b1dffc" providerId="ADAL" clId="{1B8F4792-A016-4EE3-BD40-6C3C7E9A87E5}" dt="2025-08-07T07:57:16.529" v="739" actId="164"/>
          <ac:grpSpMkLst>
            <pc:docMk/>
            <pc:sldMk cId="2235696067" sldId="645"/>
            <ac:grpSpMk id="65" creationId="{ED7ED39C-EFFD-3544-4DB1-82E965E1405A}"/>
          </ac:grpSpMkLst>
        </pc:grpChg>
        <pc:grpChg chg="add mod">
          <ac:chgData name="Pritam Pal" userId="5f2243f0-6731-4cc6-93af-24a493b1dffc" providerId="ADAL" clId="{1B8F4792-A016-4EE3-BD40-6C3C7E9A87E5}" dt="2025-08-07T07:57:16.529" v="739" actId="164"/>
          <ac:grpSpMkLst>
            <pc:docMk/>
            <pc:sldMk cId="2235696067" sldId="645"/>
            <ac:grpSpMk id="67" creationId="{8128FE11-C1AA-5EB6-B915-301CDD6E7173}"/>
          </ac:grpSpMkLst>
        </pc:grpChg>
        <pc:grpChg chg="add mod">
          <ac:chgData name="Pritam Pal" userId="5f2243f0-6731-4cc6-93af-24a493b1dffc" providerId="ADAL" clId="{1B8F4792-A016-4EE3-BD40-6C3C7E9A87E5}" dt="2025-08-07T07:57:29.373" v="741" actId="1076"/>
          <ac:grpSpMkLst>
            <pc:docMk/>
            <pc:sldMk cId="2235696067" sldId="645"/>
            <ac:grpSpMk id="82" creationId="{BE93F30B-1164-E4EC-539A-8E685EA4E736}"/>
          </ac:grpSpMkLst>
        </pc:grpChg>
        <pc:picChg chg="add mod">
          <ac:chgData name="Pritam Pal" userId="5f2243f0-6731-4cc6-93af-24a493b1dffc" providerId="ADAL" clId="{1B8F4792-A016-4EE3-BD40-6C3C7E9A87E5}" dt="2025-08-07T07:43:56.203" v="475" actId="164"/>
          <ac:picMkLst>
            <pc:docMk/>
            <pc:sldMk cId="2235696067" sldId="645"/>
            <ac:picMk id="48" creationId="{D53BD2B8-5BE8-84AE-39F4-23C1368E6D5A}"/>
          </ac:picMkLst>
        </pc:picChg>
        <pc:picChg chg="add mod">
          <ac:chgData name="Pritam Pal" userId="5f2243f0-6731-4cc6-93af-24a493b1dffc" providerId="ADAL" clId="{1B8F4792-A016-4EE3-BD40-6C3C7E9A87E5}" dt="2025-08-07T07:45:46.125" v="509" actId="164"/>
          <ac:picMkLst>
            <pc:docMk/>
            <pc:sldMk cId="2235696067" sldId="645"/>
            <ac:picMk id="52" creationId="{502E9A09-8FAF-E9FD-83BF-67636F51E830}"/>
          </ac:picMkLst>
        </pc:picChg>
        <pc:cxnChg chg="add mod">
          <ac:chgData name="Pritam Pal" userId="5f2243f0-6731-4cc6-93af-24a493b1dffc" providerId="ADAL" clId="{1B8F4792-A016-4EE3-BD40-6C3C7E9A87E5}" dt="2025-08-07T07:55:36.378" v="719" actId="108"/>
          <ac:cxnSpMkLst>
            <pc:docMk/>
            <pc:sldMk cId="2235696067" sldId="645"/>
            <ac:cxnSpMk id="71" creationId="{883BD57D-BD91-F5D9-067A-2CD5B67C86FF}"/>
          </ac:cxnSpMkLst>
        </pc:cxnChg>
        <pc:cxnChg chg="add mod">
          <ac:chgData name="Pritam Pal" userId="5f2243f0-6731-4cc6-93af-24a493b1dffc" providerId="ADAL" clId="{1B8F4792-A016-4EE3-BD40-6C3C7E9A87E5}" dt="2025-08-07T08:02:47.770" v="774" actId="14100"/>
          <ac:cxnSpMkLst>
            <pc:docMk/>
            <pc:sldMk cId="2235696067" sldId="645"/>
            <ac:cxnSpMk id="72" creationId="{7AD19A9A-BC74-8FDC-6F5D-7156E6B12F0A}"/>
          </ac:cxnSpMkLst>
        </pc:cxnChg>
        <pc:cxnChg chg="add mod">
          <ac:chgData name="Pritam Pal" userId="5f2243f0-6731-4cc6-93af-24a493b1dffc" providerId="ADAL" clId="{1B8F4792-A016-4EE3-BD40-6C3C7E9A87E5}" dt="2025-08-07T08:03:00.335" v="777" actId="1076"/>
          <ac:cxnSpMkLst>
            <pc:docMk/>
            <pc:sldMk cId="2235696067" sldId="645"/>
            <ac:cxnSpMk id="74" creationId="{58743BA1-2AEF-A872-058B-EAFDF746D9ED}"/>
          </ac:cxnSpMkLst>
        </pc:cxnChg>
        <pc:cxnChg chg="add mod">
          <ac:chgData name="Pritam Pal" userId="5f2243f0-6731-4cc6-93af-24a493b1dffc" providerId="ADAL" clId="{1B8F4792-A016-4EE3-BD40-6C3C7E9A87E5}" dt="2025-08-07T07:56:47.663" v="735" actId="14100"/>
          <ac:cxnSpMkLst>
            <pc:docMk/>
            <pc:sldMk cId="2235696067" sldId="645"/>
            <ac:cxnSpMk id="76" creationId="{86C27546-BE3D-80E2-C4CA-9DF21E87C659}"/>
          </ac:cxnSpMkLst>
        </pc:cxnChg>
        <pc:cxnChg chg="add mod">
          <ac:chgData name="Pritam Pal" userId="5f2243f0-6731-4cc6-93af-24a493b1dffc" providerId="ADAL" clId="{1B8F4792-A016-4EE3-BD40-6C3C7E9A87E5}" dt="2025-08-07T07:56:52.672" v="736" actId="14100"/>
          <ac:cxnSpMkLst>
            <pc:docMk/>
            <pc:sldMk cId="2235696067" sldId="645"/>
            <ac:cxnSpMk id="80" creationId="{47319120-8374-3F49-FE16-F091138258A3}"/>
          </ac:cxnSpMkLst>
        </pc:cxnChg>
        <pc:cxnChg chg="add mod">
          <ac:chgData name="Pritam Pal" userId="5f2243f0-6731-4cc6-93af-24a493b1dffc" providerId="ADAL" clId="{1B8F4792-A016-4EE3-BD40-6C3C7E9A87E5}" dt="2025-08-07T07:57:16.529" v="739" actId="164"/>
          <ac:cxnSpMkLst>
            <pc:docMk/>
            <pc:sldMk cId="2235696067" sldId="645"/>
            <ac:cxnSpMk id="81" creationId="{F1315091-D41A-8359-F61C-DB8F41DD463C}"/>
          </ac:cxnSpMkLst>
        </pc:cxnChg>
        <pc:cxnChg chg="add mod">
          <ac:chgData name="Pritam Pal" userId="5f2243f0-6731-4cc6-93af-24a493b1dffc" providerId="ADAL" clId="{1B8F4792-A016-4EE3-BD40-6C3C7E9A87E5}" dt="2025-08-07T08:03:41.119" v="806" actId="1076"/>
          <ac:cxnSpMkLst>
            <pc:docMk/>
            <pc:sldMk cId="2235696067" sldId="645"/>
            <ac:cxnSpMk id="87" creationId="{9DB47CE9-1D4F-9FE3-DD00-4745CAE2F34D}"/>
          </ac:cxnSpMkLst>
        </pc:cxnChg>
      </pc:sldChg>
      <pc:sldChg chg="add modNotesTx">
        <pc:chgData name="Pritam Pal" userId="5f2243f0-6731-4cc6-93af-24a493b1dffc" providerId="ADAL" clId="{1B8F4792-A016-4EE3-BD40-6C3C7E9A87E5}" dt="2025-08-13T10:18:44.874" v="3010" actId="20577"/>
        <pc:sldMkLst>
          <pc:docMk/>
          <pc:sldMk cId="4026139552" sldId="646"/>
        </pc:sldMkLst>
      </pc:sldChg>
      <pc:sldChg chg="addSp delSp modSp add mod modNotesTx">
        <pc:chgData name="Pritam Pal" userId="5f2243f0-6731-4cc6-93af-24a493b1dffc" providerId="ADAL" clId="{1B8F4792-A016-4EE3-BD40-6C3C7E9A87E5}" dt="2025-08-14T10:00:49.630" v="3082" actId="20577"/>
        <pc:sldMkLst>
          <pc:docMk/>
          <pc:sldMk cId="1925844666" sldId="647"/>
        </pc:sldMkLst>
        <pc:spChg chg="mod">
          <ac:chgData name="Pritam Pal" userId="5f2243f0-6731-4cc6-93af-24a493b1dffc" providerId="ADAL" clId="{1B8F4792-A016-4EE3-BD40-6C3C7E9A87E5}" dt="2025-08-08T07:23:52.823" v="1108" actId="207"/>
          <ac:spMkLst>
            <pc:docMk/>
            <pc:sldMk cId="1925844666" sldId="647"/>
            <ac:spMk id="2" creationId="{ADB74AF3-C074-E88F-9223-B1A0FCA2F32A}"/>
          </ac:spMkLst>
        </pc:spChg>
        <pc:spChg chg="mod">
          <ac:chgData name="Pritam Pal" userId="5f2243f0-6731-4cc6-93af-24a493b1dffc" providerId="ADAL" clId="{1B8F4792-A016-4EE3-BD40-6C3C7E9A87E5}" dt="2025-08-08T07:18:13.649" v="1061" actId="20577"/>
          <ac:spMkLst>
            <pc:docMk/>
            <pc:sldMk cId="1925844666" sldId="647"/>
            <ac:spMk id="5" creationId="{879F6047-64A1-E881-8E47-83F012503550}"/>
          </ac:spMkLst>
        </pc:spChg>
        <pc:spChg chg="mod">
          <ac:chgData name="Pritam Pal" userId="5f2243f0-6731-4cc6-93af-24a493b1dffc" providerId="ADAL" clId="{1B8F4792-A016-4EE3-BD40-6C3C7E9A87E5}" dt="2025-08-11T11:17:33.397" v="1441" actId="20577"/>
          <ac:spMkLst>
            <pc:docMk/>
            <pc:sldMk cId="1925844666" sldId="647"/>
            <ac:spMk id="22" creationId="{33FDA188-E1C5-D159-A09B-3AFDD05FDF41}"/>
          </ac:spMkLst>
        </pc:spChg>
        <pc:spChg chg="mod">
          <ac:chgData name="Pritam Pal" userId="5f2243f0-6731-4cc6-93af-24a493b1dffc" providerId="ADAL" clId="{1B8F4792-A016-4EE3-BD40-6C3C7E9A87E5}" dt="2025-08-08T07:18:32.129" v="1095"/>
          <ac:spMkLst>
            <pc:docMk/>
            <pc:sldMk cId="1925844666" sldId="647"/>
            <ac:spMk id="24" creationId="{327C883F-8AE7-9E33-C66F-6E0EF651591E}"/>
          </ac:spMkLst>
        </pc:spChg>
      </pc:sldChg>
      <pc:sldChg chg="addSp delSp modSp add mod modAnim">
        <pc:chgData name="Pritam Pal" userId="5f2243f0-6731-4cc6-93af-24a493b1dffc" providerId="ADAL" clId="{1B8F4792-A016-4EE3-BD40-6C3C7E9A87E5}" dt="2025-08-12T07:09:03.662" v="2843" actId="478"/>
        <pc:sldMkLst>
          <pc:docMk/>
          <pc:sldMk cId="1511387837" sldId="648"/>
        </pc:sldMkLst>
        <pc:spChg chg="mod">
          <ac:chgData name="Pritam Pal" userId="5f2243f0-6731-4cc6-93af-24a493b1dffc" providerId="ADAL" clId="{1B8F4792-A016-4EE3-BD40-6C3C7E9A87E5}" dt="2025-08-08T07:18:23.294" v="1063"/>
          <ac:spMkLst>
            <pc:docMk/>
            <pc:sldMk cId="1511387837" sldId="648"/>
            <ac:spMk id="5" creationId="{9A25B9CF-3451-3C6F-5882-411EC8800924}"/>
          </ac:spMkLst>
        </pc:spChg>
        <pc:spChg chg="mod">
          <ac:chgData name="Pritam Pal" userId="5f2243f0-6731-4cc6-93af-24a493b1dffc" providerId="ADAL" clId="{1B8F4792-A016-4EE3-BD40-6C3C7E9A87E5}" dt="2025-08-08T07:28:37.166" v="1215" actId="14100"/>
          <ac:spMkLst>
            <pc:docMk/>
            <pc:sldMk cId="1511387837" sldId="648"/>
            <ac:spMk id="20" creationId="{1B2D7299-8664-3638-A043-0CDE578F1D3F}"/>
          </ac:spMkLst>
        </pc:spChg>
        <pc:spChg chg="mod">
          <ac:chgData name="Pritam Pal" userId="5f2243f0-6731-4cc6-93af-24a493b1dffc" providerId="ADAL" clId="{1B8F4792-A016-4EE3-BD40-6C3C7E9A87E5}" dt="2025-08-08T07:33:53.493" v="1276" actId="20577"/>
          <ac:spMkLst>
            <pc:docMk/>
            <pc:sldMk cId="1511387837" sldId="648"/>
            <ac:spMk id="22" creationId="{C98459EE-43D8-91D7-D9F6-F50FAB50325E}"/>
          </ac:spMkLst>
        </pc:spChg>
        <pc:spChg chg="mod">
          <ac:chgData name="Pritam Pal" userId="5f2243f0-6731-4cc6-93af-24a493b1dffc" providerId="ADAL" clId="{1B8F4792-A016-4EE3-BD40-6C3C7E9A87E5}" dt="2025-08-08T07:18:27.227" v="1078"/>
          <ac:spMkLst>
            <pc:docMk/>
            <pc:sldMk cId="1511387837" sldId="648"/>
            <ac:spMk id="24" creationId="{5531FDB1-6E1D-8A61-FA52-3EDAE2BAF5D2}"/>
          </ac:spMkLst>
        </pc:spChg>
        <pc:spChg chg="mod">
          <ac:chgData name="Pritam Pal" userId="5f2243f0-6731-4cc6-93af-24a493b1dffc" providerId="ADAL" clId="{1B8F4792-A016-4EE3-BD40-6C3C7E9A87E5}" dt="2025-08-12T07:08:30.420" v="2839" actId="1076"/>
          <ac:spMkLst>
            <pc:docMk/>
            <pc:sldMk cId="1511387837" sldId="648"/>
            <ac:spMk id="35" creationId="{F2EA28F7-C0C4-FEFD-EF69-ABEA3C62C70D}"/>
          </ac:spMkLst>
        </pc:spChg>
        <pc:spChg chg="add mod">
          <ac:chgData name="Pritam Pal" userId="5f2243f0-6731-4cc6-93af-24a493b1dffc" providerId="ADAL" clId="{1B8F4792-A016-4EE3-BD40-6C3C7E9A87E5}" dt="2025-08-12T07:08:18.162" v="2837" actId="1076"/>
          <ac:spMkLst>
            <pc:docMk/>
            <pc:sldMk cId="1511387837" sldId="648"/>
            <ac:spMk id="36" creationId="{72B32E8D-E168-2510-3E15-3376C0EEF283}"/>
          </ac:spMkLst>
        </pc:spChg>
        <pc:spChg chg="add mod">
          <ac:chgData name="Pritam Pal" userId="5f2243f0-6731-4cc6-93af-24a493b1dffc" providerId="ADAL" clId="{1B8F4792-A016-4EE3-BD40-6C3C7E9A87E5}" dt="2025-08-12T07:08:18.162" v="2837" actId="1076"/>
          <ac:spMkLst>
            <pc:docMk/>
            <pc:sldMk cId="1511387837" sldId="648"/>
            <ac:spMk id="37" creationId="{CD8FA041-1265-991E-371F-7BD4B3989A37}"/>
          </ac:spMkLst>
        </pc:spChg>
        <pc:spChg chg="add mod">
          <ac:chgData name="Pritam Pal" userId="5f2243f0-6731-4cc6-93af-24a493b1dffc" providerId="ADAL" clId="{1B8F4792-A016-4EE3-BD40-6C3C7E9A87E5}" dt="2025-08-12T07:08:18.162" v="2837" actId="1076"/>
          <ac:spMkLst>
            <pc:docMk/>
            <pc:sldMk cId="1511387837" sldId="648"/>
            <ac:spMk id="41" creationId="{B31A8AD0-CC03-F5F2-AD36-D93B1F91B117}"/>
          </ac:spMkLst>
        </pc:spChg>
        <pc:spChg chg="add mod">
          <ac:chgData name="Pritam Pal" userId="5f2243f0-6731-4cc6-93af-24a493b1dffc" providerId="ADAL" clId="{1B8F4792-A016-4EE3-BD40-6C3C7E9A87E5}" dt="2025-08-12T07:08:18.162" v="2837" actId="1076"/>
          <ac:spMkLst>
            <pc:docMk/>
            <pc:sldMk cId="1511387837" sldId="648"/>
            <ac:spMk id="42" creationId="{E103B519-0FAC-A292-BC0C-92A6AF708E9D}"/>
          </ac:spMkLst>
        </pc:spChg>
        <pc:spChg chg="add mod">
          <ac:chgData name="Pritam Pal" userId="5f2243f0-6731-4cc6-93af-24a493b1dffc" providerId="ADAL" clId="{1B8F4792-A016-4EE3-BD40-6C3C7E9A87E5}" dt="2025-08-12T07:08:49.906" v="2841" actId="1076"/>
          <ac:spMkLst>
            <pc:docMk/>
            <pc:sldMk cId="1511387837" sldId="648"/>
            <ac:spMk id="43" creationId="{03ED7C37-6AF5-F63C-E2C3-E8FF6F374821}"/>
          </ac:spMkLst>
        </pc:spChg>
        <pc:spChg chg="add mod">
          <ac:chgData name="Pritam Pal" userId="5f2243f0-6731-4cc6-93af-24a493b1dffc" providerId="ADAL" clId="{1B8F4792-A016-4EE3-BD40-6C3C7E9A87E5}" dt="2025-08-12T07:08:39.991" v="2840" actId="1076"/>
          <ac:spMkLst>
            <pc:docMk/>
            <pc:sldMk cId="1511387837" sldId="648"/>
            <ac:spMk id="44" creationId="{9F74B12E-C2BD-3DB9-D591-021C88D8AE3E}"/>
          </ac:spMkLst>
        </pc:spChg>
        <pc:spChg chg="add mod">
          <ac:chgData name="Pritam Pal" userId="5f2243f0-6731-4cc6-93af-24a493b1dffc" providerId="ADAL" clId="{1B8F4792-A016-4EE3-BD40-6C3C7E9A87E5}" dt="2025-08-12T07:08:59.803" v="2842" actId="1076"/>
          <ac:spMkLst>
            <pc:docMk/>
            <pc:sldMk cId="1511387837" sldId="648"/>
            <ac:spMk id="45" creationId="{8A5062A9-7C3D-250D-12EF-1300D9B44CB9}"/>
          </ac:spMkLst>
        </pc:spChg>
      </pc:sldChg>
      <pc:sldChg chg="addSp delSp modSp add mod modAnim">
        <pc:chgData name="Pritam Pal" userId="5f2243f0-6731-4cc6-93af-24a493b1dffc" providerId="ADAL" clId="{1B8F4792-A016-4EE3-BD40-6C3C7E9A87E5}" dt="2025-08-11T12:07:56.671" v="1595"/>
        <pc:sldMkLst>
          <pc:docMk/>
          <pc:sldMk cId="4059422091" sldId="649"/>
        </pc:sldMkLst>
        <pc:spChg chg="add mod">
          <ac:chgData name="Pritam Pal" userId="5f2243f0-6731-4cc6-93af-24a493b1dffc" providerId="ADAL" clId="{1B8F4792-A016-4EE3-BD40-6C3C7E9A87E5}" dt="2025-08-11T12:02:28.492" v="1590" actId="255"/>
          <ac:spMkLst>
            <pc:docMk/>
            <pc:sldMk cId="4059422091" sldId="649"/>
            <ac:spMk id="2" creationId="{3B44B3F1-8017-7B18-4440-88FC7824E2BA}"/>
          </ac:spMkLst>
        </pc:spChg>
        <pc:spChg chg="add mod">
          <ac:chgData name="Pritam Pal" userId="5f2243f0-6731-4cc6-93af-24a493b1dffc" providerId="ADAL" clId="{1B8F4792-A016-4EE3-BD40-6C3C7E9A87E5}" dt="2025-08-11T12:02:28.492" v="1590" actId="255"/>
          <ac:spMkLst>
            <pc:docMk/>
            <pc:sldMk cId="4059422091" sldId="649"/>
            <ac:spMk id="3" creationId="{53DB655E-4D88-B6C7-84E6-009105006D70}"/>
          </ac:spMkLst>
        </pc:spChg>
        <pc:spChg chg="add mod">
          <ac:chgData name="Pritam Pal" userId="5f2243f0-6731-4cc6-93af-24a493b1dffc" providerId="ADAL" clId="{1B8F4792-A016-4EE3-BD40-6C3C7E9A87E5}" dt="2025-08-11T12:02:28.492" v="1590" actId="255"/>
          <ac:spMkLst>
            <pc:docMk/>
            <pc:sldMk cId="4059422091" sldId="649"/>
            <ac:spMk id="4" creationId="{C5069653-54D6-693C-A997-DB99DE7AF895}"/>
          </ac:spMkLst>
        </pc:spChg>
        <pc:spChg chg="add mod">
          <ac:chgData name="Pritam Pal" userId="5f2243f0-6731-4cc6-93af-24a493b1dffc" providerId="ADAL" clId="{1B8F4792-A016-4EE3-BD40-6C3C7E9A87E5}" dt="2025-08-11T12:02:28.492" v="1590" actId="255"/>
          <ac:spMkLst>
            <pc:docMk/>
            <pc:sldMk cId="4059422091" sldId="649"/>
            <ac:spMk id="6" creationId="{765B4FF2-6DED-7FCF-7FC8-D30C40888458}"/>
          </ac:spMkLst>
        </pc:spChg>
        <pc:spChg chg="add mod">
          <ac:chgData name="Pritam Pal" userId="5f2243f0-6731-4cc6-93af-24a493b1dffc" providerId="ADAL" clId="{1B8F4792-A016-4EE3-BD40-6C3C7E9A87E5}" dt="2025-08-11T12:02:28.492" v="1590" actId="255"/>
          <ac:spMkLst>
            <pc:docMk/>
            <pc:sldMk cId="4059422091" sldId="649"/>
            <ac:spMk id="7" creationId="{FCD35B8F-BDCD-BD19-45F7-C5D0C22A02CD}"/>
          </ac:spMkLst>
        </pc:spChg>
        <pc:spChg chg="add mod">
          <ac:chgData name="Pritam Pal" userId="5f2243f0-6731-4cc6-93af-24a493b1dffc" providerId="ADAL" clId="{1B8F4792-A016-4EE3-BD40-6C3C7E9A87E5}" dt="2025-08-11T12:02:28.492" v="1590" actId="255"/>
          <ac:spMkLst>
            <pc:docMk/>
            <pc:sldMk cId="4059422091" sldId="649"/>
            <ac:spMk id="23" creationId="{AD3B1557-3904-4177-F4C2-06E2FDFDB5BD}"/>
          </ac:spMkLst>
        </pc:spChg>
        <pc:spChg chg="add mod">
          <ac:chgData name="Pritam Pal" userId="5f2243f0-6731-4cc6-93af-24a493b1dffc" providerId="ADAL" clId="{1B8F4792-A016-4EE3-BD40-6C3C7E9A87E5}" dt="2025-08-11T12:02:28.492" v="1590" actId="255"/>
          <ac:spMkLst>
            <pc:docMk/>
            <pc:sldMk cId="4059422091" sldId="649"/>
            <ac:spMk id="25" creationId="{A9ECA396-0227-DA5D-9885-21F4F26489D7}"/>
          </ac:spMkLst>
        </pc:spChg>
        <pc:spChg chg="add mod">
          <ac:chgData name="Pritam Pal" userId="5f2243f0-6731-4cc6-93af-24a493b1dffc" providerId="ADAL" clId="{1B8F4792-A016-4EE3-BD40-6C3C7E9A87E5}" dt="2025-08-11T12:02:28.492" v="1590" actId="255"/>
          <ac:spMkLst>
            <pc:docMk/>
            <pc:sldMk cId="4059422091" sldId="649"/>
            <ac:spMk id="26" creationId="{3619B5B6-8F25-48C2-D395-A32BD7AFA967}"/>
          </ac:spMkLst>
        </pc:spChg>
        <pc:spChg chg="add mod">
          <ac:chgData name="Pritam Pal" userId="5f2243f0-6731-4cc6-93af-24a493b1dffc" providerId="ADAL" clId="{1B8F4792-A016-4EE3-BD40-6C3C7E9A87E5}" dt="2025-08-11T12:02:28.492" v="1590" actId="255"/>
          <ac:spMkLst>
            <pc:docMk/>
            <pc:sldMk cId="4059422091" sldId="649"/>
            <ac:spMk id="57" creationId="{E3899C5C-7477-D9DB-653F-F9EB57DEF68C}"/>
          </ac:spMkLst>
        </pc:spChg>
        <pc:spChg chg="add mod">
          <ac:chgData name="Pritam Pal" userId="5f2243f0-6731-4cc6-93af-24a493b1dffc" providerId="ADAL" clId="{1B8F4792-A016-4EE3-BD40-6C3C7E9A87E5}" dt="2025-08-11T12:02:28.492" v="1590" actId="255"/>
          <ac:spMkLst>
            <pc:docMk/>
            <pc:sldMk cId="4059422091" sldId="649"/>
            <ac:spMk id="58" creationId="{15E567C4-265C-4A62-F7A8-B5D9527F1890}"/>
          </ac:spMkLst>
        </pc:spChg>
        <pc:spChg chg="add mod">
          <ac:chgData name="Pritam Pal" userId="5f2243f0-6731-4cc6-93af-24a493b1dffc" providerId="ADAL" clId="{1B8F4792-A016-4EE3-BD40-6C3C7E9A87E5}" dt="2025-08-11T12:07:56.671" v="1595"/>
          <ac:spMkLst>
            <pc:docMk/>
            <pc:sldMk cId="4059422091" sldId="649"/>
            <ac:spMk id="59" creationId="{E8AE2D83-725C-C55C-AB58-EB554F81BCC0}"/>
          </ac:spMkLst>
        </pc:spChg>
      </pc:sldChg>
      <pc:sldChg chg="addSp delSp modSp add del mod">
        <pc:chgData name="Pritam Pal" userId="5f2243f0-6731-4cc6-93af-24a493b1dffc" providerId="ADAL" clId="{1B8F4792-A016-4EE3-BD40-6C3C7E9A87E5}" dt="2025-08-11T13:07:52.416" v="1773" actId="47"/>
        <pc:sldMkLst>
          <pc:docMk/>
          <pc:sldMk cId="22768162" sldId="650"/>
        </pc:sldMkLst>
      </pc:sldChg>
      <pc:sldChg chg="add del">
        <pc:chgData name="Pritam Pal" userId="5f2243f0-6731-4cc6-93af-24a493b1dffc" providerId="ADAL" clId="{1B8F4792-A016-4EE3-BD40-6C3C7E9A87E5}" dt="2025-08-11T12:51:40.778" v="1730" actId="47"/>
        <pc:sldMkLst>
          <pc:docMk/>
          <pc:sldMk cId="1673584302" sldId="650"/>
        </pc:sldMkLst>
      </pc:sldChg>
      <pc:sldChg chg="addSp delSp modSp add mod modNotesTx">
        <pc:chgData name="Pritam Pal" userId="5f2243f0-6731-4cc6-93af-24a493b1dffc" providerId="ADAL" clId="{1B8F4792-A016-4EE3-BD40-6C3C7E9A87E5}" dt="2025-08-13T10:20:43.909" v="3013" actId="20577"/>
        <pc:sldMkLst>
          <pc:docMk/>
          <pc:sldMk cId="3428424927" sldId="650"/>
        </pc:sldMkLst>
        <pc:spChg chg="mod">
          <ac:chgData name="Pritam Pal" userId="5f2243f0-6731-4cc6-93af-24a493b1dffc" providerId="ADAL" clId="{1B8F4792-A016-4EE3-BD40-6C3C7E9A87E5}" dt="2025-08-11T13:14:01.394" v="1816" actId="1076"/>
          <ac:spMkLst>
            <pc:docMk/>
            <pc:sldMk cId="3428424927" sldId="650"/>
            <ac:spMk id="9" creationId="{37A99CEE-82CD-9FA6-383C-6310FC6B217C}"/>
          </ac:spMkLst>
        </pc:spChg>
        <pc:spChg chg="mod">
          <ac:chgData name="Pritam Pal" userId="5f2243f0-6731-4cc6-93af-24a493b1dffc" providerId="ADAL" clId="{1B8F4792-A016-4EE3-BD40-6C3C7E9A87E5}" dt="2025-08-11T13:14:01.394" v="1816" actId="1076"/>
          <ac:spMkLst>
            <pc:docMk/>
            <pc:sldMk cId="3428424927" sldId="650"/>
            <ac:spMk id="10" creationId="{D1CEB11A-3463-F6AE-CD15-5BF14BFF3CA3}"/>
          </ac:spMkLst>
        </pc:spChg>
        <pc:spChg chg="mod">
          <ac:chgData name="Pritam Pal" userId="5f2243f0-6731-4cc6-93af-24a493b1dffc" providerId="ADAL" clId="{1B8F4792-A016-4EE3-BD40-6C3C7E9A87E5}" dt="2025-08-11T13:14:01.394" v="1816" actId="1076"/>
          <ac:spMkLst>
            <pc:docMk/>
            <pc:sldMk cId="3428424927" sldId="650"/>
            <ac:spMk id="11" creationId="{B37C698D-11A3-6193-3F69-13386BBD6DD8}"/>
          </ac:spMkLst>
        </pc:spChg>
        <pc:spChg chg="mod">
          <ac:chgData name="Pritam Pal" userId="5f2243f0-6731-4cc6-93af-24a493b1dffc" providerId="ADAL" clId="{1B8F4792-A016-4EE3-BD40-6C3C7E9A87E5}" dt="2025-08-11T13:14:01.394" v="1816" actId="1076"/>
          <ac:spMkLst>
            <pc:docMk/>
            <pc:sldMk cId="3428424927" sldId="650"/>
            <ac:spMk id="12" creationId="{914B488D-AEB7-89D6-A072-1B04F2B3DF45}"/>
          </ac:spMkLst>
        </pc:spChg>
        <pc:spChg chg="mod">
          <ac:chgData name="Pritam Pal" userId="5f2243f0-6731-4cc6-93af-24a493b1dffc" providerId="ADAL" clId="{1B8F4792-A016-4EE3-BD40-6C3C7E9A87E5}" dt="2025-08-11T13:14:01.394" v="1816" actId="1076"/>
          <ac:spMkLst>
            <pc:docMk/>
            <pc:sldMk cId="3428424927" sldId="650"/>
            <ac:spMk id="13" creationId="{2681248A-3FE1-38CE-55E4-79BD3DC216B9}"/>
          </ac:spMkLst>
        </pc:spChg>
        <pc:spChg chg="add mod">
          <ac:chgData name="Pritam Pal" userId="5f2243f0-6731-4cc6-93af-24a493b1dffc" providerId="ADAL" clId="{1B8F4792-A016-4EE3-BD40-6C3C7E9A87E5}" dt="2025-08-12T07:37:29.726" v="2954" actId="207"/>
          <ac:spMkLst>
            <pc:docMk/>
            <pc:sldMk cId="3428424927" sldId="650"/>
            <ac:spMk id="14" creationId="{F3B9BBC9-B001-D625-84C3-46978A833F3D}"/>
          </ac:spMkLst>
        </pc:spChg>
        <pc:spChg chg="add mod">
          <ac:chgData name="Pritam Pal" userId="5f2243f0-6731-4cc6-93af-24a493b1dffc" providerId="ADAL" clId="{1B8F4792-A016-4EE3-BD40-6C3C7E9A87E5}" dt="2025-08-12T07:38:54.869" v="2969" actId="208"/>
          <ac:spMkLst>
            <pc:docMk/>
            <pc:sldMk cId="3428424927" sldId="650"/>
            <ac:spMk id="15" creationId="{F07A727A-3C81-4CC6-2104-B882E5DE9D72}"/>
          </ac:spMkLst>
        </pc:spChg>
        <pc:spChg chg="add mod">
          <ac:chgData name="Pritam Pal" userId="5f2243f0-6731-4cc6-93af-24a493b1dffc" providerId="ADAL" clId="{1B8F4792-A016-4EE3-BD40-6C3C7E9A87E5}" dt="2025-08-12T07:39:09.114" v="2970" actId="208"/>
          <ac:spMkLst>
            <pc:docMk/>
            <pc:sldMk cId="3428424927" sldId="650"/>
            <ac:spMk id="16" creationId="{D42436E1-C17D-3C67-AB42-06BBF527C154}"/>
          </ac:spMkLst>
        </pc:spChg>
        <pc:spChg chg="add mod">
          <ac:chgData name="Pritam Pal" userId="5f2243f0-6731-4cc6-93af-24a493b1dffc" providerId="ADAL" clId="{1B8F4792-A016-4EE3-BD40-6C3C7E9A87E5}" dt="2025-08-12T07:39:16.740" v="2971" actId="208"/>
          <ac:spMkLst>
            <pc:docMk/>
            <pc:sldMk cId="3428424927" sldId="650"/>
            <ac:spMk id="17" creationId="{1DD4C43B-6C92-C1D9-82AF-5079281E37AB}"/>
          </ac:spMkLst>
        </pc:spChg>
        <pc:spChg chg="add mod">
          <ac:chgData name="Pritam Pal" userId="5f2243f0-6731-4cc6-93af-24a493b1dffc" providerId="ADAL" clId="{1B8F4792-A016-4EE3-BD40-6C3C7E9A87E5}" dt="2025-08-12T07:38:33.280" v="2968" actId="208"/>
          <ac:spMkLst>
            <pc:docMk/>
            <pc:sldMk cId="3428424927" sldId="650"/>
            <ac:spMk id="18" creationId="{109696FE-9DBD-9FE3-7CFB-12431E97D678}"/>
          </ac:spMkLst>
        </pc:spChg>
        <pc:spChg chg="add mod">
          <ac:chgData name="Pritam Pal" userId="5f2243f0-6731-4cc6-93af-24a493b1dffc" providerId="ADAL" clId="{1B8F4792-A016-4EE3-BD40-6C3C7E9A87E5}" dt="2025-08-12T07:37:43.126" v="2959"/>
          <ac:spMkLst>
            <pc:docMk/>
            <pc:sldMk cId="3428424927" sldId="650"/>
            <ac:spMk id="20" creationId="{BA08C1E5-FC03-B472-BDC2-F8303B4A2BCC}"/>
          </ac:spMkLst>
        </pc:spChg>
        <pc:spChg chg="add mod">
          <ac:chgData name="Pritam Pal" userId="5f2243f0-6731-4cc6-93af-24a493b1dffc" providerId="ADAL" clId="{1B8F4792-A016-4EE3-BD40-6C3C7E9A87E5}" dt="2025-08-12T07:38:01.610" v="2963"/>
          <ac:spMkLst>
            <pc:docMk/>
            <pc:sldMk cId="3428424927" sldId="650"/>
            <ac:spMk id="21" creationId="{BC7BFFDC-B2BF-756F-D0A5-E6F8F94AD192}"/>
          </ac:spMkLst>
        </pc:spChg>
        <pc:spChg chg="add mod">
          <ac:chgData name="Pritam Pal" userId="5f2243f0-6731-4cc6-93af-24a493b1dffc" providerId="ADAL" clId="{1B8F4792-A016-4EE3-BD40-6C3C7E9A87E5}" dt="2025-08-12T07:38:01.610" v="2963"/>
          <ac:spMkLst>
            <pc:docMk/>
            <pc:sldMk cId="3428424927" sldId="650"/>
            <ac:spMk id="22" creationId="{2F854167-EAC1-F911-AF27-40B98CA4E26E}"/>
          </ac:spMkLst>
        </pc:spChg>
        <pc:spChg chg="add mod">
          <ac:chgData name="Pritam Pal" userId="5f2243f0-6731-4cc6-93af-24a493b1dffc" providerId="ADAL" clId="{1B8F4792-A016-4EE3-BD40-6C3C7E9A87E5}" dt="2025-08-12T07:38:01.610" v="2963"/>
          <ac:spMkLst>
            <pc:docMk/>
            <pc:sldMk cId="3428424927" sldId="650"/>
            <ac:spMk id="23" creationId="{F2A78CE1-6DC0-4969-E9D8-2B16AB3EEBD4}"/>
          </ac:spMkLst>
        </pc:spChg>
        <pc:spChg chg="add mod">
          <ac:chgData name="Pritam Pal" userId="5f2243f0-6731-4cc6-93af-24a493b1dffc" providerId="ADAL" clId="{1B8F4792-A016-4EE3-BD40-6C3C7E9A87E5}" dt="2025-08-12T07:38:01.610" v="2963"/>
          <ac:spMkLst>
            <pc:docMk/>
            <pc:sldMk cId="3428424927" sldId="650"/>
            <ac:spMk id="25" creationId="{0328C139-108A-A217-2897-416615F28AA2}"/>
          </ac:spMkLst>
        </pc:spChg>
        <pc:grpChg chg="mod">
          <ac:chgData name="Pritam Pal" userId="5f2243f0-6731-4cc6-93af-24a493b1dffc" providerId="ADAL" clId="{1B8F4792-A016-4EE3-BD40-6C3C7E9A87E5}" dt="2025-08-11T13:14:36.353" v="1821" actId="255"/>
          <ac:grpSpMkLst>
            <pc:docMk/>
            <pc:sldMk cId="3428424927" sldId="650"/>
            <ac:grpSpMk id="19" creationId="{DF336919-0A5C-38CF-E1DA-752E7A42E710}"/>
          </ac:grpSpMkLst>
        </pc:grpChg>
      </pc:sldChg>
      <pc:sldChg chg="add del">
        <pc:chgData name="Pritam Pal" userId="5f2243f0-6731-4cc6-93af-24a493b1dffc" providerId="ADAL" clId="{1B8F4792-A016-4EE3-BD40-6C3C7E9A87E5}" dt="2025-08-11T12:50:19.750" v="1714" actId="2696"/>
        <pc:sldMkLst>
          <pc:docMk/>
          <pc:sldMk cId="3738491300" sldId="650"/>
        </pc:sldMkLst>
      </pc:sldChg>
      <pc:sldChg chg="new del">
        <pc:chgData name="Pritam Pal" userId="5f2243f0-6731-4cc6-93af-24a493b1dffc" providerId="ADAL" clId="{1B8F4792-A016-4EE3-BD40-6C3C7E9A87E5}" dt="2025-08-11T13:16:29.221" v="1829" actId="680"/>
        <pc:sldMkLst>
          <pc:docMk/>
          <pc:sldMk cId="85812355" sldId="651"/>
        </pc:sldMkLst>
      </pc:sldChg>
      <pc:sldChg chg="add del">
        <pc:chgData name="Pritam Pal" userId="5f2243f0-6731-4cc6-93af-24a493b1dffc" providerId="ADAL" clId="{1B8F4792-A016-4EE3-BD40-6C3C7E9A87E5}" dt="2025-08-11T12:50:19.750" v="1714" actId="2696"/>
        <pc:sldMkLst>
          <pc:docMk/>
          <pc:sldMk cId="1156621489" sldId="651"/>
        </pc:sldMkLst>
      </pc:sldChg>
      <pc:sldChg chg="addSp delSp modSp add mod delAnim modAnim">
        <pc:chgData name="Pritam Pal" userId="5f2243f0-6731-4cc6-93af-24a493b1dffc" providerId="ADAL" clId="{1B8F4792-A016-4EE3-BD40-6C3C7E9A87E5}" dt="2025-08-12T06:44:27.174" v="2620"/>
        <pc:sldMkLst>
          <pc:docMk/>
          <pc:sldMk cId="2265390912" sldId="651"/>
        </pc:sldMkLst>
        <pc:spChg chg="mod">
          <ac:chgData name="Pritam Pal" userId="5f2243f0-6731-4cc6-93af-24a493b1dffc" providerId="ADAL" clId="{1B8F4792-A016-4EE3-BD40-6C3C7E9A87E5}" dt="2025-08-12T06:41:39.487" v="2601" actId="14100"/>
          <ac:spMkLst>
            <pc:docMk/>
            <pc:sldMk cId="2265390912" sldId="651"/>
            <ac:spMk id="9" creationId="{291C1618-2CD0-F97A-F771-51AA841D126A}"/>
          </ac:spMkLst>
        </pc:spChg>
        <pc:spChg chg="mod">
          <ac:chgData name="Pritam Pal" userId="5f2243f0-6731-4cc6-93af-24a493b1dffc" providerId="ADAL" clId="{1B8F4792-A016-4EE3-BD40-6C3C7E9A87E5}" dt="2025-08-12T06:42:08.857" v="2605" actId="1076"/>
          <ac:spMkLst>
            <pc:docMk/>
            <pc:sldMk cId="2265390912" sldId="651"/>
            <ac:spMk id="10" creationId="{657651AB-6E05-611A-9BC6-E4730F933120}"/>
          </ac:spMkLst>
        </pc:spChg>
        <pc:spChg chg="mod">
          <ac:chgData name="Pritam Pal" userId="5f2243f0-6731-4cc6-93af-24a493b1dffc" providerId="ADAL" clId="{1B8F4792-A016-4EE3-BD40-6C3C7E9A87E5}" dt="2025-08-12T06:41:45.915" v="2602" actId="1076"/>
          <ac:spMkLst>
            <pc:docMk/>
            <pc:sldMk cId="2265390912" sldId="651"/>
            <ac:spMk id="12" creationId="{C595644E-EF2F-16AB-3CDE-95F8F362396F}"/>
          </ac:spMkLst>
        </pc:spChg>
        <pc:spChg chg="mod">
          <ac:chgData name="Pritam Pal" userId="5f2243f0-6731-4cc6-93af-24a493b1dffc" providerId="ADAL" clId="{1B8F4792-A016-4EE3-BD40-6C3C7E9A87E5}" dt="2025-08-12T06:41:32.905" v="2600" actId="14100"/>
          <ac:spMkLst>
            <pc:docMk/>
            <pc:sldMk cId="2265390912" sldId="651"/>
            <ac:spMk id="14" creationId="{2CBBA4FC-C69D-C526-B17A-75972A342FF9}"/>
          </ac:spMkLst>
        </pc:spChg>
        <pc:spChg chg="mod">
          <ac:chgData name="Pritam Pal" userId="5f2243f0-6731-4cc6-93af-24a493b1dffc" providerId="ADAL" clId="{1B8F4792-A016-4EE3-BD40-6C3C7E9A87E5}" dt="2025-08-12T06:41:32.905" v="2600" actId="14100"/>
          <ac:spMkLst>
            <pc:docMk/>
            <pc:sldMk cId="2265390912" sldId="651"/>
            <ac:spMk id="17" creationId="{7C491EA5-B7E8-1151-E969-449BECECE2B8}"/>
          </ac:spMkLst>
        </pc:spChg>
        <pc:spChg chg="mod">
          <ac:chgData name="Pritam Pal" userId="5f2243f0-6731-4cc6-93af-24a493b1dffc" providerId="ADAL" clId="{1B8F4792-A016-4EE3-BD40-6C3C7E9A87E5}" dt="2025-08-12T06:41:56.207" v="2603" actId="1076"/>
          <ac:spMkLst>
            <pc:docMk/>
            <pc:sldMk cId="2265390912" sldId="651"/>
            <ac:spMk id="18" creationId="{EED235A6-E214-4412-E815-775916FB7B8A}"/>
          </ac:spMkLst>
        </pc:spChg>
        <pc:spChg chg="mod">
          <ac:chgData name="Pritam Pal" userId="5f2243f0-6731-4cc6-93af-24a493b1dffc" providerId="ADAL" clId="{1B8F4792-A016-4EE3-BD40-6C3C7E9A87E5}" dt="2025-08-12T06:38:41.671" v="2552" actId="1076"/>
          <ac:spMkLst>
            <pc:docMk/>
            <pc:sldMk cId="2265390912" sldId="651"/>
            <ac:spMk id="21" creationId="{34F63833-CBF1-B6CE-C1CA-E0DB9A168A79}"/>
          </ac:spMkLst>
        </pc:spChg>
        <pc:spChg chg="mod">
          <ac:chgData name="Pritam Pal" userId="5f2243f0-6731-4cc6-93af-24a493b1dffc" providerId="ADAL" clId="{1B8F4792-A016-4EE3-BD40-6C3C7E9A87E5}" dt="2025-08-12T06:41:32.905" v="2600" actId="14100"/>
          <ac:spMkLst>
            <pc:docMk/>
            <pc:sldMk cId="2265390912" sldId="651"/>
            <ac:spMk id="30" creationId="{85C21D0F-4C7A-11F8-64B9-AFD24D46F0CE}"/>
          </ac:spMkLst>
        </pc:spChg>
        <pc:spChg chg="mod">
          <ac:chgData name="Pritam Pal" userId="5f2243f0-6731-4cc6-93af-24a493b1dffc" providerId="ADAL" clId="{1B8F4792-A016-4EE3-BD40-6C3C7E9A87E5}" dt="2025-08-12T06:41:32.905" v="2600" actId="14100"/>
          <ac:spMkLst>
            <pc:docMk/>
            <pc:sldMk cId="2265390912" sldId="651"/>
            <ac:spMk id="32" creationId="{9F78F306-BDE2-60F0-9033-ADDA44D0D8B6}"/>
          </ac:spMkLst>
        </pc:spChg>
        <pc:spChg chg="mod">
          <ac:chgData name="Pritam Pal" userId="5f2243f0-6731-4cc6-93af-24a493b1dffc" providerId="ADAL" clId="{1B8F4792-A016-4EE3-BD40-6C3C7E9A87E5}" dt="2025-08-12T06:41:32.905" v="2600" actId="14100"/>
          <ac:spMkLst>
            <pc:docMk/>
            <pc:sldMk cId="2265390912" sldId="651"/>
            <ac:spMk id="34" creationId="{EAA526B1-5EDF-3C63-8F56-F95FB4371B1C}"/>
          </ac:spMkLst>
        </pc:spChg>
        <pc:spChg chg="mod">
          <ac:chgData name="Pritam Pal" userId="5f2243f0-6731-4cc6-93af-24a493b1dffc" providerId="ADAL" clId="{1B8F4792-A016-4EE3-BD40-6C3C7E9A87E5}" dt="2025-08-12T06:43:21.123" v="2614" actId="478"/>
          <ac:spMkLst>
            <pc:docMk/>
            <pc:sldMk cId="2265390912" sldId="651"/>
            <ac:spMk id="36" creationId="{EB25DEFB-FB59-6BF0-B89E-61C27525C040}"/>
          </ac:spMkLst>
        </pc:spChg>
        <pc:spChg chg="add del mod">
          <ac:chgData name="Pritam Pal" userId="5f2243f0-6731-4cc6-93af-24a493b1dffc" providerId="ADAL" clId="{1B8F4792-A016-4EE3-BD40-6C3C7E9A87E5}" dt="2025-08-12T06:43:21.123" v="2614" actId="478"/>
          <ac:spMkLst>
            <pc:docMk/>
            <pc:sldMk cId="2265390912" sldId="651"/>
            <ac:spMk id="37" creationId="{0C83EE7E-2DD6-1814-91F1-58EEA0912915}"/>
          </ac:spMkLst>
        </pc:spChg>
        <pc:spChg chg="mod">
          <ac:chgData name="Pritam Pal" userId="5f2243f0-6731-4cc6-93af-24a493b1dffc" providerId="ADAL" clId="{1B8F4792-A016-4EE3-BD40-6C3C7E9A87E5}" dt="2025-08-12T06:43:46.654" v="2617" actId="1076"/>
          <ac:spMkLst>
            <pc:docMk/>
            <pc:sldMk cId="2265390912" sldId="651"/>
            <ac:spMk id="44" creationId="{3B79E48E-4B54-B714-56AE-4FC3E093F92B}"/>
          </ac:spMkLst>
        </pc:spChg>
        <pc:spChg chg="add del mod">
          <ac:chgData name="Pritam Pal" userId="5f2243f0-6731-4cc6-93af-24a493b1dffc" providerId="ADAL" clId="{1B8F4792-A016-4EE3-BD40-6C3C7E9A87E5}" dt="2025-08-12T06:43:52.739" v="2618" actId="166"/>
          <ac:spMkLst>
            <pc:docMk/>
            <pc:sldMk cId="2265390912" sldId="651"/>
            <ac:spMk id="45" creationId="{F40C1283-3153-0742-6D46-90313704C7B3}"/>
          </ac:spMkLst>
        </pc:spChg>
        <pc:spChg chg="mod">
          <ac:chgData name="Pritam Pal" userId="5f2243f0-6731-4cc6-93af-24a493b1dffc" providerId="ADAL" clId="{1B8F4792-A016-4EE3-BD40-6C3C7E9A87E5}" dt="2025-08-12T06:43:46.654" v="2617" actId="1076"/>
          <ac:spMkLst>
            <pc:docMk/>
            <pc:sldMk cId="2265390912" sldId="651"/>
            <ac:spMk id="48" creationId="{4C963864-0E3B-7898-AA49-9FEBA433616D}"/>
          </ac:spMkLst>
        </pc:spChg>
        <pc:spChg chg="mod">
          <ac:chgData name="Pritam Pal" userId="5f2243f0-6731-4cc6-93af-24a493b1dffc" providerId="ADAL" clId="{1B8F4792-A016-4EE3-BD40-6C3C7E9A87E5}" dt="2025-08-12T06:43:46.654" v="2617" actId="1076"/>
          <ac:spMkLst>
            <pc:docMk/>
            <pc:sldMk cId="2265390912" sldId="651"/>
            <ac:spMk id="49" creationId="{36A33FC6-F632-1715-CBD0-651F5CA2A784}"/>
          </ac:spMkLst>
        </pc:spChg>
        <pc:spChg chg="mod">
          <ac:chgData name="Pritam Pal" userId="5f2243f0-6731-4cc6-93af-24a493b1dffc" providerId="ADAL" clId="{1B8F4792-A016-4EE3-BD40-6C3C7E9A87E5}" dt="2025-08-12T06:43:46.654" v="2617" actId="1076"/>
          <ac:spMkLst>
            <pc:docMk/>
            <pc:sldMk cId="2265390912" sldId="651"/>
            <ac:spMk id="50" creationId="{3C9FF8DB-9974-3FC9-79E7-5E4A4EA4701A}"/>
          </ac:spMkLst>
        </pc:spChg>
        <pc:spChg chg="mod">
          <ac:chgData name="Pritam Pal" userId="5f2243f0-6731-4cc6-93af-24a493b1dffc" providerId="ADAL" clId="{1B8F4792-A016-4EE3-BD40-6C3C7E9A87E5}" dt="2025-08-12T06:41:32.905" v="2600" actId="14100"/>
          <ac:spMkLst>
            <pc:docMk/>
            <pc:sldMk cId="2265390912" sldId="651"/>
            <ac:spMk id="53" creationId="{84080D1F-D971-BE4E-9EE5-315799B80CEE}"/>
          </ac:spMkLst>
        </pc:spChg>
        <pc:spChg chg="mod">
          <ac:chgData name="Pritam Pal" userId="5f2243f0-6731-4cc6-93af-24a493b1dffc" providerId="ADAL" clId="{1B8F4792-A016-4EE3-BD40-6C3C7E9A87E5}" dt="2025-08-12T06:39:38.625" v="2560" actId="478"/>
          <ac:spMkLst>
            <pc:docMk/>
            <pc:sldMk cId="2265390912" sldId="651"/>
            <ac:spMk id="54" creationId="{6D3E3BB9-E2DA-0413-12B9-7A8D9C09C83B}"/>
          </ac:spMkLst>
        </pc:spChg>
        <pc:spChg chg="mod">
          <ac:chgData name="Pritam Pal" userId="5f2243f0-6731-4cc6-93af-24a493b1dffc" providerId="ADAL" clId="{1B8F4792-A016-4EE3-BD40-6C3C7E9A87E5}" dt="2025-08-12T06:41:32.905" v="2600" actId="14100"/>
          <ac:spMkLst>
            <pc:docMk/>
            <pc:sldMk cId="2265390912" sldId="651"/>
            <ac:spMk id="57" creationId="{1711DF5B-08F0-D09D-E63D-EDA16034D971}"/>
          </ac:spMkLst>
        </pc:spChg>
        <pc:spChg chg="mod">
          <ac:chgData name="Pritam Pal" userId="5f2243f0-6731-4cc6-93af-24a493b1dffc" providerId="ADAL" clId="{1B8F4792-A016-4EE3-BD40-6C3C7E9A87E5}" dt="2025-08-12T06:44:00.441" v="2619" actId="166"/>
          <ac:spMkLst>
            <pc:docMk/>
            <pc:sldMk cId="2265390912" sldId="651"/>
            <ac:spMk id="58" creationId="{417E5571-BD57-8F38-C05C-CFC005F6E658}"/>
          </ac:spMkLst>
        </pc:spChg>
        <pc:spChg chg="mod">
          <ac:chgData name="Pritam Pal" userId="5f2243f0-6731-4cc6-93af-24a493b1dffc" providerId="ADAL" clId="{1B8F4792-A016-4EE3-BD40-6C3C7E9A87E5}" dt="2025-08-12T06:40:28.247" v="2567" actId="478"/>
          <ac:spMkLst>
            <pc:docMk/>
            <pc:sldMk cId="2265390912" sldId="651"/>
            <ac:spMk id="59" creationId="{9D8D5BCB-0585-3835-9341-0ACE59987350}"/>
          </ac:spMkLst>
        </pc:spChg>
        <pc:grpChg chg="mod">
          <ac:chgData name="Pritam Pal" userId="5f2243f0-6731-4cc6-93af-24a493b1dffc" providerId="ADAL" clId="{1B8F4792-A016-4EE3-BD40-6C3C7E9A87E5}" dt="2025-08-12T06:43:21.123" v="2614" actId="478"/>
          <ac:grpSpMkLst>
            <pc:docMk/>
            <pc:sldMk cId="2265390912" sldId="651"/>
            <ac:grpSpMk id="35" creationId="{A8A8B026-D198-DD56-B0CE-35C2046302F0}"/>
          </ac:grpSpMkLst>
        </pc:grpChg>
        <pc:grpChg chg="mod">
          <ac:chgData name="Pritam Pal" userId="5f2243f0-6731-4cc6-93af-24a493b1dffc" providerId="ADAL" clId="{1B8F4792-A016-4EE3-BD40-6C3C7E9A87E5}" dt="2025-08-12T06:43:46.654" v="2617" actId="1076"/>
          <ac:grpSpMkLst>
            <pc:docMk/>
            <pc:sldMk cId="2265390912" sldId="651"/>
            <ac:grpSpMk id="43" creationId="{202DEB76-281E-4EAA-7360-7C5F10C06476}"/>
          </ac:grpSpMkLst>
        </pc:grpChg>
        <pc:grpChg chg="mod">
          <ac:chgData name="Pritam Pal" userId="5f2243f0-6731-4cc6-93af-24a493b1dffc" providerId="ADAL" clId="{1B8F4792-A016-4EE3-BD40-6C3C7E9A87E5}" dt="2025-08-12T06:39:38.625" v="2560" actId="478"/>
          <ac:grpSpMkLst>
            <pc:docMk/>
            <pc:sldMk cId="2265390912" sldId="651"/>
            <ac:grpSpMk id="52" creationId="{C255DD13-E8FB-100D-AC84-3B8BAA5A197E}"/>
          </ac:grpSpMkLst>
        </pc:grpChg>
        <pc:grpChg chg="mod">
          <ac:chgData name="Pritam Pal" userId="5f2243f0-6731-4cc6-93af-24a493b1dffc" providerId="ADAL" clId="{1B8F4792-A016-4EE3-BD40-6C3C7E9A87E5}" dt="2025-08-12T06:40:28.247" v="2567" actId="478"/>
          <ac:grpSpMkLst>
            <pc:docMk/>
            <pc:sldMk cId="2265390912" sldId="651"/>
            <ac:grpSpMk id="56" creationId="{7E0538E5-635E-C894-316A-63E8F40098A1}"/>
          </ac:grpSpMkLst>
        </pc:grpChg>
      </pc:sldChg>
      <pc:sldChg chg="add del">
        <pc:chgData name="Pritam Pal" userId="5f2243f0-6731-4cc6-93af-24a493b1dffc" providerId="ADAL" clId="{1B8F4792-A016-4EE3-BD40-6C3C7E9A87E5}" dt="2025-08-11T12:51:40.778" v="1730" actId="47"/>
        <pc:sldMkLst>
          <pc:docMk/>
          <pc:sldMk cId="2848816833" sldId="651"/>
        </pc:sldMkLst>
      </pc:sldChg>
      <pc:sldChg chg="modSp add del mod">
        <pc:chgData name="Pritam Pal" userId="5f2243f0-6731-4cc6-93af-24a493b1dffc" providerId="ADAL" clId="{1B8F4792-A016-4EE3-BD40-6C3C7E9A87E5}" dt="2025-08-12T07:06:51.161" v="2833" actId="47"/>
        <pc:sldMkLst>
          <pc:docMk/>
          <pc:sldMk cId="2326594320" sldId="652"/>
        </pc:sldMkLst>
      </pc:sldChg>
    </pc:docChg>
  </pc:docChgLst>
  <pc:docChgLst>
    <pc:chgData name="Pritam Pal" userId="S::pritam.pal@simplilearn.com::5f2243f0-6731-4cc6-93af-24a493b1dffc" providerId="AD" clId="Web-{AB5A2D3A-C907-FF31-53B0-8015262C926F}"/>
    <pc:docChg chg="modSld">
      <pc:chgData name="Pritam Pal" userId="S::pritam.pal@simplilearn.com::5f2243f0-6731-4cc6-93af-24a493b1dffc" providerId="AD" clId="Web-{AB5A2D3A-C907-FF31-53B0-8015262C926F}" dt="2025-08-17T09:26:28.685" v="2" actId="1076"/>
      <pc:docMkLst>
        <pc:docMk/>
      </pc:docMkLst>
      <pc:sldChg chg="modSp">
        <pc:chgData name="Pritam Pal" userId="S::pritam.pal@simplilearn.com::5f2243f0-6731-4cc6-93af-24a493b1dffc" providerId="AD" clId="Web-{AB5A2D3A-C907-FF31-53B0-8015262C926F}" dt="2025-08-17T09:26:28.685" v="2" actId="1076"/>
        <pc:sldMkLst>
          <pc:docMk/>
          <pc:sldMk cId="340261657" sldId="641"/>
        </pc:sldMkLst>
        <pc:spChg chg="mod">
          <ac:chgData name="Pritam Pal" userId="S::pritam.pal@simplilearn.com::5f2243f0-6731-4cc6-93af-24a493b1dffc" providerId="AD" clId="Web-{AB5A2D3A-C907-FF31-53B0-8015262C926F}" dt="2025-08-17T09:26:19.669" v="1" actId="20577"/>
          <ac:spMkLst>
            <pc:docMk/>
            <pc:sldMk cId="340261657" sldId="641"/>
            <ac:spMk id="2" creationId="{648158FC-6299-395F-C655-AE3629E1653E}"/>
          </ac:spMkLst>
        </pc:spChg>
        <pc:spChg chg="mod">
          <ac:chgData name="Pritam Pal" userId="S::pritam.pal@simplilearn.com::5f2243f0-6731-4cc6-93af-24a493b1dffc" providerId="AD" clId="Web-{AB5A2D3A-C907-FF31-53B0-8015262C926F}" dt="2025-08-17T09:26:28.685" v="2" actId="1076"/>
          <ac:spMkLst>
            <pc:docMk/>
            <pc:sldMk cId="340261657" sldId="641"/>
            <ac:spMk id="3" creationId="{58287C76-6AA6-CC37-B332-A2238CBCB6D4}"/>
          </ac:spMkLst>
        </pc:spChg>
      </pc:sldChg>
    </pc:docChg>
  </pc:docChgLst>
  <pc:docChgLst>
    <pc:chgData name="Azlaan Barkat" userId="f2937b16-87e6-4204-b769-e8d0f511c258" providerId="ADAL" clId="{61966356-C7A0-47D2-B590-B91FD1ACFECC}"/>
    <pc:docChg chg="modSld">
      <pc:chgData name="Azlaan Barkat" userId="f2937b16-87e6-4204-b769-e8d0f511c258" providerId="ADAL" clId="{61966356-C7A0-47D2-B590-B91FD1ACFECC}" dt="2025-09-19T07:24:55.979" v="68" actId="20577"/>
      <pc:docMkLst>
        <pc:docMk/>
      </pc:docMkLst>
      <pc:sldChg chg="modSp mod">
        <pc:chgData name="Azlaan Barkat" userId="f2937b16-87e6-4204-b769-e8d0f511c258" providerId="ADAL" clId="{61966356-C7A0-47D2-B590-B91FD1ACFECC}" dt="2025-09-19T07:20:40.407" v="0" actId="207"/>
        <pc:sldMkLst>
          <pc:docMk/>
          <pc:sldMk cId="2169430196" sldId="575"/>
        </pc:sldMkLst>
        <pc:spChg chg="mod">
          <ac:chgData name="Azlaan Barkat" userId="f2937b16-87e6-4204-b769-e8d0f511c258" providerId="ADAL" clId="{61966356-C7A0-47D2-B590-B91FD1ACFECC}" dt="2025-09-19T07:20:40.407" v="0" actId="207"/>
          <ac:spMkLst>
            <pc:docMk/>
            <pc:sldMk cId="2169430196" sldId="575"/>
            <ac:spMk id="2" creationId="{1661BA4B-CDB1-F0FB-BBB2-8279BAD904C7}"/>
          </ac:spMkLst>
        </pc:spChg>
        <pc:spChg chg="mod">
          <ac:chgData name="Azlaan Barkat" userId="f2937b16-87e6-4204-b769-e8d0f511c258" providerId="ADAL" clId="{61966356-C7A0-47D2-B590-B91FD1ACFECC}" dt="2025-09-19T07:20:40.407" v="0" actId="207"/>
          <ac:spMkLst>
            <pc:docMk/>
            <pc:sldMk cId="2169430196" sldId="575"/>
            <ac:spMk id="4" creationId="{A1DBD2C7-85D6-F7EC-7CB8-F5233C5E72B2}"/>
          </ac:spMkLst>
        </pc:spChg>
        <pc:spChg chg="mod">
          <ac:chgData name="Azlaan Barkat" userId="f2937b16-87e6-4204-b769-e8d0f511c258" providerId="ADAL" clId="{61966356-C7A0-47D2-B590-B91FD1ACFECC}" dt="2025-09-19T07:20:40.407" v="0" actId="207"/>
          <ac:spMkLst>
            <pc:docMk/>
            <pc:sldMk cId="2169430196" sldId="575"/>
            <ac:spMk id="6" creationId="{74D1EE71-C634-0F8F-647B-B51BA6255DD8}"/>
          </ac:spMkLst>
        </pc:spChg>
        <pc:spChg chg="mod">
          <ac:chgData name="Azlaan Barkat" userId="f2937b16-87e6-4204-b769-e8d0f511c258" providerId="ADAL" clId="{61966356-C7A0-47D2-B590-B91FD1ACFECC}" dt="2025-09-19T07:20:40.407" v="0" actId="207"/>
          <ac:spMkLst>
            <pc:docMk/>
            <pc:sldMk cId="2169430196" sldId="575"/>
            <ac:spMk id="75" creationId="{60A4EB7B-64E9-CA68-9824-21D46E8DB1A8}"/>
          </ac:spMkLst>
        </pc:spChg>
        <pc:spChg chg="mod">
          <ac:chgData name="Azlaan Barkat" userId="f2937b16-87e6-4204-b769-e8d0f511c258" providerId="ADAL" clId="{61966356-C7A0-47D2-B590-B91FD1ACFECC}" dt="2025-09-19T07:20:40.407" v="0" actId="207"/>
          <ac:spMkLst>
            <pc:docMk/>
            <pc:sldMk cId="2169430196" sldId="575"/>
            <ac:spMk id="76" creationId="{172F78E8-4159-12F3-B524-F19734B33A25}"/>
          </ac:spMkLst>
        </pc:spChg>
        <pc:spChg chg="mod">
          <ac:chgData name="Azlaan Barkat" userId="f2937b16-87e6-4204-b769-e8d0f511c258" providerId="ADAL" clId="{61966356-C7A0-47D2-B590-B91FD1ACFECC}" dt="2025-09-19T07:20:40.407" v="0" actId="207"/>
          <ac:spMkLst>
            <pc:docMk/>
            <pc:sldMk cId="2169430196" sldId="575"/>
            <ac:spMk id="77" creationId="{52C0ED66-FABB-7B6E-A6AB-ADCED49FE635}"/>
          </ac:spMkLst>
        </pc:spChg>
      </pc:sldChg>
      <pc:sldChg chg="modSp mod">
        <pc:chgData name="Azlaan Barkat" userId="f2937b16-87e6-4204-b769-e8d0f511c258" providerId="ADAL" clId="{61966356-C7A0-47D2-B590-B91FD1ACFECC}" dt="2025-09-19T07:21:20.965" v="26" actId="20577"/>
        <pc:sldMkLst>
          <pc:docMk/>
          <pc:sldMk cId="4121883734" sldId="581"/>
        </pc:sldMkLst>
        <pc:spChg chg="mod">
          <ac:chgData name="Azlaan Barkat" userId="f2937b16-87e6-4204-b769-e8d0f511c258" providerId="ADAL" clId="{61966356-C7A0-47D2-B590-B91FD1ACFECC}" dt="2025-09-19T07:21:20.965" v="26" actId="20577"/>
          <ac:spMkLst>
            <pc:docMk/>
            <pc:sldMk cId="4121883734" sldId="581"/>
            <ac:spMk id="2" creationId="{75028CE9-8888-4BE7-CB3D-949EC7CFA809}"/>
          </ac:spMkLst>
        </pc:spChg>
        <pc:spChg chg="mod">
          <ac:chgData name="Azlaan Barkat" userId="f2937b16-87e6-4204-b769-e8d0f511c258" providerId="ADAL" clId="{61966356-C7A0-47D2-B590-B91FD1ACFECC}" dt="2025-09-19T07:20:51.142" v="2" actId="20577"/>
          <ac:spMkLst>
            <pc:docMk/>
            <pc:sldMk cId="4121883734" sldId="581"/>
            <ac:spMk id="78" creationId="{4C35CB68-D4AC-D80F-7FDE-6DF11E22F2A9}"/>
          </ac:spMkLst>
        </pc:spChg>
      </pc:sldChg>
      <pc:sldChg chg="modSp mod">
        <pc:chgData name="Azlaan Barkat" userId="f2937b16-87e6-4204-b769-e8d0f511c258" providerId="ADAL" clId="{61966356-C7A0-47D2-B590-B91FD1ACFECC}" dt="2025-09-19T07:21:11.442" v="14" actId="20577"/>
        <pc:sldMkLst>
          <pc:docMk/>
          <pc:sldMk cId="3406950957" sldId="582"/>
        </pc:sldMkLst>
        <pc:spChg chg="mod">
          <ac:chgData name="Azlaan Barkat" userId="f2937b16-87e6-4204-b769-e8d0f511c258" providerId="ADAL" clId="{61966356-C7A0-47D2-B590-B91FD1ACFECC}" dt="2025-09-19T07:21:11.442" v="14" actId="20577"/>
          <ac:spMkLst>
            <pc:docMk/>
            <pc:sldMk cId="3406950957" sldId="582"/>
            <ac:spMk id="2" creationId="{1CF2C671-BA65-DD7D-DEFA-C43D58464849}"/>
          </ac:spMkLst>
        </pc:spChg>
      </pc:sldChg>
      <pc:sldChg chg="modSp mod">
        <pc:chgData name="Azlaan Barkat" userId="f2937b16-87e6-4204-b769-e8d0f511c258" providerId="ADAL" clId="{61966356-C7A0-47D2-B590-B91FD1ACFECC}" dt="2025-09-19T07:22:43.589" v="28" actId="20577"/>
        <pc:sldMkLst>
          <pc:docMk/>
          <pc:sldMk cId="3323633557" sldId="592"/>
        </pc:sldMkLst>
        <pc:spChg chg="mod">
          <ac:chgData name="Azlaan Barkat" userId="f2937b16-87e6-4204-b769-e8d0f511c258" providerId="ADAL" clId="{61966356-C7A0-47D2-B590-B91FD1ACFECC}" dt="2025-09-19T07:22:43.589" v="28" actId="20577"/>
          <ac:spMkLst>
            <pc:docMk/>
            <pc:sldMk cId="3323633557" sldId="592"/>
            <ac:spMk id="3" creationId="{0F8ACF50-5566-5615-7A03-6F88CB4C90C1}"/>
          </ac:spMkLst>
        </pc:spChg>
      </pc:sldChg>
      <pc:sldChg chg="modSp mod">
        <pc:chgData name="Azlaan Barkat" userId="f2937b16-87e6-4204-b769-e8d0f511c258" providerId="ADAL" clId="{61966356-C7A0-47D2-B590-B91FD1ACFECC}" dt="2025-09-19T07:23:25.510" v="35" actId="20577"/>
        <pc:sldMkLst>
          <pc:docMk/>
          <pc:sldMk cId="1711393543" sldId="604"/>
        </pc:sldMkLst>
        <pc:spChg chg="mod">
          <ac:chgData name="Azlaan Barkat" userId="f2937b16-87e6-4204-b769-e8d0f511c258" providerId="ADAL" clId="{61966356-C7A0-47D2-B590-B91FD1ACFECC}" dt="2025-09-19T07:23:14.351" v="34" actId="20577"/>
          <ac:spMkLst>
            <pc:docMk/>
            <pc:sldMk cId="1711393543" sldId="604"/>
            <ac:spMk id="4" creationId="{64B10AE3-8653-C6C9-56FD-BCC119724A77}"/>
          </ac:spMkLst>
        </pc:spChg>
        <pc:spChg chg="mod">
          <ac:chgData name="Azlaan Barkat" userId="f2937b16-87e6-4204-b769-e8d0f511c258" providerId="ADAL" clId="{61966356-C7A0-47D2-B590-B91FD1ACFECC}" dt="2025-09-19T07:23:03.956" v="29" actId="20577"/>
          <ac:spMkLst>
            <pc:docMk/>
            <pc:sldMk cId="1711393543" sldId="604"/>
            <ac:spMk id="9" creationId="{11787A82-7D5A-2236-198A-684CD57E9B45}"/>
          </ac:spMkLst>
        </pc:spChg>
        <pc:spChg chg="mod">
          <ac:chgData name="Azlaan Barkat" userId="f2937b16-87e6-4204-b769-e8d0f511c258" providerId="ADAL" clId="{61966356-C7A0-47D2-B590-B91FD1ACFECC}" dt="2025-09-19T07:23:25.510" v="35" actId="20577"/>
          <ac:spMkLst>
            <pc:docMk/>
            <pc:sldMk cId="1711393543" sldId="604"/>
            <ac:spMk id="10" creationId="{6F516FDC-DDF0-4C12-B19B-5F15AD1E3AEC}"/>
          </ac:spMkLst>
        </pc:spChg>
      </pc:sldChg>
      <pc:sldChg chg="modSp mod">
        <pc:chgData name="Azlaan Barkat" userId="f2937b16-87e6-4204-b769-e8d0f511c258" providerId="ADAL" clId="{61966356-C7A0-47D2-B590-B91FD1ACFECC}" dt="2025-09-19T07:24:18.860" v="62" actId="20577"/>
        <pc:sldMkLst>
          <pc:docMk/>
          <pc:sldMk cId="57830393" sldId="617"/>
        </pc:sldMkLst>
        <pc:spChg chg="mod">
          <ac:chgData name="Azlaan Barkat" userId="f2937b16-87e6-4204-b769-e8d0f511c258" providerId="ADAL" clId="{61966356-C7A0-47D2-B590-B91FD1ACFECC}" dt="2025-09-19T07:24:18.860" v="62" actId="20577"/>
          <ac:spMkLst>
            <pc:docMk/>
            <pc:sldMk cId="57830393" sldId="617"/>
            <ac:spMk id="78" creationId="{7B0F29A2-FF50-6E54-1F6A-980F98D91204}"/>
          </ac:spMkLst>
        </pc:spChg>
      </pc:sldChg>
      <pc:sldChg chg="modSp mod">
        <pc:chgData name="Azlaan Barkat" userId="f2937b16-87e6-4204-b769-e8d0f511c258" providerId="ADAL" clId="{61966356-C7A0-47D2-B590-B91FD1ACFECC}" dt="2025-09-19T07:24:31.466" v="63" actId="122"/>
        <pc:sldMkLst>
          <pc:docMk/>
          <pc:sldMk cId="3497960109" sldId="623"/>
        </pc:sldMkLst>
        <pc:spChg chg="mod">
          <ac:chgData name="Azlaan Barkat" userId="f2937b16-87e6-4204-b769-e8d0f511c258" providerId="ADAL" clId="{61966356-C7A0-47D2-B590-B91FD1ACFECC}" dt="2025-09-19T07:24:31.466" v="63" actId="122"/>
          <ac:spMkLst>
            <pc:docMk/>
            <pc:sldMk cId="3497960109" sldId="623"/>
            <ac:spMk id="22" creationId="{28A464BF-CD27-F785-21FF-19E3B01D8072}"/>
          </ac:spMkLst>
        </pc:spChg>
      </pc:sldChg>
      <pc:sldChg chg="modSp mod">
        <pc:chgData name="Azlaan Barkat" userId="f2937b16-87e6-4204-b769-e8d0f511c258" providerId="ADAL" clId="{61966356-C7A0-47D2-B590-B91FD1ACFECC}" dt="2025-09-19T07:24:55.979" v="68" actId="20577"/>
        <pc:sldMkLst>
          <pc:docMk/>
          <pc:sldMk cId="340261657" sldId="641"/>
        </pc:sldMkLst>
        <pc:spChg chg="mod">
          <ac:chgData name="Azlaan Barkat" userId="f2937b16-87e6-4204-b769-e8d0f511c258" providerId="ADAL" clId="{61966356-C7A0-47D2-B590-B91FD1ACFECC}" dt="2025-09-19T07:24:55.979" v="68" actId="20577"/>
          <ac:spMkLst>
            <pc:docMk/>
            <pc:sldMk cId="340261657" sldId="641"/>
            <ac:spMk id="2" creationId="{648158FC-6299-395F-C655-AE3629E1653E}"/>
          </ac:spMkLst>
        </pc:spChg>
      </pc:sldChg>
    </pc:docChg>
  </pc:docChgLst>
  <pc:docChgLst>
    <pc:chgData name="Shardula Biswas" userId="e390eec2-90b7-4cd3-b874-9ba785b8a69a" providerId="ADAL" clId="{A77D34CE-9756-43D8-B5E5-C0653B4CEF16}"/>
    <pc:docChg chg="undo custSel modSld">
      <pc:chgData name="Shardula Biswas" userId="e390eec2-90b7-4cd3-b874-9ba785b8a69a" providerId="ADAL" clId="{A77D34CE-9756-43D8-B5E5-C0653B4CEF16}" dt="2025-08-14T07:34:39.378" v="361" actId="20577"/>
      <pc:docMkLst>
        <pc:docMk/>
      </pc:docMkLst>
      <pc:sldChg chg="modSp mod">
        <pc:chgData name="Shardula Biswas" userId="e390eec2-90b7-4cd3-b874-9ba785b8a69a" providerId="ADAL" clId="{A77D34CE-9756-43D8-B5E5-C0653B4CEF16}" dt="2025-08-11T06:54:03.963" v="0" actId="14100"/>
        <pc:sldMkLst>
          <pc:docMk/>
          <pc:sldMk cId="1109232934" sldId="390"/>
        </pc:sldMkLst>
        <pc:spChg chg="mod">
          <ac:chgData name="Shardula Biswas" userId="e390eec2-90b7-4cd3-b874-9ba785b8a69a" providerId="ADAL" clId="{A77D34CE-9756-43D8-B5E5-C0653B4CEF16}" dt="2025-08-11T06:54:03.963" v="0" actId="14100"/>
          <ac:spMkLst>
            <pc:docMk/>
            <pc:sldMk cId="1109232934" sldId="390"/>
            <ac:spMk id="2" creationId="{976A12A0-9788-DF6C-5F0B-E7D4B1C44D00}"/>
          </ac:spMkLst>
        </pc:spChg>
      </pc:sldChg>
      <pc:sldChg chg="modSp mod">
        <pc:chgData name="Shardula Biswas" userId="e390eec2-90b7-4cd3-b874-9ba785b8a69a" providerId="ADAL" clId="{A77D34CE-9756-43D8-B5E5-C0653B4CEF16}" dt="2025-08-11T07:01:51.057" v="24" actId="20577"/>
        <pc:sldMkLst>
          <pc:docMk/>
          <pc:sldMk cId="2416824130" sldId="569"/>
        </pc:sldMkLst>
        <pc:spChg chg="mod">
          <ac:chgData name="Shardula Biswas" userId="e390eec2-90b7-4cd3-b874-9ba785b8a69a" providerId="ADAL" clId="{A77D34CE-9756-43D8-B5E5-C0653B4CEF16}" dt="2025-08-11T07:01:51.057" v="24" actId="20577"/>
          <ac:spMkLst>
            <pc:docMk/>
            <pc:sldMk cId="2416824130" sldId="569"/>
            <ac:spMk id="22" creationId="{A74797A6-ECBE-C548-B034-8A3C48F2F8B4}"/>
          </ac:spMkLst>
        </pc:spChg>
      </pc:sldChg>
      <pc:sldChg chg="modSp mod">
        <pc:chgData name="Shardula Biswas" userId="e390eec2-90b7-4cd3-b874-9ba785b8a69a" providerId="ADAL" clId="{A77D34CE-9756-43D8-B5E5-C0653B4CEF16}" dt="2025-08-11T07:06:28.602" v="33" actId="20577"/>
        <pc:sldMkLst>
          <pc:docMk/>
          <pc:sldMk cId="1679161649" sldId="570"/>
        </pc:sldMkLst>
      </pc:sldChg>
      <pc:sldChg chg="modSp mod">
        <pc:chgData name="Shardula Biswas" userId="e390eec2-90b7-4cd3-b874-9ba785b8a69a" providerId="ADAL" clId="{A77D34CE-9756-43D8-B5E5-C0653B4CEF16}" dt="2025-08-11T07:18:02.901" v="47" actId="20577"/>
        <pc:sldMkLst>
          <pc:docMk/>
          <pc:sldMk cId="1568168354" sldId="573"/>
        </pc:sldMkLst>
        <pc:spChg chg="mod">
          <ac:chgData name="Shardula Biswas" userId="e390eec2-90b7-4cd3-b874-9ba785b8a69a" providerId="ADAL" clId="{A77D34CE-9756-43D8-B5E5-C0653B4CEF16}" dt="2025-08-11T07:16:17.133" v="39"/>
          <ac:spMkLst>
            <pc:docMk/>
            <pc:sldMk cId="1568168354" sldId="573"/>
            <ac:spMk id="5" creationId="{5F2D87DB-5C9F-58B5-C22E-C33221A26C3B}"/>
          </ac:spMkLst>
        </pc:spChg>
        <pc:spChg chg="mod">
          <ac:chgData name="Shardula Biswas" userId="e390eec2-90b7-4cd3-b874-9ba785b8a69a" providerId="ADAL" clId="{A77D34CE-9756-43D8-B5E5-C0653B4CEF16}" dt="2025-08-11T07:16:36.257" v="45" actId="20577"/>
          <ac:spMkLst>
            <pc:docMk/>
            <pc:sldMk cId="1568168354" sldId="573"/>
            <ac:spMk id="22" creationId="{D1B51F06-A924-E226-6DD7-B6270EC3DA9E}"/>
          </ac:spMkLst>
        </pc:spChg>
      </pc:sldChg>
      <pc:sldChg chg="modSp mod">
        <pc:chgData name="Shardula Biswas" userId="e390eec2-90b7-4cd3-b874-9ba785b8a69a" providerId="ADAL" clId="{A77D34CE-9756-43D8-B5E5-C0653B4CEF16}" dt="2025-08-11T07:23:25.870" v="60" actId="20577"/>
        <pc:sldMkLst>
          <pc:docMk/>
          <pc:sldMk cId="4067749012" sldId="574"/>
        </pc:sldMkLst>
        <pc:spChg chg="mod">
          <ac:chgData name="Shardula Biswas" userId="e390eec2-90b7-4cd3-b874-9ba785b8a69a" providerId="ADAL" clId="{A77D34CE-9756-43D8-B5E5-C0653B4CEF16}" dt="2025-08-11T07:18:46.489" v="49" actId="20577"/>
          <ac:spMkLst>
            <pc:docMk/>
            <pc:sldMk cId="4067749012" sldId="574"/>
            <ac:spMk id="5" creationId="{7863A89C-727C-A42D-A2D7-8B7C37C86AC0}"/>
          </ac:spMkLst>
        </pc:spChg>
        <pc:spChg chg="mod">
          <ac:chgData name="Shardula Biswas" userId="e390eec2-90b7-4cd3-b874-9ba785b8a69a" providerId="ADAL" clId="{A77D34CE-9756-43D8-B5E5-C0653B4CEF16}" dt="2025-08-11T07:23:25.870" v="60" actId="20577"/>
          <ac:spMkLst>
            <pc:docMk/>
            <pc:sldMk cId="4067749012" sldId="574"/>
            <ac:spMk id="23" creationId="{E3228E3C-DA05-1364-CB2B-36583EBFE63E}"/>
          </ac:spMkLst>
        </pc:spChg>
      </pc:sldChg>
      <pc:sldChg chg="modSp mod">
        <pc:chgData name="Shardula Biswas" userId="e390eec2-90b7-4cd3-b874-9ba785b8a69a" providerId="ADAL" clId="{A77D34CE-9756-43D8-B5E5-C0653B4CEF16}" dt="2025-08-11T07:23:53.182" v="62" actId="1076"/>
        <pc:sldMkLst>
          <pc:docMk/>
          <pc:sldMk cId="2169430196" sldId="575"/>
        </pc:sldMkLst>
        <pc:spChg chg="mod">
          <ac:chgData name="Shardula Biswas" userId="e390eec2-90b7-4cd3-b874-9ba785b8a69a" providerId="ADAL" clId="{A77D34CE-9756-43D8-B5E5-C0653B4CEF16}" dt="2025-08-11T07:18:52.201" v="51" actId="20577"/>
          <ac:spMkLst>
            <pc:docMk/>
            <pc:sldMk cId="2169430196" sldId="575"/>
            <ac:spMk id="5" creationId="{88CE84AC-9DF6-96A7-E9F5-B58E1438F8C4}"/>
          </ac:spMkLst>
        </pc:spChg>
        <pc:spChg chg="mod">
          <ac:chgData name="Shardula Biswas" userId="e390eec2-90b7-4cd3-b874-9ba785b8a69a" providerId="ADAL" clId="{A77D34CE-9756-43D8-B5E5-C0653B4CEF16}" dt="2025-08-11T07:23:53.182" v="62" actId="1076"/>
          <ac:spMkLst>
            <pc:docMk/>
            <pc:sldMk cId="2169430196" sldId="575"/>
            <ac:spMk id="23" creationId="{6B683EFE-9DBE-370C-C6EF-EAB18E04D660}"/>
          </ac:spMkLst>
        </pc:spChg>
      </pc:sldChg>
      <pc:sldChg chg="modSp mod">
        <pc:chgData name="Shardula Biswas" userId="e390eec2-90b7-4cd3-b874-9ba785b8a69a" providerId="ADAL" clId="{A77D34CE-9756-43D8-B5E5-C0653B4CEF16}" dt="2025-08-11T07:18:58.098" v="53" actId="20577"/>
        <pc:sldMkLst>
          <pc:docMk/>
          <pc:sldMk cId="1260877461" sldId="576"/>
        </pc:sldMkLst>
        <pc:spChg chg="mod">
          <ac:chgData name="Shardula Biswas" userId="e390eec2-90b7-4cd3-b874-9ba785b8a69a" providerId="ADAL" clId="{A77D34CE-9756-43D8-B5E5-C0653B4CEF16}" dt="2025-08-11T07:18:58.098" v="53" actId="20577"/>
          <ac:spMkLst>
            <pc:docMk/>
            <pc:sldMk cId="1260877461" sldId="576"/>
            <ac:spMk id="5" creationId="{759AA943-BFD3-B0E1-AEA1-3D2C5507405B}"/>
          </ac:spMkLst>
        </pc:spChg>
      </pc:sldChg>
      <pc:sldChg chg="modSp mod">
        <pc:chgData name="Shardula Biswas" userId="e390eec2-90b7-4cd3-b874-9ba785b8a69a" providerId="ADAL" clId="{A77D34CE-9756-43D8-B5E5-C0653B4CEF16}" dt="2025-08-11T07:25:38.577" v="74" actId="20577"/>
        <pc:sldMkLst>
          <pc:docMk/>
          <pc:sldMk cId="2983227444" sldId="577"/>
        </pc:sldMkLst>
        <pc:spChg chg="mod">
          <ac:chgData name="Shardula Biswas" userId="e390eec2-90b7-4cd3-b874-9ba785b8a69a" providerId="ADAL" clId="{A77D34CE-9756-43D8-B5E5-C0653B4CEF16}" dt="2025-08-11T07:19:03.762" v="55" actId="20577"/>
          <ac:spMkLst>
            <pc:docMk/>
            <pc:sldMk cId="2983227444" sldId="577"/>
            <ac:spMk id="5" creationId="{46B06680-CF1E-173C-FB3F-CD912EDBC92F}"/>
          </ac:spMkLst>
        </pc:spChg>
        <pc:spChg chg="mod">
          <ac:chgData name="Shardula Biswas" userId="e390eec2-90b7-4cd3-b874-9ba785b8a69a" providerId="ADAL" clId="{A77D34CE-9756-43D8-B5E5-C0653B4CEF16}" dt="2025-08-11T07:25:38.577" v="74" actId="20577"/>
          <ac:spMkLst>
            <pc:docMk/>
            <pc:sldMk cId="2983227444" sldId="577"/>
            <ac:spMk id="23" creationId="{A93A64E4-BAC5-0D6D-FC8F-DE1F75C8BD53}"/>
          </ac:spMkLst>
        </pc:spChg>
      </pc:sldChg>
      <pc:sldChg chg="modSp mod">
        <pc:chgData name="Shardula Biswas" userId="e390eec2-90b7-4cd3-b874-9ba785b8a69a" providerId="ADAL" clId="{A77D34CE-9756-43D8-B5E5-C0653B4CEF16}" dt="2025-08-11T07:28:51.070" v="99" actId="14100"/>
        <pc:sldMkLst>
          <pc:docMk/>
          <pc:sldMk cId="546748144" sldId="578"/>
        </pc:sldMkLst>
        <pc:spChg chg="mod">
          <ac:chgData name="Shardula Biswas" userId="e390eec2-90b7-4cd3-b874-9ba785b8a69a" providerId="ADAL" clId="{A77D34CE-9756-43D8-B5E5-C0653B4CEF16}" dt="2025-08-11T07:19:09.010" v="57" actId="20577"/>
          <ac:spMkLst>
            <pc:docMk/>
            <pc:sldMk cId="546748144" sldId="578"/>
            <ac:spMk id="5" creationId="{08C413DC-FD2B-BA64-3B5C-D8ECFC22802F}"/>
          </ac:spMkLst>
        </pc:spChg>
        <pc:spChg chg="mod">
          <ac:chgData name="Shardula Biswas" userId="e390eec2-90b7-4cd3-b874-9ba785b8a69a" providerId="ADAL" clId="{A77D34CE-9756-43D8-B5E5-C0653B4CEF16}" dt="2025-08-11T07:27:11.244" v="78" actId="20577"/>
          <ac:spMkLst>
            <pc:docMk/>
            <pc:sldMk cId="546748144" sldId="578"/>
            <ac:spMk id="22" creationId="{7F5B73A1-6D17-712F-79C6-DE3A20E4C25F}"/>
          </ac:spMkLst>
        </pc:spChg>
        <pc:spChg chg="mod">
          <ac:chgData name="Shardula Biswas" userId="e390eec2-90b7-4cd3-b874-9ba785b8a69a" providerId="ADAL" clId="{A77D34CE-9756-43D8-B5E5-C0653B4CEF16}" dt="2025-08-11T07:28:51.070" v="99" actId="14100"/>
          <ac:spMkLst>
            <pc:docMk/>
            <pc:sldMk cId="546748144" sldId="578"/>
            <ac:spMk id="23" creationId="{22E2650E-22E6-A2D7-28DA-3B05193C7127}"/>
          </ac:spMkLst>
        </pc:spChg>
      </pc:sldChg>
      <pc:sldChg chg="modSp mod">
        <pc:chgData name="Shardula Biswas" userId="e390eec2-90b7-4cd3-b874-9ba785b8a69a" providerId="ADAL" clId="{A77D34CE-9756-43D8-B5E5-C0653B4CEF16}" dt="2025-08-11T07:30:17.730" v="106" actId="14100"/>
        <pc:sldMkLst>
          <pc:docMk/>
          <pc:sldMk cId="1533788130" sldId="579"/>
        </pc:sldMkLst>
        <pc:spChg chg="mod">
          <ac:chgData name="Shardula Biswas" userId="e390eec2-90b7-4cd3-b874-9ba785b8a69a" providerId="ADAL" clId="{A77D34CE-9756-43D8-B5E5-C0653B4CEF16}" dt="2025-08-11T07:29:46.682" v="103" actId="20577"/>
          <ac:spMkLst>
            <pc:docMk/>
            <pc:sldMk cId="1533788130" sldId="579"/>
            <ac:spMk id="2" creationId="{DE136C55-FA10-366D-EC5F-80114A716966}"/>
          </ac:spMkLst>
        </pc:spChg>
        <pc:spChg chg="mod">
          <ac:chgData name="Shardula Biswas" userId="e390eec2-90b7-4cd3-b874-9ba785b8a69a" providerId="ADAL" clId="{A77D34CE-9756-43D8-B5E5-C0653B4CEF16}" dt="2025-08-11T07:19:14.975" v="59" actId="20577"/>
          <ac:spMkLst>
            <pc:docMk/>
            <pc:sldMk cId="1533788130" sldId="579"/>
            <ac:spMk id="5" creationId="{7F9EBA44-69EF-6237-E0F7-C3477FE2DADB}"/>
          </ac:spMkLst>
        </pc:spChg>
        <pc:spChg chg="mod">
          <ac:chgData name="Shardula Biswas" userId="e390eec2-90b7-4cd3-b874-9ba785b8a69a" providerId="ADAL" clId="{A77D34CE-9756-43D8-B5E5-C0653B4CEF16}" dt="2025-08-11T07:30:17.730" v="106" actId="14100"/>
          <ac:spMkLst>
            <pc:docMk/>
            <pc:sldMk cId="1533788130" sldId="579"/>
            <ac:spMk id="23" creationId="{766C51C3-E9B5-D7CC-1CA9-997ED6998EBE}"/>
          </ac:spMkLst>
        </pc:spChg>
      </pc:sldChg>
      <pc:sldChg chg="modSp mod">
        <pc:chgData name="Shardula Biswas" userId="e390eec2-90b7-4cd3-b874-9ba785b8a69a" providerId="ADAL" clId="{A77D34CE-9756-43D8-B5E5-C0653B4CEF16}" dt="2025-08-11T07:31:34.884" v="108" actId="20577"/>
        <pc:sldMkLst>
          <pc:docMk/>
          <pc:sldMk cId="902137619" sldId="580"/>
        </pc:sldMkLst>
        <pc:spChg chg="mod">
          <ac:chgData name="Shardula Biswas" userId="e390eec2-90b7-4cd3-b874-9ba785b8a69a" providerId="ADAL" clId="{A77D34CE-9756-43D8-B5E5-C0653B4CEF16}" dt="2025-08-11T07:31:34.884" v="108" actId="20577"/>
          <ac:spMkLst>
            <pc:docMk/>
            <pc:sldMk cId="902137619" sldId="580"/>
            <ac:spMk id="38" creationId="{0E050FCB-B923-80FC-AF59-3F66420F77D0}"/>
          </ac:spMkLst>
        </pc:spChg>
      </pc:sldChg>
      <pc:sldChg chg="modSp mod">
        <pc:chgData name="Shardula Biswas" userId="e390eec2-90b7-4cd3-b874-9ba785b8a69a" providerId="ADAL" clId="{A77D34CE-9756-43D8-B5E5-C0653B4CEF16}" dt="2025-08-11T07:35:06.493" v="156" actId="20577"/>
        <pc:sldMkLst>
          <pc:docMk/>
          <pc:sldMk cId="4121883734" sldId="581"/>
        </pc:sldMkLst>
        <pc:spChg chg="mod">
          <ac:chgData name="Shardula Biswas" userId="e390eec2-90b7-4cd3-b874-9ba785b8a69a" providerId="ADAL" clId="{A77D34CE-9756-43D8-B5E5-C0653B4CEF16}" dt="2025-08-11T07:33:55.866" v="137" actId="20577"/>
          <ac:spMkLst>
            <pc:docMk/>
            <pc:sldMk cId="4121883734" sldId="581"/>
            <ac:spMk id="2" creationId="{75028CE9-8888-4BE7-CB3D-949EC7CFA809}"/>
          </ac:spMkLst>
        </pc:spChg>
        <pc:spChg chg="mod">
          <ac:chgData name="Shardula Biswas" userId="e390eec2-90b7-4cd3-b874-9ba785b8a69a" providerId="ADAL" clId="{A77D34CE-9756-43D8-B5E5-C0653B4CEF16}" dt="2025-08-11T07:35:06.493" v="156" actId="20577"/>
          <ac:spMkLst>
            <pc:docMk/>
            <pc:sldMk cId="4121883734" sldId="581"/>
            <ac:spMk id="78" creationId="{4C35CB68-D4AC-D80F-7FDE-6DF11E22F2A9}"/>
          </ac:spMkLst>
        </pc:spChg>
        <pc:spChg chg="mod">
          <ac:chgData name="Shardula Biswas" userId="e390eec2-90b7-4cd3-b874-9ba785b8a69a" providerId="ADAL" clId="{A77D34CE-9756-43D8-B5E5-C0653B4CEF16}" dt="2025-08-11T07:34:23.386" v="138" actId="1076"/>
          <ac:spMkLst>
            <pc:docMk/>
            <pc:sldMk cId="4121883734" sldId="581"/>
            <ac:spMk id="80" creationId="{C49E950D-B288-C772-75AE-476037FA363C}"/>
          </ac:spMkLst>
        </pc:spChg>
      </pc:sldChg>
      <pc:sldChg chg="modSp mod">
        <pc:chgData name="Shardula Biswas" userId="e390eec2-90b7-4cd3-b874-9ba785b8a69a" providerId="ADAL" clId="{A77D34CE-9756-43D8-B5E5-C0653B4CEF16}" dt="2025-08-11T07:36:22.635" v="163" actId="20577"/>
        <pc:sldMkLst>
          <pc:docMk/>
          <pc:sldMk cId="3406950957" sldId="582"/>
        </pc:sldMkLst>
        <pc:spChg chg="mod">
          <ac:chgData name="Shardula Biswas" userId="e390eec2-90b7-4cd3-b874-9ba785b8a69a" providerId="ADAL" clId="{A77D34CE-9756-43D8-B5E5-C0653B4CEF16}" dt="2025-08-11T07:36:22.635" v="163" actId="20577"/>
          <ac:spMkLst>
            <pc:docMk/>
            <pc:sldMk cId="3406950957" sldId="582"/>
            <ac:spMk id="2" creationId="{1CF2C671-BA65-DD7D-DEFA-C43D58464849}"/>
          </ac:spMkLst>
        </pc:spChg>
      </pc:sldChg>
      <pc:sldChg chg="modSp mod">
        <pc:chgData name="Shardula Biswas" userId="e390eec2-90b7-4cd3-b874-9ba785b8a69a" providerId="ADAL" clId="{A77D34CE-9756-43D8-B5E5-C0653B4CEF16}" dt="2025-08-11T07:38:31.176" v="174" actId="20578"/>
        <pc:sldMkLst>
          <pc:docMk/>
          <pc:sldMk cId="3913622703" sldId="583"/>
        </pc:sldMkLst>
        <pc:spChg chg="mod">
          <ac:chgData name="Shardula Biswas" userId="e390eec2-90b7-4cd3-b874-9ba785b8a69a" providerId="ADAL" clId="{A77D34CE-9756-43D8-B5E5-C0653B4CEF16}" dt="2025-08-11T07:37:14.891" v="172" actId="20577"/>
          <ac:spMkLst>
            <pc:docMk/>
            <pc:sldMk cId="3913622703" sldId="583"/>
            <ac:spMk id="2" creationId="{C3AFEE31-4B30-1A3B-0B44-EA1BFDDA605F}"/>
          </ac:spMkLst>
        </pc:spChg>
        <pc:spChg chg="mod">
          <ac:chgData name="Shardula Biswas" userId="e390eec2-90b7-4cd3-b874-9ba785b8a69a" providerId="ADAL" clId="{A77D34CE-9756-43D8-B5E5-C0653B4CEF16}" dt="2025-08-11T07:38:31.176" v="174" actId="20578"/>
          <ac:spMkLst>
            <pc:docMk/>
            <pc:sldMk cId="3913622703" sldId="583"/>
            <ac:spMk id="66" creationId="{A42E4219-9F0B-3F86-67CA-97A3E23CD0CC}"/>
          </ac:spMkLst>
        </pc:spChg>
      </pc:sldChg>
      <pc:sldChg chg="modSp mod">
        <pc:chgData name="Shardula Biswas" userId="e390eec2-90b7-4cd3-b874-9ba785b8a69a" providerId="ADAL" clId="{A77D34CE-9756-43D8-B5E5-C0653B4CEF16}" dt="2025-08-11T07:45:50.111" v="183" actId="20577"/>
        <pc:sldMkLst>
          <pc:docMk/>
          <pc:sldMk cId="3243860550" sldId="587"/>
        </pc:sldMkLst>
        <pc:spChg chg="mod">
          <ac:chgData name="Shardula Biswas" userId="e390eec2-90b7-4cd3-b874-9ba785b8a69a" providerId="ADAL" clId="{A77D34CE-9756-43D8-B5E5-C0653B4CEF16}" dt="2025-08-11T07:45:50.111" v="183" actId="20577"/>
          <ac:spMkLst>
            <pc:docMk/>
            <pc:sldMk cId="3243860550" sldId="587"/>
            <ac:spMk id="23" creationId="{3D77BBB4-67D1-92FA-3258-51DE731CE770}"/>
          </ac:spMkLst>
        </pc:spChg>
      </pc:sldChg>
      <pc:sldChg chg="modSp mod">
        <pc:chgData name="Shardula Biswas" userId="e390eec2-90b7-4cd3-b874-9ba785b8a69a" providerId="ADAL" clId="{A77D34CE-9756-43D8-B5E5-C0653B4CEF16}" dt="2025-08-11T08:46:46.393" v="186" actId="20577"/>
        <pc:sldMkLst>
          <pc:docMk/>
          <pc:sldMk cId="3221006688" sldId="593"/>
        </pc:sldMkLst>
        <pc:spChg chg="mod">
          <ac:chgData name="Shardula Biswas" userId="e390eec2-90b7-4cd3-b874-9ba785b8a69a" providerId="ADAL" clId="{A77D34CE-9756-43D8-B5E5-C0653B4CEF16}" dt="2025-08-11T08:46:46.393" v="186" actId="20577"/>
          <ac:spMkLst>
            <pc:docMk/>
            <pc:sldMk cId="3221006688" sldId="593"/>
            <ac:spMk id="28" creationId="{3812E117-8CA7-650F-5E43-7067FE69CD03}"/>
          </ac:spMkLst>
        </pc:spChg>
      </pc:sldChg>
      <pc:sldChg chg="modSp mod">
        <pc:chgData name="Shardula Biswas" userId="e390eec2-90b7-4cd3-b874-9ba785b8a69a" providerId="ADAL" clId="{A77D34CE-9756-43D8-B5E5-C0653B4CEF16}" dt="2025-08-11T08:49:16.998" v="198" actId="20577"/>
        <pc:sldMkLst>
          <pc:docMk/>
          <pc:sldMk cId="2584870912" sldId="594"/>
        </pc:sldMkLst>
        <pc:spChg chg="mod">
          <ac:chgData name="Shardula Biswas" userId="e390eec2-90b7-4cd3-b874-9ba785b8a69a" providerId="ADAL" clId="{A77D34CE-9756-43D8-B5E5-C0653B4CEF16}" dt="2025-08-11T08:49:16.998" v="198" actId="20577"/>
          <ac:spMkLst>
            <pc:docMk/>
            <pc:sldMk cId="2584870912" sldId="594"/>
            <ac:spMk id="2" creationId="{ED6DF8B6-8E76-017F-F2C3-D3A7E3676441}"/>
          </ac:spMkLst>
        </pc:spChg>
        <pc:spChg chg="mod">
          <ac:chgData name="Shardula Biswas" userId="e390eec2-90b7-4cd3-b874-9ba785b8a69a" providerId="ADAL" clId="{A77D34CE-9756-43D8-B5E5-C0653B4CEF16}" dt="2025-08-11T08:48:47.307" v="187" actId="6549"/>
          <ac:spMkLst>
            <pc:docMk/>
            <pc:sldMk cId="2584870912" sldId="594"/>
            <ac:spMk id="7" creationId="{32713930-E8E4-BD00-CA9F-3E4D5B11ADEE}"/>
          </ac:spMkLst>
        </pc:spChg>
      </pc:sldChg>
      <pc:sldChg chg="modSp mod">
        <pc:chgData name="Shardula Biswas" userId="e390eec2-90b7-4cd3-b874-9ba785b8a69a" providerId="ADAL" clId="{A77D34CE-9756-43D8-B5E5-C0653B4CEF16}" dt="2025-08-11T08:52:11.200" v="199" actId="6549"/>
        <pc:sldMkLst>
          <pc:docMk/>
          <pc:sldMk cId="3012203260" sldId="599"/>
        </pc:sldMkLst>
        <pc:spChg chg="mod">
          <ac:chgData name="Shardula Biswas" userId="e390eec2-90b7-4cd3-b874-9ba785b8a69a" providerId="ADAL" clId="{A77D34CE-9756-43D8-B5E5-C0653B4CEF16}" dt="2025-08-11T08:52:11.200" v="199" actId="6549"/>
          <ac:spMkLst>
            <pc:docMk/>
            <pc:sldMk cId="3012203260" sldId="599"/>
            <ac:spMk id="7" creationId="{EA028B51-1265-2372-8659-C1CE75BEDCD8}"/>
          </ac:spMkLst>
        </pc:spChg>
      </pc:sldChg>
      <pc:sldChg chg="modSp mod">
        <pc:chgData name="Shardula Biswas" userId="e390eec2-90b7-4cd3-b874-9ba785b8a69a" providerId="ADAL" clId="{A77D34CE-9756-43D8-B5E5-C0653B4CEF16}" dt="2025-08-11T08:53:40.607" v="203" actId="6549"/>
        <pc:sldMkLst>
          <pc:docMk/>
          <pc:sldMk cId="1648036682" sldId="600"/>
        </pc:sldMkLst>
        <pc:spChg chg="mod">
          <ac:chgData name="Shardula Biswas" userId="e390eec2-90b7-4cd3-b874-9ba785b8a69a" providerId="ADAL" clId="{A77D34CE-9756-43D8-B5E5-C0653B4CEF16}" dt="2025-08-11T08:53:13.094" v="202"/>
          <ac:spMkLst>
            <pc:docMk/>
            <pc:sldMk cId="1648036682" sldId="600"/>
            <ac:spMk id="5" creationId="{3394477F-63EF-D09A-D492-39C7C5E9891A}"/>
          </ac:spMkLst>
        </pc:spChg>
        <pc:spChg chg="mod">
          <ac:chgData name="Shardula Biswas" userId="e390eec2-90b7-4cd3-b874-9ba785b8a69a" providerId="ADAL" clId="{A77D34CE-9756-43D8-B5E5-C0653B4CEF16}" dt="2025-08-11T08:53:40.607" v="203" actId="6549"/>
          <ac:spMkLst>
            <pc:docMk/>
            <pc:sldMk cId="1648036682" sldId="600"/>
            <ac:spMk id="9" creationId="{ACA25CA0-7DED-27CE-F6B1-8FDD1F85A135}"/>
          </ac:spMkLst>
        </pc:spChg>
      </pc:sldChg>
      <pc:sldChg chg="modSp mod">
        <pc:chgData name="Shardula Biswas" userId="e390eec2-90b7-4cd3-b874-9ba785b8a69a" providerId="ADAL" clId="{A77D34CE-9756-43D8-B5E5-C0653B4CEF16}" dt="2025-08-11T09:16:31.348" v="221" actId="6549"/>
        <pc:sldMkLst>
          <pc:docMk/>
          <pc:sldMk cId="2384701922" sldId="614"/>
        </pc:sldMkLst>
        <pc:spChg chg="mod">
          <ac:chgData name="Shardula Biswas" userId="e390eec2-90b7-4cd3-b874-9ba785b8a69a" providerId="ADAL" clId="{A77D34CE-9756-43D8-B5E5-C0653B4CEF16}" dt="2025-08-11T09:16:31.348" v="221" actId="6549"/>
          <ac:spMkLst>
            <pc:docMk/>
            <pc:sldMk cId="2384701922" sldId="614"/>
            <ac:spMk id="28" creationId="{5F662CA5-550C-40BC-BDBC-28C50CDEBB10}"/>
          </ac:spMkLst>
        </pc:spChg>
      </pc:sldChg>
      <pc:sldChg chg="modSp mod">
        <pc:chgData name="Shardula Biswas" userId="e390eec2-90b7-4cd3-b874-9ba785b8a69a" providerId="ADAL" clId="{A77D34CE-9756-43D8-B5E5-C0653B4CEF16}" dt="2025-08-14T07:32:31.189" v="343" actId="20577"/>
        <pc:sldMkLst>
          <pc:docMk/>
          <pc:sldMk cId="2858794805" sldId="615"/>
        </pc:sldMkLst>
        <pc:spChg chg="mod">
          <ac:chgData name="Shardula Biswas" userId="e390eec2-90b7-4cd3-b874-9ba785b8a69a" providerId="ADAL" clId="{A77D34CE-9756-43D8-B5E5-C0653B4CEF16}" dt="2025-08-14T07:32:31.189" v="343" actId="20577"/>
          <ac:spMkLst>
            <pc:docMk/>
            <pc:sldMk cId="2858794805" sldId="615"/>
            <ac:spMk id="2" creationId="{BA61C6F1-BA8C-CCFD-CE89-48E4356063EF}"/>
          </ac:spMkLst>
        </pc:spChg>
        <pc:spChg chg="mod">
          <ac:chgData name="Shardula Biswas" userId="e390eec2-90b7-4cd3-b874-9ba785b8a69a" providerId="ADAL" clId="{A77D34CE-9756-43D8-B5E5-C0653B4CEF16}" dt="2025-08-11T09:20:53.671" v="225" actId="20577"/>
          <ac:spMkLst>
            <pc:docMk/>
            <pc:sldMk cId="2858794805" sldId="615"/>
            <ac:spMk id="28" creationId="{51208EF5-1794-6FC3-3A73-06D56C6D0199}"/>
          </ac:spMkLst>
        </pc:spChg>
      </pc:sldChg>
      <pc:sldChg chg="modSp mod">
        <pc:chgData name="Shardula Biswas" userId="e390eec2-90b7-4cd3-b874-9ba785b8a69a" providerId="ADAL" clId="{A77D34CE-9756-43D8-B5E5-C0653B4CEF16}" dt="2025-08-11T10:15:57.517" v="227" actId="20577"/>
        <pc:sldMkLst>
          <pc:docMk/>
          <pc:sldMk cId="2852318166" sldId="620"/>
        </pc:sldMkLst>
        <pc:spChg chg="mod">
          <ac:chgData name="Shardula Biswas" userId="e390eec2-90b7-4cd3-b874-9ba785b8a69a" providerId="ADAL" clId="{A77D34CE-9756-43D8-B5E5-C0653B4CEF16}" dt="2025-08-11T10:15:57.517" v="227" actId="20577"/>
          <ac:spMkLst>
            <pc:docMk/>
            <pc:sldMk cId="2852318166" sldId="620"/>
            <ac:spMk id="43" creationId="{1BB2CD30-7422-5BF1-982D-D2768B6F8177}"/>
          </ac:spMkLst>
        </pc:spChg>
      </pc:sldChg>
      <pc:sldChg chg="modSp mod">
        <pc:chgData name="Shardula Biswas" userId="e390eec2-90b7-4cd3-b874-9ba785b8a69a" providerId="ADAL" clId="{A77D34CE-9756-43D8-B5E5-C0653B4CEF16}" dt="2025-08-11T10:18:20.025" v="236" actId="20577"/>
        <pc:sldMkLst>
          <pc:docMk/>
          <pc:sldMk cId="815090476" sldId="621"/>
        </pc:sldMkLst>
        <pc:spChg chg="mod">
          <ac:chgData name="Shardula Biswas" userId="e390eec2-90b7-4cd3-b874-9ba785b8a69a" providerId="ADAL" clId="{A77D34CE-9756-43D8-B5E5-C0653B4CEF16}" dt="2025-08-11T10:18:20.025" v="236" actId="20577"/>
          <ac:spMkLst>
            <pc:docMk/>
            <pc:sldMk cId="815090476" sldId="621"/>
            <ac:spMk id="3" creationId="{110B8E46-3F17-C666-805C-9DA6668B8D09}"/>
          </ac:spMkLst>
        </pc:spChg>
      </pc:sldChg>
      <pc:sldChg chg="modSp mod">
        <pc:chgData name="Shardula Biswas" userId="e390eec2-90b7-4cd3-b874-9ba785b8a69a" providerId="ADAL" clId="{A77D34CE-9756-43D8-B5E5-C0653B4CEF16}" dt="2025-08-11T10:17:16.261" v="229" actId="1076"/>
        <pc:sldMkLst>
          <pc:docMk/>
          <pc:sldMk cId="3497960109" sldId="623"/>
        </pc:sldMkLst>
        <pc:spChg chg="mod">
          <ac:chgData name="Shardula Biswas" userId="e390eec2-90b7-4cd3-b874-9ba785b8a69a" providerId="ADAL" clId="{A77D34CE-9756-43D8-B5E5-C0653B4CEF16}" dt="2025-08-11T10:17:16.261" v="229" actId="1076"/>
          <ac:spMkLst>
            <pc:docMk/>
            <pc:sldMk cId="3497960109" sldId="623"/>
            <ac:spMk id="22" creationId="{28A464BF-CD27-F785-21FF-19E3B01D8072}"/>
          </ac:spMkLst>
        </pc:spChg>
      </pc:sldChg>
      <pc:sldChg chg="modSp mod">
        <pc:chgData name="Shardula Biswas" userId="e390eec2-90b7-4cd3-b874-9ba785b8a69a" providerId="ADAL" clId="{A77D34CE-9756-43D8-B5E5-C0653B4CEF16}" dt="2025-08-11T10:36:13.062" v="295" actId="20577"/>
        <pc:sldMkLst>
          <pc:docMk/>
          <pc:sldMk cId="826848506" sldId="626"/>
        </pc:sldMkLst>
        <pc:spChg chg="mod">
          <ac:chgData name="Shardula Biswas" userId="e390eec2-90b7-4cd3-b874-9ba785b8a69a" providerId="ADAL" clId="{A77D34CE-9756-43D8-B5E5-C0653B4CEF16}" dt="2025-08-11T10:36:13.062" v="295" actId="20577"/>
          <ac:spMkLst>
            <pc:docMk/>
            <pc:sldMk cId="826848506" sldId="626"/>
            <ac:spMk id="5" creationId="{25690CBF-A54F-352F-0E68-C5A033C12EF8}"/>
          </ac:spMkLst>
        </pc:spChg>
      </pc:sldChg>
      <pc:sldChg chg="modSp mod">
        <pc:chgData name="Shardula Biswas" userId="e390eec2-90b7-4cd3-b874-9ba785b8a69a" providerId="ADAL" clId="{A77D34CE-9756-43D8-B5E5-C0653B4CEF16}" dt="2025-08-11T10:36:24.169" v="297" actId="20577"/>
        <pc:sldMkLst>
          <pc:docMk/>
          <pc:sldMk cId="2354767103" sldId="628"/>
        </pc:sldMkLst>
      </pc:sldChg>
      <pc:sldChg chg="modSp mod">
        <pc:chgData name="Shardula Biswas" userId="e390eec2-90b7-4cd3-b874-9ba785b8a69a" providerId="ADAL" clId="{A77D34CE-9756-43D8-B5E5-C0653B4CEF16}" dt="2025-08-11T10:45:54.678" v="301"/>
        <pc:sldMkLst>
          <pc:docMk/>
          <pc:sldMk cId="556480917" sldId="629"/>
        </pc:sldMkLst>
        <pc:spChg chg="mod">
          <ac:chgData name="Shardula Biswas" userId="e390eec2-90b7-4cd3-b874-9ba785b8a69a" providerId="ADAL" clId="{A77D34CE-9756-43D8-B5E5-C0653B4CEF16}" dt="2025-08-11T10:45:54.678" v="301"/>
          <ac:spMkLst>
            <pc:docMk/>
            <pc:sldMk cId="556480917" sldId="629"/>
            <ac:spMk id="22" creationId="{036E1AA8-95EF-7D3A-8F63-F69956515A2B}"/>
          </ac:spMkLst>
        </pc:spChg>
      </pc:sldChg>
      <pc:sldChg chg="modSp mod">
        <pc:chgData name="Shardula Biswas" userId="e390eec2-90b7-4cd3-b874-9ba785b8a69a" providerId="ADAL" clId="{A77D34CE-9756-43D8-B5E5-C0653B4CEF16}" dt="2025-08-11T10:35:23.551" v="287" actId="20577"/>
        <pc:sldMkLst>
          <pc:docMk/>
          <pc:sldMk cId="290919199" sldId="633"/>
        </pc:sldMkLst>
        <pc:spChg chg="mod">
          <ac:chgData name="Shardula Biswas" userId="e390eec2-90b7-4cd3-b874-9ba785b8a69a" providerId="ADAL" clId="{A77D34CE-9756-43D8-B5E5-C0653B4CEF16}" dt="2025-08-11T10:35:23.551" v="287" actId="20577"/>
          <ac:spMkLst>
            <pc:docMk/>
            <pc:sldMk cId="290919199" sldId="633"/>
            <ac:spMk id="2" creationId="{3EC094E2-E13A-262F-9E14-70E5C40ECD3C}"/>
          </ac:spMkLst>
        </pc:spChg>
      </pc:sldChg>
      <pc:sldChg chg="modSp mod">
        <pc:chgData name="Shardula Biswas" userId="e390eec2-90b7-4cd3-b874-9ba785b8a69a" providerId="ADAL" clId="{A77D34CE-9756-43D8-B5E5-C0653B4CEF16}" dt="2025-08-14T07:34:39.378" v="361" actId="20577"/>
        <pc:sldMkLst>
          <pc:docMk/>
          <pc:sldMk cId="3078892661" sldId="634"/>
        </pc:sldMkLst>
        <pc:spChg chg="mod">
          <ac:chgData name="Shardula Biswas" userId="e390eec2-90b7-4cd3-b874-9ba785b8a69a" providerId="ADAL" clId="{A77D34CE-9756-43D8-B5E5-C0653B4CEF16}" dt="2025-08-14T07:34:39.378" v="361" actId="20577"/>
          <ac:spMkLst>
            <pc:docMk/>
            <pc:sldMk cId="3078892661" sldId="634"/>
            <ac:spMk id="2" creationId="{69ECCF83-F5B2-F14A-8B64-B47E7E3F57FC}"/>
          </ac:spMkLst>
        </pc:spChg>
      </pc:sldChg>
      <pc:sldChg chg="modSp mod">
        <pc:chgData name="Shardula Biswas" userId="e390eec2-90b7-4cd3-b874-9ba785b8a69a" providerId="ADAL" clId="{A77D34CE-9756-43D8-B5E5-C0653B4CEF16}" dt="2025-08-11T10:36:39.998" v="300" actId="20577"/>
        <pc:sldMkLst>
          <pc:docMk/>
          <pc:sldMk cId="729916832" sldId="635"/>
        </pc:sldMkLst>
        <pc:spChg chg="mod">
          <ac:chgData name="Shardula Biswas" userId="e390eec2-90b7-4cd3-b874-9ba785b8a69a" providerId="ADAL" clId="{A77D34CE-9756-43D8-B5E5-C0653B4CEF16}" dt="2025-08-11T10:29:22.050" v="253" actId="20577"/>
          <ac:spMkLst>
            <pc:docMk/>
            <pc:sldMk cId="729916832" sldId="635"/>
            <ac:spMk id="2" creationId="{F1E91DAA-3136-F7CE-6B64-866C14C496FB}"/>
          </ac:spMkLst>
        </pc:spChg>
        <pc:spChg chg="mod">
          <ac:chgData name="Shardula Biswas" userId="e390eec2-90b7-4cd3-b874-9ba785b8a69a" providerId="ADAL" clId="{A77D34CE-9756-43D8-B5E5-C0653B4CEF16}" dt="2025-08-11T10:36:39.998" v="300" actId="20577"/>
          <ac:spMkLst>
            <pc:docMk/>
            <pc:sldMk cId="729916832" sldId="635"/>
            <ac:spMk id="5" creationId="{6B98AE17-0C52-0064-853C-4E11A65BCAD7}"/>
          </ac:spMkLst>
        </pc:spChg>
      </pc:sldChg>
      <pc:sldChg chg="modSp mod">
        <pc:chgData name="Shardula Biswas" userId="e390eec2-90b7-4cd3-b874-9ba785b8a69a" providerId="ADAL" clId="{A77D34CE-9756-43D8-B5E5-C0653B4CEF16}" dt="2025-08-14T07:33:13.117" v="344" actId="20577"/>
        <pc:sldMkLst>
          <pc:docMk/>
          <pc:sldMk cId="98002438" sldId="639"/>
        </pc:sldMkLst>
        <pc:spChg chg="mod">
          <ac:chgData name="Shardula Biswas" userId="e390eec2-90b7-4cd3-b874-9ba785b8a69a" providerId="ADAL" clId="{A77D34CE-9756-43D8-B5E5-C0653B4CEF16}" dt="2025-08-14T07:33:13.117" v="344" actId="20577"/>
          <ac:spMkLst>
            <pc:docMk/>
            <pc:sldMk cId="98002438" sldId="639"/>
            <ac:spMk id="5" creationId="{FB44294B-3ACC-31C2-6AC4-5BD965AD86A0}"/>
          </ac:spMkLst>
        </pc:spChg>
      </pc:sldChg>
      <pc:sldChg chg="modSp mod">
        <pc:chgData name="Shardula Biswas" userId="e390eec2-90b7-4cd3-b874-9ba785b8a69a" providerId="ADAL" clId="{A77D34CE-9756-43D8-B5E5-C0653B4CEF16}" dt="2025-08-11T08:45:28.481" v="185"/>
        <pc:sldMkLst>
          <pc:docMk/>
          <pc:sldMk cId="2972495765" sldId="642"/>
        </pc:sldMkLst>
        <pc:spChg chg="mod">
          <ac:chgData name="Shardula Biswas" userId="e390eec2-90b7-4cd3-b874-9ba785b8a69a" providerId="ADAL" clId="{A77D34CE-9756-43D8-B5E5-C0653B4CEF16}" dt="2025-08-11T08:45:28.481" v="185"/>
          <ac:spMkLst>
            <pc:docMk/>
            <pc:sldMk cId="2972495765" sldId="642"/>
            <ac:spMk id="4" creationId="{8A0A7F1F-E9FF-D76F-C334-8B39D1F1A631}"/>
          </ac:spMkLst>
        </pc:spChg>
      </pc:sldChg>
      <pc:sldChg chg="modSp mod">
        <pc:chgData name="Shardula Biswas" userId="e390eec2-90b7-4cd3-b874-9ba785b8a69a" providerId="ADAL" clId="{A77D34CE-9756-43D8-B5E5-C0653B4CEF16}" dt="2025-08-11T09:16:12.878" v="220" actId="20577"/>
        <pc:sldMkLst>
          <pc:docMk/>
          <pc:sldMk cId="3175575643" sldId="643"/>
        </pc:sldMkLst>
        <pc:spChg chg="mod">
          <ac:chgData name="Shardula Biswas" userId="e390eec2-90b7-4cd3-b874-9ba785b8a69a" providerId="ADAL" clId="{A77D34CE-9756-43D8-B5E5-C0653B4CEF16}" dt="2025-08-11T09:16:12.878" v="220" actId="20577"/>
          <ac:spMkLst>
            <pc:docMk/>
            <pc:sldMk cId="3175575643" sldId="643"/>
            <ac:spMk id="4" creationId="{4E8D1719-2038-8BB1-D253-F9A47F0EBF51}"/>
          </ac:spMkLst>
        </pc:spChg>
      </pc:sldChg>
      <pc:sldChg chg="modSp mod">
        <pc:chgData name="Shardula Biswas" userId="e390eec2-90b7-4cd3-b874-9ba785b8a69a" providerId="ADAL" clId="{A77D34CE-9756-43D8-B5E5-C0653B4CEF16}" dt="2025-08-11T08:44:53.323" v="184" actId="14100"/>
        <pc:sldMkLst>
          <pc:docMk/>
          <pc:sldMk cId="1511387837" sldId="648"/>
        </pc:sldMkLst>
        <pc:spChg chg="mod">
          <ac:chgData name="Shardula Biswas" userId="e390eec2-90b7-4cd3-b874-9ba785b8a69a" providerId="ADAL" clId="{A77D34CE-9756-43D8-B5E5-C0653B4CEF16}" dt="2025-08-11T08:44:53.323" v="184" actId="14100"/>
          <ac:spMkLst>
            <pc:docMk/>
            <pc:sldMk cId="1511387837" sldId="648"/>
            <ac:spMk id="45" creationId="{8A5062A9-7C3D-250D-12EF-1300D9B44CB9}"/>
          </ac:spMkLst>
        </pc:spChg>
      </pc:sldChg>
      <pc:sldChg chg="modSp mod">
        <pc:chgData name="Shardula Biswas" userId="e390eec2-90b7-4cd3-b874-9ba785b8a69a" providerId="ADAL" clId="{A77D34CE-9756-43D8-B5E5-C0653B4CEF16}" dt="2025-08-14T07:31:05.135" v="339" actId="20577"/>
        <pc:sldMkLst>
          <pc:docMk/>
          <pc:sldMk cId="4059422091" sldId="649"/>
        </pc:sldMkLst>
        <pc:spChg chg="mod">
          <ac:chgData name="Shardula Biswas" userId="e390eec2-90b7-4cd3-b874-9ba785b8a69a" providerId="ADAL" clId="{A77D34CE-9756-43D8-B5E5-C0653B4CEF16}" dt="2025-08-14T07:31:05.135" v="339" actId="20577"/>
          <ac:spMkLst>
            <pc:docMk/>
            <pc:sldMk cId="4059422091" sldId="649"/>
            <ac:spMk id="59" creationId="{E8AE2D83-725C-C55C-AB58-EB554F81BCC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8131A73-0F7F-9909-0DC0-70604FCD00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A9CD5D50-1FF1-0B3B-0BE5-BF22ED0DC08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800E8CD-BF58-4069-B235-7BED1D58CC82}" type="datetimeFigureOut">
              <a:rPr lang="en-IN" smtClean="0"/>
              <a:t>12-11-2025</a:t>
            </a:fld>
            <a:endParaRPr lang="en-IN"/>
          </a:p>
        </p:txBody>
      </p:sp>
      <p:sp>
        <p:nvSpPr>
          <p:cNvPr id="4" name="Footer Placeholder 3">
            <a:extLst>
              <a:ext uri="{FF2B5EF4-FFF2-40B4-BE49-F238E27FC236}">
                <a16:creationId xmlns:a16="http://schemas.microsoft.com/office/drawing/2014/main" id="{ECF03509-E273-E83D-1237-E4E5720F4D7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1B26130-DF43-EAC6-4200-2180D0101CB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C0F1FA2-EB42-44FC-A5C8-109FE5521399}" type="slidenum">
              <a:rPr lang="en-IN" smtClean="0"/>
              <a:t>‹#›</a:t>
            </a:fld>
            <a:endParaRPr lang="en-IN"/>
          </a:p>
        </p:txBody>
      </p:sp>
    </p:spTree>
    <p:extLst>
      <p:ext uri="{BB962C8B-B14F-4D97-AF65-F5344CB8AC3E}">
        <p14:creationId xmlns:p14="http://schemas.microsoft.com/office/powerpoint/2010/main" val="392400227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81794-B535-4C48-BBE8-526578888544}"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C900C1-7326-4B4D-9C4E-22E7230B62CC}" type="slidenum">
              <a:rPr lang="en-US" smtClean="0"/>
              <a:t>‹#›</a:t>
            </a:fld>
            <a:endParaRPr lang="en-US"/>
          </a:p>
        </p:txBody>
      </p:sp>
    </p:spTree>
    <p:extLst>
      <p:ext uri="{BB962C8B-B14F-4D97-AF65-F5344CB8AC3E}">
        <p14:creationId xmlns:p14="http://schemas.microsoft.com/office/powerpoint/2010/main" val="3738147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everyone, and welcome back to Multi-Agent Ecosystems, Part 1.</a:t>
            </a:r>
          </a:p>
          <a:p>
            <a:r>
              <a:t>In our last session, we saw AI move from answering questions to actually doing things. Today we look at how people build those AI workers, and how they get many of them to work together as a team.</a:t>
            </a:r>
          </a:p>
          <a:p>
            <a:r>
              <a:t>Here's the good news: you don't need to write code to follow today. If you can follow a flowchart and you've ever worked in a team, you already understand most of this session.</a:t>
            </a:r>
          </a:p>
        </p:txBody>
      </p:sp>
      <p:sp>
        <p:nvSpPr>
          <p:cNvPr id="4" name="Slide Number Placeholder 3"/>
          <p:cNvSpPr>
            <a:spLocks noGrp="1"/>
          </p:cNvSpPr>
          <p:nvPr>
            <p:ph type="sldNum" sz="quarter" idx="5"/>
          </p:nvPr>
        </p:nvSpPr>
        <p:spPr/>
        <p:txBody>
          <a:bodyPr/>
          <a:lstStyle/>
          <a:p>
            <a:fld id="{0AC900C1-7326-4B4D-9C4E-22E7230B62CC}" type="slidenum">
              <a:rPr lang="en-US" smtClean="0"/>
              <a:t>1</a:t>
            </a:fld>
            <a:endParaRPr lang="en-US" dirty="0"/>
          </a:p>
        </p:txBody>
      </p:sp>
    </p:spTree>
    <p:extLst>
      <p:ext uri="{BB962C8B-B14F-4D97-AF65-F5344CB8AC3E}">
        <p14:creationId xmlns:p14="http://schemas.microsoft.com/office/powerpoint/2010/main" val="1841219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Today's lesson is called Designing Agentic Workflows with LangGraph and CrewAI.</a:t>
            </a:r>
          </a:p>
          <a:p>
            <a:r>
              <a:t>Let me decode that title in one breath. A workflow is simply a series of steps to get a job done, like the steps to approve a loan. Agentic means AI agents do those steps. And LangGraph and CrewAI are two of the most popular toolkits people use to build them.</a:t>
            </a:r>
          </a:p>
          <a:p>
            <a:r>
              <a:t>By the end of the session, you'll know what each tool is good at, and you'll have seen both running live.</a:t>
            </a:r>
          </a:p>
        </p:txBody>
      </p:sp>
      <p:sp>
        <p:nvSpPr>
          <p:cNvPr id="4" name="Slide Number Placeholder 3"/>
          <p:cNvSpPr>
            <a:spLocks noGrp="1"/>
          </p:cNvSpPr>
          <p:nvPr>
            <p:ph type="sldNum" sz="quarter" idx="5"/>
          </p:nvPr>
        </p:nvSpPr>
        <p:spPr/>
        <p:txBody>
          <a:bodyPr/>
          <a:lstStyle/>
          <a:p>
            <a:fld id="{0AC900C1-7326-4B4D-9C4E-22E7230B62CC}" type="slidenum">
              <a:rPr lang="en-US" smtClean="0"/>
              <a:t>2</a:t>
            </a:fld>
            <a:endParaRPr lang="en-US"/>
          </a:p>
        </p:txBody>
      </p:sp>
    </p:spTree>
    <p:extLst>
      <p:ext uri="{BB962C8B-B14F-4D97-AF65-F5344CB8AC3E}">
        <p14:creationId xmlns:p14="http://schemas.microsoft.com/office/powerpoint/2010/main" val="1022660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7" name="Google Shape;207;p4: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r>
              <a:t>Before we start, a quick recap of where we are.</a:t>
            </a:r>
          </a:p>
          <a:p>
            <a:r>
              <a:t>RAG is AI that looks things up before it answers. It's like an open-book exam: instead of answering from memory, it checks the textbook first.</a:t>
            </a:r>
          </a:p>
          <a:p>
            <a:r>
              <a:t>An AI agent goes one step further. It doesn't just answer, it acts. Think of the difference between a travel website that shows you flight times, and an assistant who actually books the ticket, adds it to your calendar, and messages your family.</a:t>
            </a:r>
          </a:p>
          <a:p>
            <a:r>
              <a:t>Agents work in a loop: plan, act, check, and repeat until the goal is met.</a:t>
            </a:r>
          </a:p>
          <a:p>
            <a:r>
              <a:t>And we saw that, for big jobs, a team works better than one super-agent: a supervisor plus a few specialists.</a:t>
            </a:r>
          </a:p>
          <a:p>
            <a:r>
              <a:t>Today's question is simple: how do people actually build those teams? That's where LangGraph and CrewAI come in.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7" name="Google Shape;207;p4: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r>
              <a:t>Let's start with something many of us have lived through: a big family wedding.</a:t>
            </a:r>
          </a:p>
          <a:p>
            <a:r>
              <a:t>There's the caterer, the decorator, the photographer, the DJ, and somebody has to arrange hotel rooms and pickups for 300 guests, half of whom are arriving on different trains.</a:t>
            </a:r>
          </a:p>
          <a:p>
            <a:r>
              <a:t>Option A: that one cousin who says, "Don't worry, I'll handle everything." We all know how that ends. By the sangeet, he's forgotten the flowers, the photographer is at the wrong hall, and he hasn't slept in three days.</a:t>
            </a:r>
          </a:p>
          <a:p>
            <a:r>
              <a:t>Option B: a team. One person owns food, one owns décor, one owns guests, and a wedding planner keeps everyone in sync. Some things must happen in order: the venue has to be booked before the decorator can measure it. Some things happen at the same time: the caterer and the photographer don't need to wait for each other. And someone checks the work before the big day.</a:t>
            </a:r>
          </a:p>
          <a:p>
            <a:r>
              <a:t>Now, replace every person with an AI agent.</a:t>
            </a:r>
          </a:p>
          <a:p>
            <a:r>
              <a:t>Take thirty seconds and think: how would you design this AI team? Who does what, in what order, and who checks the work?</a:t>
            </a:r>
          </a:p>
          <a:p>
            <a:r>
              <a:t>(Pause and take two or three answers.)</a:t>
            </a:r>
          </a:p>
          <a:p>
            <a:r>
              <a:t>Keep your answers in mind. Every idea you just said, roles, order, checking, is exactly what today's tools let you set up.</a:t>
            </a:r>
          </a:p>
        </p:txBody>
      </p:sp>
    </p:spTree>
    <p:extLst>
      <p:ext uri="{BB962C8B-B14F-4D97-AF65-F5344CB8AC3E}">
        <p14:creationId xmlns:p14="http://schemas.microsoft.com/office/powerpoint/2010/main" val="3406301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what you'll be able to do by the end of today.</a:t>
            </a:r>
          </a:p>
          <a:p>
            <a:r>
              <a:t>First, explain what LangGraph does, using the idea of a flowchart. If you can read a flowchart, you can understand LangGraph.</a:t>
            </a:r>
          </a:p>
          <a:p>
            <a:r>
              <a:t>Second, understand how a small AI team is built in CrewAI, where each agent has a clear role and its own tools.</a:t>
            </a:r>
          </a:p>
          <a:p>
            <a:r>
              <a:t>Third, choose how agents share the work: one by one, all at once, or with a boss handing out tasks.</a:t>
            </a:r>
          </a:p>
          <a:p>
            <a:r>
              <a:t>Fourth, plan for things going wrong, because they will. We'll talk about backups, quality checks, and the classic trade-off between speed and accuracy.</a:t>
            </a:r>
          </a:p>
          <a:p>
            <a:r>
              <a:t>And finally, decide when to use LangGraph and when to use CrewAI.</a:t>
            </a:r>
          </a:p>
        </p:txBody>
      </p:sp>
      <p:sp>
        <p:nvSpPr>
          <p:cNvPr id="4" name="Slide Number Placeholder 3"/>
          <p:cNvSpPr>
            <a:spLocks noGrp="1"/>
          </p:cNvSpPr>
          <p:nvPr>
            <p:ph type="sldNum" sz="quarter" idx="5"/>
          </p:nvPr>
        </p:nvSpPr>
        <p:spPr/>
        <p:txBody>
          <a:bodyPr/>
          <a:lstStyle/>
          <a:p>
            <a:fld id="{0AC900C1-7326-4B4D-9C4E-22E7230B62CC}" type="slidenum">
              <a:rPr lang="en-US" smtClean="0"/>
              <a:t>5</a:t>
            </a:fld>
            <a:endParaRPr lang="en-US"/>
          </a:p>
        </p:txBody>
      </p:sp>
    </p:spTree>
    <p:extLst>
      <p:ext uri="{BB962C8B-B14F-4D97-AF65-F5344CB8AC3E}">
        <p14:creationId xmlns:p14="http://schemas.microsoft.com/office/powerpoint/2010/main" val="4234493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B43F4-55FB-C593-F053-39ACCD17F5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F71E8-F676-60F5-CE32-D8D82E2706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99B871-4106-064E-3DC1-6CCC605CC510}"/>
              </a:ext>
            </a:extLst>
          </p:cNvPr>
          <p:cNvSpPr>
            <a:spLocks noGrp="1"/>
          </p:cNvSpPr>
          <p:nvPr>
            <p:ph type="body" idx="1"/>
          </p:nvPr>
        </p:nvSpPr>
        <p:spPr/>
        <p:txBody>
          <a:bodyPr/>
          <a:lstStyle/>
          <a:p>
            <a:r>
              <a:t>Part 2: CrewAI.</a:t>
            </a:r>
          </a:p>
          <a:p>
            <a:r>
              <a:t>If LangGraph is a flowchart, CrewAI is a team. Instead of drawing every step, you hire roles and give each one a goal.</a:t>
            </a:r>
          </a:p>
        </p:txBody>
      </p:sp>
      <p:sp>
        <p:nvSpPr>
          <p:cNvPr id="4" name="Slide Number Placeholder 3">
            <a:extLst>
              <a:ext uri="{FF2B5EF4-FFF2-40B4-BE49-F238E27FC236}">
                <a16:creationId xmlns:a16="http://schemas.microsoft.com/office/drawing/2014/main" id="{E7C291FC-6D5D-F6FD-316C-FCD4C7D09A47}"/>
              </a:ext>
            </a:extLst>
          </p:cNvPr>
          <p:cNvSpPr>
            <a:spLocks noGrp="1"/>
          </p:cNvSpPr>
          <p:nvPr>
            <p:ph type="sldNum" sz="quarter" idx="5"/>
          </p:nvPr>
        </p:nvSpPr>
        <p:spPr/>
        <p:txBody>
          <a:bodyPr/>
          <a:lstStyle/>
          <a:p>
            <a:fld id="{0AC900C1-7326-4B4D-9C4E-22E7230B62CC}" type="slidenum">
              <a:rPr lang="en-US" smtClean="0"/>
              <a:t>6</a:t>
            </a:fld>
            <a:endParaRPr lang="en-US"/>
          </a:p>
        </p:txBody>
      </p:sp>
    </p:spTree>
    <p:extLst>
      <p:ext uri="{BB962C8B-B14F-4D97-AF65-F5344CB8AC3E}">
        <p14:creationId xmlns:p14="http://schemas.microsoft.com/office/powerpoint/2010/main" val="478558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5B118-4257-B2F4-93A2-3BE54E55A0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58262A-BDEF-8E16-714C-A71125DFB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E27586-F18D-1AAC-903A-FFFEE1653D3B}"/>
              </a:ext>
            </a:extLst>
          </p:cNvPr>
          <p:cNvSpPr>
            <a:spLocks noGrp="1"/>
          </p:cNvSpPr>
          <p:nvPr>
            <p:ph type="body" idx="1"/>
          </p:nvPr>
        </p:nvSpPr>
        <p:spPr/>
        <p:txBody>
          <a:bodyPr/>
          <a:lstStyle/>
          <a:p>
            <a:r>
              <a:t>CrewAI is a framework for building a crew: a team of AI agents where each one has a job title, a goal, and its own tools.</a:t>
            </a:r>
          </a:p>
          <a:p>
            <a:r>
              <a:t>Think about how a newspaper story gets made. A reporter finds the facts. A writer turns them into a story. An editor checks it before it's printed. Nobody does everyone's job. Each person sticks to their role and passes the work on.</a:t>
            </a:r>
          </a:p>
          <a:p>
            <a:r>
              <a:t>CrewAI copies exactly that. You write, in plain English, something like: "You are a market researcher. Your goal is to find the three biggest trends. You can use web search." Then a second agent: "You are a writer. Turn the research into a one-page brief."</a:t>
            </a:r>
          </a:p>
          <a:p>
            <a:r>
              <a:t>That's a big reason CrewAI became popular so quickly: the setup reads almost like a job description. Even non-programmers can look at a CrewAI design and understand what each agent is supposed to do.</a:t>
            </a:r>
          </a:p>
        </p:txBody>
      </p:sp>
      <p:sp>
        <p:nvSpPr>
          <p:cNvPr id="4" name="Slide Number Placeholder 3">
            <a:extLst>
              <a:ext uri="{FF2B5EF4-FFF2-40B4-BE49-F238E27FC236}">
                <a16:creationId xmlns:a16="http://schemas.microsoft.com/office/drawing/2014/main" id="{D9EBBD0E-298B-E1B8-099A-A6772B918F82}"/>
              </a:ext>
            </a:extLst>
          </p:cNvPr>
          <p:cNvSpPr>
            <a:spLocks noGrp="1"/>
          </p:cNvSpPr>
          <p:nvPr>
            <p:ph type="sldNum" sz="quarter" idx="5"/>
          </p:nvPr>
        </p:nvSpPr>
        <p:spPr/>
        <p:txBody>
          <a:bodyPr/>
          <a:lstStyle/>
          <a:p>
            <a:fld id="{0AC900C1-7326-4B4D-9C4E-22E7230B62CC}" type="slidenum">
              <a:rPr lang="en-US" smtClean="0"/>
              <a:t>7</a:t>
            </a:fld>
            <a:endParaRPr lang="en-US"/>
          </a:p>
        </p:txBody>
      </p:sp>
    </p:spTree>
    <p:extLst>
      <p:ext uri="{BB962C8B-B14F-4D97-AF65-F5344CB8AC3E}">
        <p14:creationId xmlns:p14="http://schemas.microsoft.com/office/powerpoint/2010/main" val="604018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AF2BE-DE30-89CB-7137-DFB450453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EF462-17DF-A74A-7935-1F1210E61F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9175A-8F92-C043-5EFF-E9979D604BD8}"/>
              </a:ext>
            </a:extLst>
          </p:cNvPr>
          <p:cNvSpPr>
            <a:spLocks noGrp="1"/>
          </p:cNvSpPr>
          <p:nvPr>
            <p:ph type="body" idx="1"/>
          </p:nvPr>
        </p:nvSpPr>
        <p:spPr/>
        <p:txBody>
          <a:bodyPr/>
          <a:lstStyle/>
          <a:p>
            <a:r>
              <a:t>Every crew is built from six parts. Let's use a restaurant kitchen.</a:t>
            </a:r>
          </a:p>
          <a:p>
            <a:r>
              <a:t>Roles are job titles: head chef, tandoor cook, pastry chef. The role says what you're responsible for.</a:t>
            </a:r>
          </a:p>
          <a:p>
            <a:r>
              <a:t>Agents are the workers who fill those roles. The role is "tandoor cook." The agent is the actual person at the tandoor.</a:t>
            </a:r>
          </a:p>
          <a:p>
            <a:r>
              <a:t>Tools are their equipment. The tandoor cook gets the tandoor and skewers. The pastry chef gets the oven and piping bags. You don't hand the pastry chef a meat cleaver.</a:t>
            </a:r>
          </a:p>
          <a:p>
            <a:r>
              <a:t>Permissions are what each worker is allowed to do. A junior cook can cook, but can't change the menu or give a customer a discount.</a:t>
            </a:r>
          </a:p>
          <a:p>
            <a:r>
              <a:t>Memory is the notes they keep. The order slips on the rail that everyone in the kitchen can see are shared memory. A chef's secret recipe notebook is private memory.</a:t>
            </a:r>
          </a:p>
          <a:p>
            <a:r>
              <a:t>And coordination is who goes when. Starters go out first, the main course next, dessert last. But the dal and the naan can be made at the same time.</a:t>
            </a:r>
          </a:p>
          <a:p>
            <a:r>
              <a:t>Roles, agents, tools, permissions, memory, coordination. Get these six right, and your AI crew runs like a good kitchen.</a:t>
            </a:r>
          </a:p>
        </p:txBody>
      </p:sp>
      <p:sp>
        <p:nvSpPr>
          <p:cNvPr id="4" name="Slide Number Placeholder 3">
            <a:extLst>
              <a:ext uri="{FF2B5EF4-FFF2-40B4-BE49-F238E27FC236}">
                <a16:creationId xmlns:a16="http://schemas.microsoft.com/office/drawing/2014/main" id="{A5C23C38-9B7A-7DFF-3BEF-399559A8662D}"/>
              </a:ext>
            </a:extLst>
          </p:cNvPr>
          <p:cNvSpPr>
            <a:spLocks noGrp="1"/>
          </p:cNvSpPr>
          <p:nvPr>
            <p:ph type="sldNum" sz="quarter" idx="5"/>
          </p:nvPr>
        </p:nvSpPr>
        <p:spPr/>
        <p:txBody>
          <a:bodyPr/>
          <a:lstStyle/>
          <a:p>
            <a:fld id="{0AC900C1-7326-4B4D-9C4E-22E7230B62CC}" type="slidenum">
              <a:rPr lang="en-US" smtClean="0"/>
              <a:t>10</a:t>
            </a:fld>
            <a:endParaRPr lang="en-US"/>
          </a:p>
        </p:txBody>
      </p:sp>
    </p:spTree>
    <p:extLst>
      <p:ext uri="{BB962C8B-B14F-4D97-AF65-F5344CB8AC3E}">
        <p14:creationId xmlns:p14="http://schemas.microsoft.com/office/powerpoint/2010/main" val="9921301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7BEAF-9C6F-D981-76BA-CDF950DFE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3F727-6614-F95B-1EA5-7C5515436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B24E68-572C-EDD3-9B8E-659513A87D5E}"/>
              </a:ext>
            </a:extLst>
          </p:cNvPr>
          <p:cNvSpPr>
            <a:spLocks noGrp="1"/>
          </p:cNvSpPr>
          <p:nvPr>
            <p:ph type="body" idx="1"/>
          </p:nvPr>
        </p:nvSpPr>
        <p:spPr/>
        <p:txBody>
          <a:bodyPr/>
          <a:lstStyle/>
          <a:p>
            <a:r>
              <a:t>Let's zoom into one of those blocks: memory. Memory is what an agent remembers while it works, and you get to decide whether it's private or shared.</a:t>
            </a:r>
          </a:p>
          <a:p>
            <a:r>
              <a:t>Memory isolation is a private notebook. Each agent sees only its own notes. Think of a doctor's case file. The receptionist doesn't get to read your diagnosis.</a:t>
            </a:r>
          </a:p>
          <a:p>
            <a:r>
              <a:t>Use this when data is sensitive: patient records, salaries, or a fraud-checking agent whose findings shouldn't reach the marketing agent.</a:t>
            </a:r>
          </a:p>
          <a:p>
            <a:r>
              <a:t>Memory sharing is a shared whiteboard, or, let's be honest, a team WhatsApp group. Everyone reads and adds to the same notes.</a:t>
            </a:r>
          </a:p>
          <a:p>
            <a:r>
              <a:t>Use this when agents need to stay in sync, like three agents co-writing one report. If the researcher finds something, the writer should see it straight away.</a:t>
            </a:r>
          </a:p>
          <a:p>
            <a:r>
              <a:t>Each has a risk. With private notebooks, agents might repeat each other's work, because nobody knows what the other found. With a shared whiteboard, one wrong note misleads everyone. We've all seen one wrong forward mislead an entire family WhatsApp group.</a:t>
            </a:r>
          </a:p>
          <a:p>
            <a:r>
              <a:t>So the question to ask is simple: does this information need protecting, or does it need spreading?</a:t>
            </a:r>
          </a:p>
        </p:txBody>
      </p:sp>
      <p:sp>
        <p:nvSpPr>
          <p:cNvPr id="4" name="Slide Number Placeholder 3">
            <a:extLst>
              <a:ext uri="{FF2B5EF4-FFF2-40B4-BE49-F238E27FC236}">
                <a16:creationId xmlns:a16="http://schemas.microsoft.com/office/drawing/2014/main" id="{B67A2DC4-5D23-B7EC-7336-17BC43D6D4A1}"/>
              </a:ext>
            </a:extLst>
          </p:cNvPr>
          <p:cNvSpPr>
            <a:spLocks noGrp="1"/>
          </p:cNvSpPr>
          <p:nvPr>
            <p:ph type="sldNum" sz="quarter" idx="5"/>
          </p:nvPr>
        </p:nvSpPr>
        <p:spPr/>
        <p:txBody>
          <a:bodyPr/>
          <a:lstStyle/>
          <a:p>
            <a:fld id="{0AC900C1-7326-4B4D-9C4E-22E7230B62CC}" type="slidenum">
              <a:rPr lang="en-US" smtClean="0"/>
              <a:t>23</a:t>
            </a:fld>
            <a:endParaRPr lang="en-US" dirty="0"/>
          </a:p>
        </p:txBody>
      </p:sp>
    </p:spTree>
    <p:extLst>
      <p:ext uri="{BB962C8B-B14F-4D97-AF65-F5344CB8AC3E}">
        <p14:creationId xmlns:p14="http://schemas.microsoft.com/office/powerpoint/2010/main" val="24272155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1E17C-11AA-793D-A71D-61D003474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4C6BA-4A90-4B8B-3F6F-54B9E2C82E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E4DF42-2542-C6A0-E151-566A3CE59117}"/>
              </a:ext>
            </a:extLst>
          </p:cNvPr>
          <p:cNvSpPr>
            <a:spLocks noGrp="1"/>
          </p:cNvSpPr>
          <p:nvPr>
            <p:ph type="body" idx="1"/>
          </p:nvPr>
        </p:nvSpPr>
        <p:spPr/>
        <p:txBody>
          <a:bodyPr/>
          <a:lstStyle/>
          <a:p>
            <a:r>
              <a:t>Here's CrewAI in a real-world scenario: loan approvals at a digital bank.</a:t>
            </a:r>
          </a:p>
          <a:p>
            <a:r>
              <a:t>The bank wants to approve loans faster, but it can't cut corners. There are strict rules about checking identity, checking credit, and spotting fraud.</a:t>
            </a:r>
          </a:p>
          <a:p>
            <a:r>
              <a:t>So we build a crew of five agents. An ID checker verifies documents, like a KYC check. A credit scorer looks at credit history. A fraud spotter looks for warning signs, like a brand-new phone number and five loan applications in one day. An eligibility checker matches the applicant against the loan rules. And a paperwork writer prepares the compliance documents.</a:t>
            </a:r>
          </a:p>
          <a:p>
            <a:r>
              <a:t>What changes? Each agent does one job well, then passes the file on. The bank handles more applications without breaking rules. Approvals get faster. And there are fewer missed checks, because no single agent is juggling everything.</a:t>
            </a:r>
          </a:p>
          <a:p>
            <a:r>
              <a:t>Notice it's exactly the wedding team from the start of the session. One clear job per member, and clear handovers.</a:t>
            </a:r>
          </a:p>
        </p:txBody>
      </p:sp>
      <p:sp>
        <p:nvSpPr>
          <p:cNvPr id="4" name="Slide Number Placeholder 3">
            <a:extLst>
              <a:ext uri="{FF2B5EF4-FFF2-40B4-BE49-F238E27FC236}">
                <a16:creationId xmlns:a16="http://schemas.microsoft.com/office/drawing/2014/main" id="{9FD338BB-7233-79EF-548B-D261FC0D791B}"/>
              </a:ext>
            </a:extLst>
          </p:cNvPr>
          <p:cNvSpPr>
            <a:spLocks noGrp="1"/>
          </p:cNvSpPr>
          <p:nvPr>
            <p:ph type="sldNum" sz="quarter" idx="5"/>
          </p:nvPr>
        </p:nvSpPr>
        <p:spPr/>
        <p:txBody>
          <a:bodyPr/>
          <a:lstStyle/>
          <a:p>
            <a:fld id="{0AC900C1-7326-4B4D-9C4E-22E7230B62CC}" type="slidenum">
              <a:rPr lang="en-US" smtClean="0"/>
              <a:t>26</a:t>
            </a:fld>
            <a:endParaRPr lang="en-US"/>
          </a:p>
        </p:txBody>
      </p:sp>
    </p:spTree>
    <p:extLst>
      <p:ext uri="{BB962C8B-B14F-4D97-AF65-F5344CB8AC3E}">
        <p14:creationId xmlns:p14="http://schemas.microsoft.com/office/powerpoint/2010/main" val="19330416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8DC2B-5FD7-50C5-5A5A-4294EF0364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E11F32-12B6-DA9E-DFAF-B790619A39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4578D5-BAF3-47B3-6374-9A1A12E92C0F}"/>
              </a:ext>
            </a:extLst>
          </p:cNvPr>
          <p:cNvSpPr>
            <a:spLocks noGrp="1"/>
          </p:cNvSpPr>
          <p:nvPr>
            <p:ph type="body" idx="1"/>
          </p:nvPr>
        </p:nvSpPr>
        <p:spPr/>
        <p:txBody>
          <a:bodyPr/>
          <a:lstStyle/>
          <a:p>
            <a:r>
              <a:t>Quick check. Why do we give each agent only the tools its role needs?</a:t>
            </a:r>
          </a:p>
          <a:p>
            <a:r>
              <a:t>Option A: so agents can do more tasks without limits. Option B: so every agent can use every tool. Option C: so each agent uses only what its job requires. Option D: so agents can take over other agents' tools.</a:t>
            </a:r>
          </a:p>
          <a:p>
            <a:r>
              <a:t>(Give the room 15 seconds.)</a:t>
            </a:r>
          </a:p>
          <a:p>
            <a:r>
              <a:t>The answer is C.</a:t>
            </a:r>
          </a:p>
          <a:p>
            <a:r>
              <a:t>Think back to the kitchen: you don't give the pastry chef the meat cleaver. Fewer tools means fewer mistakes, less confusion about which tool to use, and less damage if something goes wrong. If the fraud agent can't send emails, it can never accidentally email a customer.</a:t>
            </a:r>
          </a:p>
        </p:txBody>
      </p:sp>
      <p:sp>
        <p:nvSpPr>
          <p:cNvPr id="4" name="Slide Number Placeholder 3">
            <a:extLst>
              <a:ext uri="{FF2B5EF4-FFF2-40B4-BE49-F238E27FC236}">
                <a16:creationId xmlns:a16="http://schemas.microsoft.com/office/drawing/2014/main" id="{DEDFD14F-5740-51E8-DBBE-F06AD58FA85D}"/>
              </a:ext>
            </a:extLst>
          </p:cNvPr>
          <p:cNvSpPr>
            <a:spLocks noGrp="1"/>
          </p:cNvSpPr>
          <p:nvPr>
            <p:ph type="sldNum" sz="quarter" idx="5"/>
          </p:nvPr>
        </p:nvSpPr>
        <p:spPr/>
        <p:txBody>
          <a:bodyPr/>
          <a:lstStyle/>
          <a:p>
            <a:fld id="{0AC900C1-7326-4B4D-9C4E-22E7230B62CC}" type="slidenum">
              <a:rPr lang="en-US" smtClean="0"/>
              <a:t>27</a:t>
            </a:fld>
            <a:endParaRPr lang="en-US"/>
          </a:p>
        </p:txBody>
      </p:sp>
    </p:spTree>
    <p:extLst>
      <p:ext uri="{BB962C8B-B14F-4D97-AF65-F5344CB8AC3E}">
        <p14:creationId xmlns:p14="http://schemas.microsoft.com/office/powerpoint/2010/main" val="25864209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0EFA3-9781-8117-667A-AAB56A154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F11C49-AAB6-8585-5B53-AA8840C28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376D7D-1596-3080-EA01-E9271C95DD5A}"/>
              </a:ext>
            </a:extLst>
          </p:cNvPr>
          <p:cNvSpPr>
            <a:spLocks noGrp="1"/>
          </p:cNvSpPr>
          <p:nvPr>
            <p:ph type="body" idx="1"/>
          </p:nvPr>
        </p:nvSpPr>
        <p:spPr/>
        <p:txBody>
          <a:bodyPr/>
          <a:lstStyle/>
          <a:p>
            <a:r>
              <a:t>Demo 2: a receptionist agent with CrewAI.</a:t>
            </a:r>
          </a:p>
          <a:p>
            <a:r>
              <a:t>Here's the scene. A knowledge website gets hundreds of questions a day. Some need fresh information from the web, like "What's today's gold price?" Some don't, like "What does inflation mean?" Searching the web for every question is slow and costs money.</a:t>
            </a:r>
          </a:p>
          <a:p>
            <a:r>
              <a:t>So we build a crew of two. The first agent is the router. Think of it as the receptionist at a hospital: it doesn't treat you, it decides which doctor you should see. The second agent is the researcher, who has the web search tool.</a:t>
            </a:r>
          </a:p>
          <a:p>
            <a:r>
              <a:t>(Run the demo from the demo document.)</a:t>
            </a:r>
          </a:p>
          <a:p>
            <a:r>
              <a:t>Let's test it with two questions. First, a timeless one: "What is a mutual fund?" Watch the router decide no search is needed.</a:t>
            </a:r>
          </a:p>
          <a:p>
            <a:r>
              <a:t>Now a fresh one, like "What's the latest news on UPI fraud?" Watch the router send it to the researcher, who searches and answers.</a:t>
            </a:r>
          </a:p>
          <a:p>
            <a:r>
              <a:t>Point out the agent definitions on screen: role, goal, and backstory. Read one out loud. It reads like a job description, which is the whole idea of CrewAI.</a:t>
            </a:r>
          </a:p>
          <a:p>
            <a:r>
              <a:t>Backup plan: if the search tool fails, show the saved output and ask the class to guess, question by question, which ones the router would send for a search.</a:t>
            </a:r>
          </a:p>
        </p:txBody>
      </p:sp>
      <p:sp>
        <p:nvSpPr>
          <p:cNvPr id="4" name="Slide Number Placeholder 3">
            <a:extLst>
              <a:ext uri="{FF2B5EF4-FFF2-40B4-BE49-F238E27FC236}">
                <a16:creationId xmlns:a16="http://schemas.microsoft.com/office/drawing/2014/main" id="{971CCC1F-2EA7-5EE8-EC0D-6F6C951B4994}"/>
              </a:ext>
            </a:extLst>
          </p:cNvPr>
          <p:cNvSpPr>
            <a:spLocks noGrp="1"/>
          </p:cNvSpPr>
          <p:nvPr>
            <p:ph type="sldNum" sz="quarter" idx="5"/>
          </p:nvPr>
        </p:nvSpPr>
        <p:spPr/>
        <p:txBody>
          <a:bodyPr/>
          <a:lstStyle/>
          <a:p>
            <a:fld id="{0AC900C1-7326-4B4D-9C4E-22E7230B62CC}" type="slidenum">
              <a:rPr lang="en-US" smtClean="0"/>
              <a:t>28</a:t>
            </a:fld>
            <a:endParaRPr lang="en-US"/>
          </a:p>
        </p:txBody>
      </p:sp>
    </p:spTree>
    <p:extLst>
      <p:ext uri="{BB962C8B-B14F-4D97-AF65-F5344CB8AC3E}">
        <p14:creationId xmlns:p14="http://schemas.microsoft.com/office/powerpoint/2010/main" val="1868854245"/>
      </p:ext>
    </p:extLst>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today will run. You won't sit through forty slides in a row.</a:t>
            </a:r>
          </a:p>
          <a:p>
            <a:r>
              <a:t>We learn a little, then you see it live. Then we learn a little more, and see it again.</a:t>
            </a:r>
          </a:p>
          <a:p>
            <a:r>
              <a:t>Part 1 is LangGraph. Just a few slides, then Demo 1, where an agent searches the web for us.</a:t>
            </a:r>
          </a:p>
          <a:p>
            <a:r>
              <a:t>Part 2 is CrewAI, the team builder. Demo 2 is a receptionist agent that decides who should answer a question. Then we learn how the team shares the work, and Demo 3 shows agents working one by one versus all at once.</a:t>
            </a:r>
          </a:p>
          <a:p>
            <a:r>
              <a:t>Part 3 is a short look at Google's A2A, a common language that lets agents from different tools talk. Then you get hands-on in the guided practice.</a:t>
            </a:r>
          </a:p>
          <a:p>
            <a:r>
              <a:t>We finish by comparing LangGraph and CrewAI side by side, with a jargon buster you can keep.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7B522-1880-9707-184F-78D72A9624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604CCF-5A93-139A-729C-F9B166A731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344B6-EA8A-6980-40D2-280A31D48F38}"/>
              </a:ext>
            </a:extLst>
          </p:cNvPr>
          <p:cNvSpPr>
            <a:spLocks noGrp="1"/>
          </p:cNvSpPr>
          <p:nvPr>
            <p:ph type="body" idx="1"/>
          </p:nvPr>
        </p:nvSpPr>
        <p:spPr/>
        <p:txBody>
          <a:bodyPr/>
          <a:lstStyle/>
          <a:p>
            <a:r>
              <a:t>So the crew has its roles. Now, who works when? That's called coordination, and there are four patterns. Let's use Mumbai's famous dabbawalas, who deliver around two lakh lunch boxes every day, with famously few mistakes.</a:t>
            </a:r>
          </a:p>
          <a:p>
            <a:r>
              <a:t>Serial means one by one. The tiffin goes from the home collector, to the train, to the station sorter, to the office delivery person. Each step waits for the one before it. In AI: the researcher finishes, then the writer starts.</a:t>
            </a:r>
          </a:p>
          <a:p>
            <a:r>
              <a:t>Parallel means all at once. Thousands of dabbawalas work at the same time on different routes, and nobody waits for anyone else. In AI: one agent researches competitors while another researches customers, at the same time. Faster, as long as the tasks don't depend on each other.</a:t>
            </a:r>
          </a:p>
          <a:p>
            <a:r>
              <a:t>Hierarchical means a boss assigns the work. Like a cricket captain deciding who bowls the next over. In AI: a manager agent looks at the job and hands pieces to specialist agents.</a:t>
            </a:r>
          </a:p>
          <a:p>
            <a:r>
              <a:t>Dynamic means the plan changes on the go. Think of Google Maps rerouting you when there's a jam on the Western Express Highway. In AI: if a search fails or a customer gives an unexpected answer, the crew takes a different path.</a:t>
            </a:r>
          </a:p>
          <a:p>
            <a:r>
              <a:t>Most real systems mix these. The dabbawalas themselves are serial for each tiffin, parallel across routes, and have supervisors on top.</a:t>
            </a:r>
          </a:p>
        </p:txBody>
      </p:sp>
      <p:sp>
        <p:nvSpPr>
          <p:cNvPr id="4" name="Slide Number Placeholder 3">
            <a:extLst>
              <a:ext uri="{FF2B5EF4-FFF2-40B4-BE49-F238E27FC236}">
                <a16:creationId xmlns:a16="http://schemas.microsoft.com/office/drawing/2014/main" id="{E38F10AC-41D9-1F0E-4F69-B53940678673}"/>
              </a:ext>
            </a:extLst>
          </p:cNvPr>
          <p:cNvSpPr>
            <a:spLocks noGrp="1"/>
          </p:cNvSpPr>
          <p:nvPr>
            <p:ph type="sldNum" sz="quarter" idx="5"/>
          </p:nvPr>
        </p:nvSpPr>
        <p:spPr/>
        <p:txBody>
          <a:bodyPr/>
          <a:lstStyle/>
          <a:p>
            <a:fld id="{0AC900C1-7326-4B4D-9C4E-22E7230B62CC}" type="slidenum">
              <a:rPr lang="en-US" smtClean="0"/>
              <a:t>33</a:t>
            </a:fld>
            <a:endParaRPr lang="en-US" dirty="0"/>
          </a:p>
        </p:txBody>
      </p:sp>
    </p:spTree>
    <p:extLst>
      <p:ext uri="{BB962C8B-B14F-4D97-AF65-F5344CB8AC3E}">
        <p14:creationId xmlns:p14="http://schemas.microsoft.com/office/powerpoint/2010/main" val="4043471128"/>
      </p:ext>
    </p:extLst>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now seen both tools. So which one should you use?</a:t>
            </a:r>
          </a:p>
          <a:p>
            <a:r>
              <a:t>Both build teams of agents. The difference is how you describe the work.</a:t>
            </a:r>
          </a:p>
          <a:p>
            <a:r>
              <a:t>With LangGraph, you draw every step and every turn. You control the exact route. With CrewAI, you hire roles and give each a goal, and the crew works out much of the route itself.</a:t>
            </a:r>
          </a:p>
          <a:p>
            <a:r>
              <a:t>LangGraph is best for strict processes, where the steps must be followed exactly: insurance claims, approvals, compliance. It can loop back, pause, and wait for a human.</a:t>
            </a:r>
          </a:p>
          <a:p>
            <a:r>
              <a:t>CrewAI is best for role-based work: research, writing, planning. It's quick to set up and easy to explain to anyone.</a:t>
            </a:r>
          </a:p>
          <a:p>
            <a:r>
              <a:t>The simplest way to remember it: LangGraph is a train on fixed tracks. It always goes exactly where the tracks go. CrewAI is a project team with a manager. You tell them the goal, and they figure out how to get there.</a:t>
            </a:r>
          </a:p>
          <a:p>
            <a:r>
              <a:t>And they're not rivals. In the guided practice, you'll see them used together.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46461-0DFD-6E93-4C5E-C17A447584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E45A03-FC95-CA65-E6E6-97D5E5E4E6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9A2A0E-3BE9-A1D2-346A-47D39389FD69}"/>
              </a:ext>
            </a:extLst>
          </p:cNvPr>
          <p:cNvSpPr>
            <a:spLocks noGrp="1"/>
          </p:cNvSpPr>
          <p:nvPr>
            <p:ph type="body" idx="1"/>
          </p:nvPr>
        </p:nvSpPr>
        <p:spPr/>
        <p:txBody>
          <a:bodyPr/>
          <a:lstStyle/>
          <a:p>
            <a:r>
              <a:t>Now an uncomfortable truth: agents fail. A website is down. A connection times out. An answer comes back in the wrong format. The question isn't whether it'll fail, but what happens when it does.</a:t>
            </a:r>
          </a:p>
          <a:p>
            <a:r>
              <a:t>A fallback is a Plan B that keeps the work moving. There are four kinds.</a:t>
            </a:r>
          </a:p>
          <a:p>
            <a:r>
              <a:t>Try again. Like redialling when a call drops. Often the second attempt just works.</a:t>
            </a:r>
          </a:p>
          <a:p>
            <a:r>
              <a:t>Give a simpler answer. If the live gold price can't be fetched, say "I couldn't get today's price, but yesterday's was this." Something useful is better than an error message. Builders call this graceful degradation.</a:t>
            </a:r>
          </a:p>
          <a:p>
            <a:r>
              <a:t>Backup agent. If the main agent fails, a second one takes over, like a substitute teacher when the regular teacher is absent.</a:t>
            </a:r>
          </a:p>
          <a:p>
            <a:r>
              <a:t>Escalate to a supervisor. If nothing works, hand it to a manager agent or a human. Like a call centre saying, "Let me transfer you to my senior."</a:t>
            </a:r>
          </a:p>
          <a:p>
            <a:r>
              <a:t>A system that plans for failure feels reliable to customers, even when things are breaking behind the scenes.</a:t>
            </a:r>
          </a:p>
        </p:txBody>
      </p:sp>
      <p:sp>
        <p:nvSpPr>
          <p:cNvPr id="4" name="Slide Number Placeholder 3">
            <a:extLst>
              <a:ext uri="{FF2B5EF4-FFF2-40B4-BE49-F238E27FC236}">
                <a16:creationId xmlns:a16="http://schemas.microsoft.com/office/drawing/2014/main" id="{2C6B7F61-1568-2081-A4E0-A1EB02E37A50}"/>
              </a:ext>
            </a:extLst>
          </p:cNvPr>
          <p:cNvSpPr>
            <a:spLocks noGrp="1"/>
          </p:cNvSpPr>
          <p:nvPr>
            <p:ph type="sldNum" sz="quarter" idx="5"/>
          </p:nvPr>
        </p:nvSpPr>
        <p:spPr/>
        <p:txBody>
          <a:bodyPr/>
          <a:lstStyle/>
          <a:p>
            <a:fld id="{0AC900C1-7326-4B4D-9C4E-22E7230B62CC}" type="slidenum">
              <a:rPr lang="en-US" smtClean="0"/>
              <a:t>39</a:t>
            </a:fld>
            <a:endParaRPr lang="en-US"/>
          </a:p>
        </p:txBody>
      </p:sp>
    </p:spTree>
    <p:extLst>
      <p:ext uri="{BB962C8B-B14F-4D97-AF65-F5344CB8AC3E}">
        <p14:creationId xmlns:p14="http://schemas.microsoft.com/office/powerpoint/2010/main" val="18840084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295C2-FFEB-2DAC-7CCF-9F929E40B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BBB2C-49CA-2CBD-1489-5C7D8AE2B8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F95E67-8F99-7666-0BA3-2EF43706886E}"/>
              </a:ext>
            </a:extLst>
          </p:cNvPr>
          <p:cNvSpPr>
            <a:spLocks noGrp="1"/>
          </p:cNvSpPr>
          <p:nvPr>
            <p:ph type="body" idx="1"/>
          </p:nvPr>
        </p:nvSpPr>
        <p:spPr/>
        <p:txBody>
          <a:bodyPr/>
          <a:lstStyle/>
          <a:p>
            <a:r>
              <a:t>Fallbacks handle failures. Guardrails stop bad work from moving forward.</a:t>
            </a:r>
          </a:p>
          <a:p>
            <a:r>
              <a:t>A guardrail is an automatic quality check. Before an agent's work goes to the next step, it has to pass.</a:t>
            </a:r>
          </a:p>
          <a:p>
            <a:r>
              <a:t>Here's why it matters, with a real story. Air Canada's website chatbot told a grieving passenger he could buy a full-price ticket and claim a bereavement discount afterwards. That wasn't the airline's policy. When he asked for the refund, Air Canada said the chatbot was wrong. In 2024, a Canadian tribunal disagreed, said the airline was responsible for what its chatbot said, and ordered it to pay. One unchecked answer cost money and made headlines around the world.</a:t>
            </a:r>
          </a:p>
          <a:p>
            <a:r>
              <a:t>A guardrail works in four steps. Check the answer: does it follow the policy? Is it in the right format? Send it back if it's wrong, so the agent tries again. Limit the retries, say three attempts, so it doesn't loop forever. And pass only good work to the next step.</a:t>
            </a:r>
          </a:p>
          <a:p>
            <a:r>
              <a:t>It's the quality checker at the factory gate. Nothing faulty leaves the line.</a:t>
            </a:r>
          </a:p>
        </p:txBody>
      </p:sp>
      <p:sp>
        <p:nvSpPr>
          <p:cNvPr id="4" name="Slide Number Placeholder 3">
            <a:extLst>
              <a:ext uri="{FF2B5EF4-FFF2-40B4-BE49-F238E27FC236}">
                <a16:creationId xmlns:a16="http://schemas.microsoft.com/office/drawing/2014/main" id="{50211B55-5A35-EFD9-EB87-3B5CEA3DB2FD}"/>
              </a:ext>
            </a:extLst>
          </p:cNvPr>
          <p:cNvSpPr>
            <a:spLocks noGrp="1"/>
          </p:cNvSpPr>
          <p:nvPr>
            <p:ph type="sldNum" sz="quarter" idx="5"/>
          </p:nvPr>
        </p:nvSpPr>
        <p:spPr/>
        <p:txBody>
          <a:bodyPr/>
          <a:lstStyle/>
          <a:p>
            <a:fld id="{0AC900C1-7326-4B4D-9C4E-22E7230B62CC}" type="slidenum">
              <a:rPr lang="en-US" smtClean="0"/>
              <a:t>40</a:t>
            </a:fld>
            <a:endParaRPr lang="en-US"/>
          </a:p>
        </p:txBody>
      </p:sp>
    </p:spTree>
    <p:extLst>
      <p:ext uri="{BB962C8B-B14F-4D97-AF65-F5344CB8AC3E}">
        <p14:creationId xmlns:p14="http://schemas.microsoft.com/office/powerpoint/2010/main" val="17190704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3B94F-1B02-650B-3317-B0E6BEF4AD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DB5CBC-1C32-2832-16BA-8D057BC763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CCB575-8E63-A323-3C22-4AA9821E9E0E}"/>
              </a:ext>
            </a:extLst>
          </p:cNvPr>
          <p:cNvSpPr>
            <a:spLocks noGrp="1"/>
          </p:cNvSpPr>
          <p:nvPr>
            <p:ph type="body" idx="1"/>
          </p:nvPr>
        </p:nvSpPr>
        <p:spPr/>
        <p:txBody>
          <a:bodyPr/>
          <a:lstStyle/>
          <a:p>
            <a:r>
              <a:t>Every AI team faces one big trade-off: speed versus accuracy.</a:t>
            </a:r>
          </a:p>
          <a:p>
            <a:r>
              <a:t>Speed is measured as latency. Latency simply means waiting time, how long you wait for the answer. Think about a food delivery app. If your order shows "45 minutes," you might cancel and order elsewhere.</a:t>
            </a:r>
          </a:p>
          <a:p>
            <a:r>
              <a:t>Accuracy is how correct the answer is. A fast answer that's wrong is worse than useless. Imagine the delivery arriving in 10 minutes, but with someone else's food.</a:t>
            </a:r>
          </a:p>
          <a:p>
            <a:r>
              <a:t>Every extra agent or check you add makes answers better, but slower. And usually more expensive too.</a:t>
            </a:r>
          </a:p>
          <a:p>
            <a:r>
              <a:t>Here's a real example. In 2024, the payments company Klarna announced its AI assistant was doing the work of about 700 customer service staff, and resolving chats much faster. About a year later, its CEO admitted that the focus on cost had hurt quality, and Klarna started bringing humans back into customer service.</a:t>
            </a:r>
          </a:p>
          <a:p>
            <a:r>
              <a:t>So the right balance depends on the job. A chatbot answering "What are your opening hours?" should be fast. An agent approving a loan or reading a medical report should be slower and careful. Your job as the designer is to decide which is which.</a:t>
            </a:r>
          </a:p>
        </p:txBody>
      </p:sp>
      <p:sp>
        <p:nvSpPr>
          <p:cNvPr id="4" name="Slide Number Placeholder 3">
            <a:extLst>
              <a:ext uri="{FF2B5EF4-FFF2-40B4-BE49-F238E27FC236}">
                <a16:creationId xmlns:a16="http://schemas.microsoft.com/office/drawing/2014/main" id="{20709E6C-E4C9-D3A0-E9F8-83C9F5042C62}"/>
              </a:ext>
            </a:extLst>
          </p:cNvPr>
          <p:cNvSpPr>
            <a:spLocks noGrp="1"/>
          </p:cNvSpPr>
          <p:nvPr>
            <p:ph type="sldNum" sz="quarter" idx="5"/>
          </p:nvPr>
        </p:nvSpPr>
        <p:spPr/>
        <p:txBody>
          <a:bodyPr/>
          <a:lstStyle/>
          <a:p>
            <a:fld id="{0AC900C1-7326-4B4D-9C4E-22E7230B62CC}" type="slidenum">
              <a:rPr lang="en-US" smtClean="0"/>
              <a:t>42</a:t>
            </a:fld>
            <a:endParaRPr lang="en-US"/>
          </a:p>
        </p:txBody>
      </p:sp>
    </p:spTree>
    <p:extLst>
      <p:ext uri="{BB962C8B-B14F-4D97-AF65-F5344CB8AC3E}">
        <p14:creationId xmlns:p14="http://schemas.microsoft.com/office/powerpoint/2010/main" val="5533333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0EA2B-B777-7870-3225-85240DCEE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421CE-C18D-A9A7-52E4-DB3EF939BE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A0D164-574E-EFAD-B276-2DB6E08A39A7}"/>
              </a:ext>
            </a:extLst>
          </p:cNvPr>
          <p:cNvSpPr>
            <a:spLocks noGrp="1"/>
          </p:cNvSpPr>
          <p:nvPr>
            <p:ph type="body" idx="1"/>
          </p:nvPr>
        </p:nvSpPr>
        <p:spPr/>
        <p:txBody>
          <a:bodyPr/>
          <a:lstStyle/>
          <a:p>
            <a:r>
              <a:t>Quick check. Which pattern has agents working at the same time, without waiting for each other?</a:t>
            </a:r>
          </a:p>
          <a:p>
            <a:r>
              <a:t>Serial, hierarchical, parallel, or dynamic?</a:t>
            </a:r>
          </a:p>
          <a:p>
            <a:r>
              <a:t>(Give the room 10 seconds.)</a:t>
            </a:r>
          </a:p>
          <a:p>
            <a:r>
              <a:t>The answer is C, parallel. Like thousands of dabbawalas working on different routes at the same time. Serial is one by one, hierarchical has a boss assigning work, and dynamic changes the plan on the go.</a:t>
            </a:r>
          </a:p>
        </p:txBody>
      </p:sp>
      <p:sp>
        <p:nvSpPr>
          <p:cNvPr id="4" name="Slide Number Placeholder 3">
            <a:extLst>
              <a:ext uri="{FF2B5EF4-FFF2-40B4-BE49-F238E27FC236}">
                <a16:creationId xmlns:a16="http://schemas.microsoft.com/office/drawing/2014/main" id="{AAAD32D9-ADB8-70FB-CD45-4FAD4606F801}"/>
              </a:ext>
            </a:extLst>
          </p:cNvPr>
          <p:cNvSpPr>
            <a:spLocks noGrp="1"/>
          </p:cNvSpPr>
          <p:nvPr>
            <p:ph type="sldNum" sz="quarter" idx="5"/>
          </p:nvPr>
        </p:nvSpPr>
        <p:spPr/>
        <p:txBody>
          <a:bodyPr/>
          <a:lstStyle/>
          <a:p>
            <a:fld id="{0AC900C1-7326-4B4D-9C4E-22E7230B62CC}" type="slidenum">
              <a:rPr lang="en-US" smtClean="0"/>
              <a:t>50</a:t>
            </a:fld>
            <a:endParaRPr lang="en-US" dirty="0"/>
          </a:p>
        </p:txBody>
      </p:sp>
    </p:spTree>
    <p:extLst>
      <p:ext uri="{BB962C8B-B14F-4D97-AF65-F5344CB8AC3E}">
        <p14:creationId xmlns:p14="http://schemas.microsoft.com/office/powerpoint/2010/main" val="356249794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C8D9E-4F7E-0E5F-5F49-F448E45BA2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05DD46-20BF-F678-53FD-C1920C3C3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484902-1B8E-4A9A-73F6-A545D110BDE9}"/>
              </a:ext>
            </a:extLst>
          </p:cNvPr>
          <p:cNvSpPr>
            <a:spLocks noGrp="1"/>
          </p:cNvSpPr>
          <p:nvPr>
            <p:ph type="body" idx="1"/>
          </p:nvPr>
        </p:nvSpPr>
        <p:spPr/>
        <p:txBody>
          <a:bodyPr/>
          <a:lstStyle/>
          <a:p>
            <a:r>
              <a:t>Demo 3: agents working one by one versus all at once.</a:t>
            </a:r>
          </a:p>
          <a:p>
            <a:r>
              <a:t>The scene: a leader at a consumer goods company, think soaps, snacks, and shampoo, wants a quick brief on how AI is changing the industry. We'll use two agents: a researcher and a writer.</a:t>
            </a:r>
          </a:p>
          <a:p>
            <a:r>
              <a:t>(Run the serial version from the demo document.)</a:t>
            </a:r>
          </a:p>
          <a:p>
            <a:r>
              <a:t>First, serial. The researcher finds the latest AI trends, and then the writer turns them into an executive summary. Point out that the writer waits. It needs the research first.</a:t>
            </a:r>
          </a:p>
          <a:p>
            <a:r>
              <a:t>(Now run the parallel version.)</a:t>
            </a:r>
          </a:p>
          <a:p>
            <a:r>
              <a:t>Now, parallel. Here the two agents get separate jobs that don't depend on each other, and they run at the same time. In the code, it's one setting that basically says "don't wait." Point it out on screen.</a:t>
            </a:r>
          </a:p>
          <a:p>
            <a:r>
              <a:t>Ask the room: which run was faster? And when would parallel be a bad idea? The answer: whenever one task needs another task's output. You can't write the summary before the research exists. It's the wedding again: the decorator can't decorate a venue that isn't booked yet.</a:t>
            </a:r>
          </a:p>
          <a:p>
            <a:r>
              <a:t>Backup plan: if a run is slow or fails, show the saved outputs in the demo document.</a:t>
            </a:r>
          </a:p>
        </p:txBody>
      </p:sp>
      <p:sp>
        <p:nvSpPr>
          <p:cNvPr id="4" name="Slide Number Placeholder 3">
            <a:extLst>
              <a:ext uri="{FF2B5EF4-FFF2-40B4-BE49-F238E27FC236}">
                <a16:creationId xmlns:a16="http://schemas.microsoft.com/office/drawing/2014/main" id="{EFBAE6D8-408A-BA3B-45ED-20C3ACD53A80}"/>
              </a:ext>
            </a:extLst>
          </p:cNvPr>
          <p:cNvSpPr>
            <a:spLocks noGrp="1"/>
          </p:cNvSpPr>
          <p:nvPr>
            <p:ph type="sldNum" sz="quarter" idx="5"/>
          </p:nvPr>
        </p:nvSpPr>
        <p:spPr/>
        <p:txBody>
          <a:bodyPr/>
          <a:lstStyle/>
          <a:p>
            <a:fld id="{0AC900C1-7326-4B4D-9C4E-22E7230B62CC}" type="slidenum">
              <a:rPr lang="en-US" smtClean="0"/>
              <a:t>51</a:t>
            </a:fld>
            <a:endParaRPr lang="en-US"/>
          </a:p>
        </p:txBody>
      </p:sp>
    </p:spTree>
    <p:extLst>
      <p:ext uri="{BB962C8B-B14F-4D97-AF65-F5344CB8AC3E}">
        <p14:creationId xmlns:p14="http://schemas.microsoft.com/office/powerpoint/2010/main" val="33574703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0549E-D5F4-2121-C20B-A80571AF93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AF8BFB-0EF1-97BE-46C5-C0348DDB49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2AD446-16AF-F266-CAD2-0F61BCF5EEF3}"/>
              </a:ext>
            </a:extLst>
          </p:cNvPr>
          <p:cNvSpPr>
            <a:spLocks noGrp="1"/>
          </p:cNvSpPr>
          <p:nvPr>
            <p:ph type="body" idx="1"/>
          </p:nvPr>
        </p:nvSpPr>
        <p:spPr/>
        <p:txBody>
          <a:bodyPr/>
          <a:lstStyle/>
          <a:p>
            <a:r>
              <a:t>Part 3: Google's A2A. This is short, but important, because it answers a question you may already be asking: what if my agents were built with different tools?</a:t>
            </a:r>
          </a:p>
        </p:txBody>
      </p:sp>
      <p:sp>
        <p:nvSpPr>
          <p:cNvPr id="4" name="Slide Number Placeholder 3">
            <a:extLst>
              <a:ext uri="{FF2B5EF4-FFF2-40B4-BE49-F238E27FC236}">
                <a16:creationId xmlns:a16="http://schemas.microsoft.com/office/drawing/2014/main" id="{AABBE8C1-D06F-4BED-10BC-B4CF8B2E308D}"/>
              </a:ext>
            </a:extLst>
          </p:cNvPr>
          <p:cNvSpPr>
            <a:spLocks noGrp="1"/>
          </p:cNvSpPr>
          <p:nvPr>
            <p:ph type="sldNum" sz="quarter" idx="5"/>
          </p:nvPr>
        </p:nvSpPr>
        <p:spPr/>
        <p:txBody>
          <a:bodyPr/>
          <a:lstStyle/>
          <a:p>
            <a:fld id="{0AC900C1-7326-4B4D-9C4E-22E7230B62CC}" type="slidenum">
              <a:rPr lang="en-US" smtClean="0"/>
              <a:t>52</a:t>
            </a:fld>
            <a:endParaRPr lang="en-US" dirty="0"/>
          </a:p>
        </p:txBody>
      </p:sp>
    </p:spTree>
    <p:extLst>
      <p:ext uri="{BB962C8B-B14F-4D97-AF65-F5344CB8AC3E}">
        <p14:creationId xmlns:p14="http://schemas.microsoft.com/office/powerpoint/2010/main" val="16755351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4AACE-FC8D-3BCE-FF01-0A938CF616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8B6B53-FA8C-6F2C-9B82-1699E445C1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3B814-5A57-4FBF-5989-5DD827DDC2AF}"/>
              </a:ext>
            </a:extLst>
          </p:cNvPr>
          <p:cNvSpPr>
            <a:spLocks noGrp="1"/>
          </p:cNvSpPr>
          <p:nvPr>
            <p:ph type="body" idx="1"/>
          </p:nvPr>
        </p:nvSpPr>
        <p:spPr/>
        <p:txBody>
          <a:bodyPr/>
          <a:lstStyle/>
          <a:p>
            <a:r>
              <a:t>Here's the problem. One team in your company builds an agent with CrewAI. Another team uses LangGraph. A vendor sells you a third agent built with something else entirely. They can't talk to each other. It's like putting a Tamil speaker, a German speaker, and a Japanese speaker in one meeting with no translator.</a:t>
            </a:r>
          </a:p>
          <a:p>
            <a:r>
              <a:t>A2A, which stands for Agent-to-Agent, solves this. It's a protocol, which simply means a shared set of rules for communication.</a:t>
            </a:r>
          </a:p>
          <a:p>
            <a:r>
              <a:t>You already rely on protocols every day without knowing it. Email works whether you use Gmail or Outlook, because they follow the same email rules. UPI works whether you pay from Google Pay, PhonePe, or Paytm, because they all follow the same UPI rules. A2A aims to be that for AI agents.</a:t>
            </a:r>
          </a:p>
          <a:p>
            <a:r>
              <a:t>Google announced A2A in April 2025 with more than 50 partner companies, and later handed it over to the Linux Foundation, a neutral non-profit, so that no single company controls it.</a:t>
            </a:r>
          </a:p>
        </p:txBody>
      </p:sp>
      <p:sp>
        <p:nvSpPr>
          <p:cNvPr id="4" name="Slide Number Placeholder 3">
            <a:extLst>
              <a:ext uri="{FF2B5EF4-FFF2-40B4-BE49-F238E27FC236}">
                <a16:creationId xmlns:a16="http://schemas.microsoft.com/office/drawing/2014/main" id="{F3D66F3E-0692-A704-5438-8B3C7B36F8AF}"/>
              </a:ext>
            </a:extLst>
          </p:cNvPr>
          <p:cNvSpPr>
            <a:spLocks noGrp="1"/>
          </p:cNvSpPr>
          <p:nvPr>
            <p:ph type="sldNum" sz="quarter" idx="5"/>
          </p:nvPr>
        </p:nvSpPr>
        <p:spPr/>
        <p:txBody>
          <a:bodyPr/>
          <a:lstStyle/>
          <a:p>
            <a:fld id="{0AC900C1-7326-4B4D-9C4E-22E7230B62CC}" type="slidenum">
              <a:rPr lang="en-US" smtClean="0"/>
              <a:t>53</a:t>
            </a:fld>
            <a:endParaRPr lang="en-US"/>
          </a:p>
        </p:txBody>
      </p:sp>
    </p:spTree>
    <p:extLst>
      <p:ext uri="{BB962C8B-B14F-4D97-AF65-F5344CB8AC3E}">
        <p14:creationId xmlns:p14="http://schemas.microsoft.com/office/powerpoint/2010/main" val="174094429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45E3A-4415-2E47-3611-28A4BD6BF1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325C3-C99F-7BD1-2C5C-F5C6C3E1D8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A08F1A-C190-9343-6EE1-CB131D2F91C7}"/>
              </a:ext>
            </a:extLst>
          </p:cNvPr>
          <p:cNvSpPr>
            <a:spLocks noGrp="1"/>
          </p:cNvSpPr>
          <p:nvPr>
            <p:ph type="body" idx="1"/>
          </p:nvPr>
        </p:nvSpPr>
        <p:spPr/>
        <p:txBody>
          <a:bodyPr/>
          <a:lstStyle/>
          <a:p>
            <a:r>
              <a:t>Here's A2A in action: a company help desk.</a:t>
            </a:r>
          </a:p>
          <a:p>
            <a:r>
              <a:t>There are three agents. One answers customer questions, one processes refunds, one spots fraud. Different teams built them with different tools, so they couldn't talk. The customer explains the problem to the first agent, then has to explain it all over again when they're passed to the refund agent. Sound familiar? It's every bad call centre experience.</a:t>
            </a:r>
          </a:p>
          <a:p>
            <a:r>
              <a:t>With A2A, each agent publishes an agent card. Think of it as a digital business card: "I'm the refund agent, here's what I can do, and here's how to reach me."</a:t>
            </a:r>
          </a:p>
          <a:p>
            <a:r>
              <a:t>Now the question-answering agent can look up the cards, find the refund agent, and hand over the case, with the full history attached. The customer explains once, and the agents handle the rest behind the scenes.</a:t>
            </a:r>
          </a:p>
        </p:txBody>
      </p:sp>
      <p:sp>
        <p:nvSpPr>
          <p:cNvPr id="4" name="Slide Number Placeholder 3">
            <a:extLst>
              <a:ext uri="{FF2B5EF4-FFF2-40B4-BE49-F238E27FC236}">
                <a16:creationId xmlns:a16="http://schemas.microsoft.com/office/drawing/2014/main" id="{E25870C6-E8DD-6CAF-CADC-050BC61F5E13}"/>
              </a:ext>
            </a:extLst>
          </p:cNvPr>
          <p:cNvSpPr>
            <a:spLocks noGrp="1"/>
          </p:cNvSpPr>
          <p:nvPr>
            <p:ph type="sldNum" sz="quarter" idx="5"/>
          </p:nvPr>
        </p:nvSpPr>
        <p:spPr/>
        <p:txBody>
          <a:bodyPr/>
          <a:lstStyle/>
          <a:p>
            <a:fld id="{0AC900C1-7326-4B4D-9C4E-22E7230B62CC}" type="slidenum">
              <a:rPr lang="en-US" smtClean="0"/>
              <a:t>61</a:t>
            </a:fld>
            <a:endParaRPr lang="en-US"/>
          </a:p>
        </p:txBody>
      </p:sp>
    </p:spTree>
    <p:extLst>
      <p:ext uri="{BB962C8B-B14F-4D97-AF65-F5344CB8AC3E}">
        <p14:creationId xmlns:p14="http://schemas.microsoft.com/office/powerpoint/2010/main" val="388284805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E01CC-F724-7239-BAB4-4A48A8694A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2F364-F629-A889-D904-3B44FFFB74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843395-5DEB-47D8-6A6B-44D1148547CF}"/>
              </a:ext>
            </a:extLst>
          </p:cNvPr>
          <p:cNvSpPr>
            <a:spLocks noGrp="1"/>
          </p:cNvSpPr>
          <p:nvPr>
            <p:ph type="body" idx="1"/>
          </p:nvPr>
        </p:nvSpPr>
        <p:spPr/>
        <p:txBody>
          <a:bodyPr/>
          <a:lstStyle/>
          <a:p>
            <a:r>
              <a:t>Part 1: LangGraph.</a:t>
            </a:r>
          </a:p>
          <a:p>
            <a:r>
              <a:t>If you remember just one sentence from this part, make it this one: LangGraph is a flowchart that AI follows.</a:t>
            </a:r>
          </a:p>
        </p:txBody>
      </p:sp>
      <p:sp>
        <p:nvSpPr>
          <p:cNvPr id="4" name="Slide Number Placeholder 3">
            <a:extLst>
              <a:ext uri="{FF2B5EF4-FFF2-40B4-BE49-F238E27FC236}">
                <a16:creationId xmlns:a16="http://schemas.microsoft.com/office/drawing/2014/main" id="{ECB75C31-6E9F-B3E8-5858-44FE5A98DB23}"/>
              </a:ext>
            </a:extLst>
          </p:cNvPr>
          <p:cNvSpPr>
            <a:spLocks noGrp="1"/>
          </p:cNvSpPr>
          <p:nvPr>
            <p:ph type="sldNum" sz="quarter" idx="5"/>
          </p:nvPr>
        </p:nvSpPr>
        <p:spPr/>
        <p:txBody>
          <a:bodyPr/>
          <a:lstStyle/>
          <a:p>
            <a:fld id="{0AC900C1-7326-4B4D-9C4E-22E7230B62CC}" type="slidenum">
              <a:rPr lang="en-US" smtClean="0"/>
              <a:t>64</a:t>
            </a:fld>
            <a:endParaRPr lang="en-US"/>
          </a:p>
        </p:txBody>
      </p:sp>
    </p:spTree>
    <p:extLst>
      <p:ext uri="{BB962C8B-B14F-4D97-AF65-F5344CB8AC3E}">
        <p14:creationId xmlns:p14="http://schemas.microsoft.com/office/powerpoint/2010/main" val="91787243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B5A25-6200-F5EE-EAD6-C57605D13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92B7C0-59CE-866E-58A9-A82BC931D1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E58A7E-B853-3217-9DEE-4792C26955BF}"/>
              </a:ext>
            </a:extLst>
          </p:cNvPr>
          <p:cNvSpPr>
            <a:spLocks noGrp="1"/>
          </p:cNvSpPr>
          <p:nvPr>
            <p:ph type="body" idx="1"/>
          </p:nvPr>
        </p:nvSpPr>
        <p:spPr/>
        <p:txBody>
          <a:bodyPr/>
          <a:lstStyle/>
          <a:p>
            <a:r>
              <a:t>First, a word you'll hear a lot today: framework. A framework is a ready-made toolkit for builders. Think of a meal kit. You still cook, but the ingredients are measured and the recipe card is in the box, so you don't start from zero.</a:t>
            </a:r>
          </a:p>
          <a:p>
            <a:r>
              <a:t>LangGraph is one such framework, made by the same team that built LangChain, a popular toolkit for AI apps.</a:t>
            </a:r>
          </a:p>
          <a:p>
            <a:r>
              <a:t>What makes LangGraph special is that it lets you draw the work as a flowchart: boxes for steps, arrows for what comes next, and decision points. The AI then follows that flowchart.</a:t>
            </a:r>
          </a:p>
          <a:p>
            <a:r>
              <a:t>Why would you want that? Because in many businesses, you can't let AI "wing it." A bank, an insurer, or a hospital needs the same steps followed every single time, in the right order, with checks along the way.</a:t>
            </a:r>
          </a:p>
          <a:p>
            <a:r>
              <a:t>LangChain says companies such as LinkedIn, Uber, and Klarna have used LangGraph for agents in their products. You'll find it behind chatbots that remember the whole conversation, approval processes, and research assistants that search, then double-check what they found.</a:t>
            </a:r>
          </a:p>
        </p:txBody>
      </p:sp>
      <p:sp>
        <p:nvSpPr>
          <p:cNvPr id="4" name="Slide Number Placeholder 3">
            <a:extLst>
              <a:ext uri="{FF2B5EF4-FFF2-40B4-BE49-F238E27FC236}">
                <a16:creationId xmlns:a16="http://schemas.microsoft.com/office/drawing/2014/main" id="{755B048A-4CBD-4F9D-E450-946E09708B3D}"/>
              </a:ext>
            </a:extLst>
          </p:cNvPr>
          <p:cNvSpPr>
            <a:spLocks noGrp="1"/>
          </p:cNvSpPr>
          <p:nvPr>
            <p:ph type="sldNum" sz="quarter" idx="5"/>
          </p:nvPr>
        </p:nvSpPr>
        <p:spPr/>
        <p:txBody>
          <a:bodyPr/>
          <a:lstStyle/>
          <a:p>
            <a:fld id="{0AC900C1-7326-4B4D-9C4E-22E7230B62CC}" type="slidenum">
              <a:rPr lang="en-US" smtClean="0"/>
              <a:t>65</a:t>
            </a:fld>
            <a:endParaRPr lang="en-US" dirty="0"/>
          </a:p>
        </p:txBody>
      </p:sp>
    </p:spTree>
    <p:extLst>
      <p:ext uri="{BB962C8B-B14F-4D97-AF65-F5344CB8AC3E}">
        <p14:creationId xmlns:p14="http://schemas.microsoft.com/office/powerpoint/2010/main" val="213624520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A0B51-9962-923E-1428-5C99F7602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5DF28-1AD1-36F7-53CA-293C52AEC8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AAE389-8CAA-8DB2-C0F5-20805D5FD79F}"/>
              </a:ext>
            </a:extLst>
          </p:cNvPr>
          <p:cNvSpPr>
            <a:spLocks noGrp="1"/>
          </p:cNvSpPr>
          <p:nvPr>
            <p:ph type="body" idx="1"/>
          </p:nvPr>
        </p:nvSpPr>
        <p:spPr/>
        <p:txBody>
          <a:bodyPr/>
          <a:lstStyle/>
          <a:p>
            <a:r>
              <a:t>Here's your jargon buster. Every technical word from today, in plain language, with an everyday picture. Feel free to take a photo of this slide.</a:t>
            </a:r>
          </a:p>
          <a:p>
            <a:r>
              <a:t>An agent is AI that plans and takes action: a personal assistant, not just an advisor.</a:t>
            </a:r>
          </a:p>
          <a:p>
            <a:r>
              <a:t>A framework is a ready-made toolkit, like a meal kit.</a:t>
            </a:r>
          </a:p>
          <a:p>
            <a:r>
              <a:t>Nodes and edges are the steps and arrows in the flowchart: the stations and the tracks.</a:t>
            </a:r>
          </a:p>
          <a:p>
            <a:r>
              <a:t>State is the shared notes: the case file moving from desk to desk.</a:t>
            </a:r>
          </a:p>
          <a:p>
            <a:r>
              <a:t>A tool is something an agent can use, like web search or a calculator: the worker's equipment.</a:t>
            </a:r>
          </a:p>
          <a:p>
            <a:r>
              <a:t>A guardrail is an automatic check: the quality checker at the gate.</a:t>
            </a:r>
          </a:p>
          <a:p>
            <a:r>
              <a:t>A fallback is Plan B: the backup generator in a power cut.</a:t>
            </a:r>
          </a:p>
          <a:p>
            <a:r>
              <a:t>Human-in-the-loop means a person approves before a risky step.</a:t>
            </a:r>
          </a:p>
          <a:p>
            <a:r>
              <a:t>Latency is waiting time, like a food delivery estimate.</a:t>
            </a:r>
          </a:p>
          <a:p>
            <a:r>
              <a:t>And a protocol, like A2A, is a shared set of rules so agents can talk: a common language at a meeting.</a:t>
            </a:r>
          </a:p>
        </p:txBody>
      </p:sp>
      <p:sp>
        <p:nvSpPr>
          <p:cNvPr id="4" name="Slide Number Placeholder 3">
            <a:extLst>
              <a:ext uri="{FF2B5EF4-FFF2-40B4-BE49-F238E27FC236}">
                <a16:creationId xmlns:a16="http://schemas.microsoft.com/office/drawing/2014/main" id="{917F670D-8A10-0173-0CC7-61D5F4D86893}"/>
              </a:ext>
            </a:extLst>
          </p:cNvPr>
          <p:cNvSpPr>
            <a:spLocks noGrp="1"/>
          </p:cNvSpPr>
          <p:nvPr>
            <p:ph type="sldNum" sz="quarter" idx="5"/>
          </p:nvPr>
        </p:nvSpPr>
        <p:spPr/>
        <p:txBody>
          <a:bodyPr/>
          <a:lstStyle/>
          <a:p>
            <a:fld id="{0AC900C1-7326-4B4D-9C4E-22E7230B62CC}" type="slidenum">
              <a:rPr lang="en-US" smtClean="0"/>
              <a:t>67</a:t>
            </a:fld>
            <a:endParaRPr lang="en-US"/>
          </a:p>
        </p:txBody>
      </p:sp>
    </p:spTree>
    <p:extLst>
      <p:ext uri="{BB962C8B-B14F-4D97-AF65-F5344CB8AC3E}">
        <p14:creationId xmlns:p14="http://schemas.microsoft.com/office/powerpoint/2010/main" val="297837139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A4ABE-A2E5-DE0B-E543-A093EFBDC8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79878-E694-61C6-9EA7-FABD625B77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7D1105-F709-50DA-626B-B640C4B12B95}"/>
              </a:ext>
            </a:extLst>
          </p:cNvPr>
          <p:cNvSpPr>
            <a:spLocks noGrp="1"/>
          </p:cNvSpPr>
          <p:nvPr>
            <p:ph type="body" idx="1"/>
          </p:nvPr>
        </p:nvSpPr>
        <p:spPr/>
        <p:txBody>
          <a:bodyPr/>
          <a:lstStyle/>
          <a:p>
            <a:r>
              <a:t>There are five words you'll hear in the demo. Let's learn them with something every Mumbaikar knows: the local train map.</a:t>
            </a:r>
          </a:p>
          <a:p>
            <a:r>
              <a:t>Nodes are the steps. On a train map, these are the stations: Dadar, Bandra, Andheri. In LangGraph, a node is one piece of work, like "read the customer's question" or "search the web."</a:t>
            </a:r>
          </a:p>
          <a:p>
            <a:r>
              <a:t>Edges are the arrows between steps, the tracks connecting the stations.</a:t>
            </a:r>
          </a:p>
          <a:p>
            <a:r>
              <a:t>State is the shared notes that travel along. Think of it as your bag. Whatever you pick up at one station, you carry to the next. In LangGraph, every step can read the notes and add to them.</a:t>
            </a:r>
          </a:p>
          <a:p>
            <a:r>
              <a:t>Guards are if/then checks at a junction. If it's a fast train, skip the small stations. If it's a slow train, stop everywhere. In LangGraph: if the answer is complete, finish; if not, go and search again.</a:t>
            </a:r>
          </a:p>
          <a:p>
            <a:r>
              <a:t>Cycles mean the route can loop back. If a step fails or something is missing, the flowchart can send the work back to an earlier station and try again.</a:t>
            </a:r>
          </a:p>
          <a:p>
            <a:r>
              <a:t>That's it. Nodes, edges, state, guards, cycles. Steps, arrows, notes, checks, and loops.</a:t>
            </a:r>
          </a:p>
        </p:txBody>
      </p:sp>
      <p:sp>
        <p:nvSpPr>
          <p:cNvPr id="4" name="Slide Number Placeholder 3">
            <a:extLst>
              <a:ext uri="{FF2B5EF4-FFF2-40B4-BE49-F238E27FC236}">
                <a16:creationId xmlns:a16="http://schemas.microsoft.com/office/drawing/2014/main" id="{CCACB6DD-ED26-D700-D05C-F7892B4DDBB4}"/>
              </a:ext>
            </a:extLst>
          </p:cNvPr>
          <p:cNvSpPr>
            <a:spLocks noGrp="1"/>
          </p:cNvSpPr>
          <p:nvPr>
            <p:ph type="sldNum" sz="quarter" idx="5"/>
          </p:nvPr>
        </p:nvSpPr>
        <p:spPr/>
        <p:txBody>
          <a:bodyPr/>
          <a:lstStyle/>
          <a:p>
            <a:fld id="{0AC900C1-7326-4B4D-9C4E-22E7230B62CC}" type="slidenum">
              <a:rPr lang="en-US" smtClean="0"/>
              <a:t>69</a:t>
            </a:fld>
            <a:endParaRPr lang="en-US" dirty="0"/>
          </a:p>
        </p:txBody>
      </p:sp>
    </p:spTree>
    <p:extLst>
      <p:ext uri="{BB962C8B-B14F-4D97-AF65-F5344CB8AC3E}">
        <p14:creationId xmlns:p14="http://schemas.microsoft.com/office/powerpoint/2010/main" val="348787388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86C4D-9F67-7DC2-D139-EA17A53AB5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BEEFEE-38F1-67C1-C516-8F22E10415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4EEBC2-3E6C-9EBA-C7F3-FEB78C7A4657}"/>
              </a:ext>
            </a:extLst>
          </p:cNvPr>
          <p:cNvSpPr>
            <a:spLocks noGrp="1"/>
          </p:cNvSpPr>
          <p:nvPr>
            <p:ph type="body" idx="1"/>
          </p:nvPr>
        </p:nvSpPr>
        <p:spPr/>
        <p:txBody>
          <a:bodyPr/>
          <a:lstStyle/>
          <a:p>
            <a:r>
              <a:t>Let's see those words in one example: an electricity bill helper.</a:t>
            </a:r>
          </a:p>
          <a:p>
            <a:r>
              <a:t>A customer asks a question. Say, "Why is my bill so high this month?" That question goes into the shared notes, the state.</a:t>
            </a:r>
          </a:p>
          <a:p>
            <a:r>
              <a:t>The first node is the agent. It talks to the customer and finds out their monthly usage.</a:t>
            </a:r>
          </a:p>
          <a:p>
            <a:r>
              <a:t>Then we reach an edge, the "where to go" decision. Does the agent have everything it needs to answer? If yes, go to the END. If it needs a calculation, go to the tool node.</a:t>
            </a:r>
          </a:p>
          <a:p>
            <a:r>
              <a:t>The tool node is a small calculator program that estimates the energy cost. Its result is written into the notes, and the flow loops back to the agent, which can now give a proper answer.</a:t>
            </a:r>
          </a:p>
          <a:p>
            <a:r>
              <a:t>Notice the loop at the bottom. That's a cycle. The agent can go to the tool as many times as it needs, then finish.</a:t>
            </a:r>
          </a:p>
          <a:p>
            <a:r>
              <a:t>This exact loop, think, use a tool, think again, answer, is what you'll see in Demo 1.</a:t>
            </a:r>
          </a:p>
        </p:txBody>
      </p:sp>
      <p:sp>
        <p:nvSpPr>
          <p:cNvPr id="4" name="Slide Number Placeholder 3">
            <a:extLst>
              <a:ext uri="{FF2B5EF4-FFF2-40B4-BE49-F238E27FC236}">
                <a16:creationId xmlns:a16="http://schemas.microsoft.com/office/drawing/2014/main" id="{04133736-18BA-87A1-C6E7-8093AE121A34}"/>
              </a:ext>
            </a:extLst>
          </p:cNvPr>
          <p:cNvSpPr>
            <a:spLocks noGrp="1"/>
          </p:cNvSpPr>
          <p:nvPr>
            <p:ph type="sldNum" sz="quarter" idx="5"/>
          </p:nvPr>
        </p:nvSpPr>
        <p:spPr/>
        <p:txBody>
          <a:bodyPr/>
          <a:lstStyle/>
          <a:p>
            <a:fld id="{0AC900C1-7326-4B4D-9C4E-22E7230B62CC}" type="slidenum">
              <a:rPr lang="en-US" smtClean="0"/>
              <a:t>70</a:t>
            </a:fld>
            <a:endParaRPr lang="en-US"/>
          </a:p>
        </p:txBody>
      </p:sp>
    </p:spTree>
    <p:extLst>
      <p:ext uri="{BB962C8B-B14F-4D97-AF65-F5344CB8AC3E}">
        <p14:creationId xmlns:p14="http://schemas.microsoft.com/office/powerpoint/2010/main" val="229356712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9BEAA-4D8F-DE85-A82B-D0F848DF9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45BD45-7763-623C-8783-790CE1B519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54E7-6B69-C8D8-233D-B549EE28F222}"/>
              </a:ext>
            </a:extLst>
          </p:cNvPr>
          <p:cNvSpPr>
            <a:spLocks noGrp="1"/>
          </p:cNvSpPr>
          <p:nvPr>
            <p:ph type="body" idx="1"/>
          </p:nvPr>
        </p:nvSpPr>
        <p:spPr/>
        <p:txBody>
          <a:bodyPr/>
          <a:lstStyle/>
          <a:p>
            <a:r>
              <a:t>Because LangGraph carries those shared notes through the whole flowchart, it gets three superpowers.</a:t>
            </a:r>
          </a:p>
          <a:p>
            <a:r>
              <a:t>One: it remembers everything. Every step can see what the earlier steps found, like a case file passed from desk to desk in an office. The fifth desk doesn't ask for your Aadhaar again, because it's already in the file.</a:t>
            </a:r>
          </a:p>
          <a:p>
            <a:r>
              <a:t>Two: pause and resume. The work can stop and pick up later without losing anything, just like a saved game. If you stop a game on level seven, you don't want to start again from level one tomorrow.</a:t>
            </a:r>
          </a:p>
          <a:p>
            <a:r>
              <a:t>Three, and this is the one businesses love: human-in-the-loop. That means a person approves before a risky step. The AI prepares a 2 lakh rupee refund, then stops and waits for a manager to click "approve." Only then does it continue.</a:t>
            </a:r>
          </a:p>
          <a:p>
            <a:r>
              <a:t>This is why LangGraph is popular for serious processes. You get AI speed, but a human still holds the pen on the big decisions.</a:t>
            </a:r>
          </a:p>
        </p:txBody>
      </p:sp>
      <p:sp>
        <p:nvSpPr>
          <p:cNvPr id="4" name="Slide Number Placeholder 3">
            <a:extLst>
              <a:ext uri="{FF2B5EF4-FFF2-40B4-BE49-F238E27FC236}">
                <a16:creationId xmlns:a16="http://schemas.microsoft.com/office/drawing/2014/main" id="{9EA1A1B6-A25C-D42C-0090-52124D7FF166}"/>
              </a:ext>
            </a:extLst>
          </p:cNvPr>
          <p:cNvSpPr>
            <a:spLocks noGrp="1"/>
          </p:cNvSpPr>
          <p:nvPr>
            <p:ph type="sldNum" sz="quarter" idx="5"/>
          </p:nvPr>
        </p:nvSpPr>
        <p:spPr/>
        <p:txBody>
          <a:bodyPr/>
          <a:lstStyle/>
          <a:p>
            <a:fld id="{0AC900C1-7326-4B4D-9C4E-22E7230B62CC}" type="slidenum">
              <a:rPr lang="en-US" smtClean="0"/>
              <a:t>71</a:t>
            </a:fld>
            <a:endParaRPr lang="en-US" dirty="0"/>
          </a:p>
        </p:txBody>
      </p:sp>
    </p:spTree>
    <p:extLst>
      <p:ext uri="{BB962C8B-B14F-4D97-AF65-F5344CB8AC3E}">
        <p14:creationId xmlns:p14="http://schemas.microsoft.com/office/powerpoint/2010/main" val="194549143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41D15-6C7D-B343-F9BC-89BB82F6F7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FEA50-4DB0-FECC-3D7F-152AEECEDD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84C3C2-13C3-9CEA-1F73-E16E90EAC0EB}"/>
              </a:ext>
            </a:extLst>
          </p:cNvPr>
          <p:cNvSpPr>
            <a:spLocks noGrp="1"/>
          </p:cNvSpPr>
          <p:nvPr>
            <p:ph type="body" idx="1"/>
          </p:nvPr>
        </p:nvSpPr>
        <p:spPr/>
        <p:txBody>
          <a:bodyPr/>
          <a:lstStyle/>
          <a:p>
            <a:r>
              <a:t>Here's a real-world kind of example: insurance claims.</a:t>
            </a:r>
          </a:p>
          <a:p>
            <a:r>
              <a:t>Picture the old way. A customer's car is damaged. The claim goes to customer service, who email the document team, who email fraud checks, who email the assessor, who email legal. Every handover is an email. Things get lost. And when the customer calls asking "What's the status?", nobody actually knows.</a:t>
            </a:r>
          </a:p>
          <a:p>
            <a:r>
              <a:t>With LangGraph, each team becomes an AI agent. An intake agent collects the details. A verification agent checks the documents. A fraud agent looks for suspicious patterns. An assessment agent estimates the payout. And a manager agent watches the whole flow.</a:t>
            </a:r>
          </a:p>
          <a:p>
            <a:r>
              <a:t>The important part is the route. LangGraph draws the exact path every claim must follow. And if a document is missing, the flowchart loops back and asks the customer for it, instead of the claim silently getting stuck.</a:t>
            </a:r>
          </a:p>
          <a:p>
            <a:r>
              <a:t>And because the state is always saved, you can see exactly where every claim is, at any moment. That alone saves a lot of phone calls.</a:t>
            </a:r>
          </a:p>
        </p:txBody>
      </p:sp>
      <p:sp>
        <p:nvSpPr>
          <p:cNvPr id="4" name="Slide Number Placeholder 3">
            <a:extLst>
              <a:ext uri="{FF2B5EF4-FFF2-40B4-BE49-F238E27FC236}">
                <a16:creationId xmlns:a16="http://schemas.microsoft.com/office/drawing/2014/main" id="{E20A05F1-87B9-99D4-F355-ADEA56A8B371}"/>
              </a:ext>
            </a:extLst>
          </p:cNvPr>
          <p:cNvSpPr>
            <a:spLocks noGrp="1"/>
          </p:cNvSpPr>
          <p:nvPr>
            <p:ph type="sldNum" sz="quarter" idx="5"/>
          </p:nvPr>
        </p:nvSpPr>
        <p:spPr/>
        <p:txBody>
          <a:bodyPr/>
          <a:lstStyle/>
          <a:p>
            <a:fld id="{0AC900C1-7326-4B4D-9C4E-22E7230B62CC}" type="slidenum">
              <a:rPr lang="en-US" smtClean="0"/>
              <a:t>76</a:t>
            </a:fld>
            <a:endParaRPr lang="en-US" dirty="0"/>
          </a:p>
        </p:txBody>
      </p:sp>
    </p:spTree>
    <p:extLst>
      <p:ext uri="{BB962C8B-B14F-4D97-AF65-F5344CB8AC3E}">
        <p14:creationId xmlns:p14="http://schemas.microsoft.com/office/powerpoint/2010/main" val="188856023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0D4E1-9972-43A3-8115-6D4949DFF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EC47F5-1D95-7358-E0A6-86470AEAC9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BA227B-F058-6846-A417-C49E86F1D77B}"/>
              </a:ext>
            </a:extLst>
          </p:cNvPr>
          <p:cNvSpPr>
            <a:spLocks noGrp="1"/>
          </p:cNvSpPr>
          <p:nvPr>
            <p:ph type="body" idx="1"/>
          </p:nvPr>
        </p:nvSpPr>
        <p:spPr/>
        <p:txBody>
          <a:bodyPr/>
          <a:lstStyle/>
          <a:p>
            <a:r>
              <a:t>Time for Demo 1. Let me set the scene.</a:t>
            </a:r>
          </a:p>
          <a:p>
            <a:r>
              <a:t>A product lead at a fintech company wants to keep up with new ways to fight UPI fraud. New scams appear every week, and reading the news daily takes hours. So we'll build an agent that does the reading for her.</a:t>
            </a:r>
          </a:p>
          <a:p>
            <a:r>
              <a:t>The agent has one tool: Tavily, a search engine made for AI. Google gives you a page of links meant for humans. Tavily gives back clean text that an AI can read.</a:t>
            </a:r>
          </a:p>
          <a:p>
            <a:r>
              <a:t>(Run the demo from the demo document.)</a:t>
            </a:r>
          </a:p>
          <a:p>
            <a:r>
              <a:t>While it runs, watch for three things.</a:t>
            </a:r>
          </a:p>
          <a:p>
            <a:r>
              <a:t>First, the agent decides by itself that it needs to search. We never told it "search now." That's the think step.</a:t>
            </a:r>
          </a:p>
          <a:p>
            <a:r>
              <a:t>Second, look at the messages: you'll see the tool being called, and the results coming back. That's the act step, the arrow going to the tool node and back.</a:t>
            </a:r>
          </a:p>
          <a:p>
            <a:r>
              <a:t>Third, the final answer is built from what it found, not from memory. That's the same loop we saw on the electricity bill slide.</a:t>
            </a:r>
          </a:p>
          <a:p>
            <a:r>
              <a:t>(Ask the room:) What would you add to this flowchart before sending the summary to your boss? Usually someone says "a human check." That's human-in-the-loop, exactly what LangGraph is built for.</a:t>
            </a:r>
          </a:p>
          <a:p>
            <a:r>
              <a:t>Backup plan: if the search key fails or the internet is slow, show the saved output in the demo document and walk through the same three points.</a:t>
            </a:r>
          </a:p>
        </p:txBody>
      </p:sp>
      <p:sp>
        <p:nvSpPr>
          <p:cNvPr id="4" name="Slide Number Placeholder 3">
            <a:extLst>
              <a:ext uri="{FF2B5EF4-FFF2-40B4-BE49-F238E27FC236}">
                <a16:creationId xmlns:a16="http://schemas.microsoft.com/office/drawing/2014/main" id="{A1C4401E-BBDD-1CB0-B4A2-5547EB548944}"/>
              </a:ext>
            </a:extLst>
          </p:cNvPr>
          <p:cNvSpPr>
            <a:spLocks noGrp="1"/>
          </p:cNvSpPr>
          <p:nvPr>
            <p:ph type="sldNum" sz="quarter" idx="5"/>
          </p:nvPr>
        </p:nvSpPr>
        <p:spPr/>
        <p:txBody>
          <a:bodyPr/>
          <a:lstStyle/>
          <a:p>
            <a:fld id="{0AC900C1-7326-4B4D-9C4E-22E7230B62CC}" type="slidenum">
              <a:rPr lang="en-US" smtClean="0"/>
              <a:t>78</a:t>
            </a:fld>
            <a:endParaRPr lang="en-US"/>
          </a:p>
        </p:txBody>
      </p:sp>
    </p:spTree>
    <p:extLst>
      <p:ext uri="{BB962C8B-B14F-4D97-AF65-F5344CB8AC3E}">
        <p14:creationId xmlns:p14="http://schemas.microsoft.com/office/powerpoint/2010/main" val="327040153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it's your turn.</a:t>
            </a:r>
          </a:p>
          <a:p>
            <a:r>
              <a:t>In this guided practice, you'll connect agents built with different tools, LangChain, CrewAI, and OpenAI, into one workflow, using LangGraph as the flowchart and A2A as the common language.</a:t>
            </a:r>
          </a:p>
          <a:p>
            <a:r>
              <a:t>Here's the flow. You type a question. One agent works out what you actually need. Another searches the web. And a final agent writes the answer.</a:t>
            </a:r>
          </a:p>
          <a:p>
            <a:r>
              <a:t>As you go, keep an eye on three things: which agent is working at each step, what's being written into the shared notes, and where the work is handed from one agent to the next.</a:t>
            </a:r>
          </a:p>
          <a:p>
            <a:r>
              <a:t>Try changing the question and watch whether the route changes. That's the flowchart making decisions.</a:t>
            </a:r>
          </a:p>
          <a:p>
            <a:r>
              <a:t>Work in pairs if you like. I'll walk around, and there are no silly questions here. If something breaks, that's a great chance to talk about fallbacks.</a:t>
            </a:r>
          </a:p>
          <a:p>
            <a:r>
              <a:t>(Allow about 30 minutes. Refer to the guided practice document for the steps.)</a:t>
            </a:r>
          </a:p>
        </p:txBody>
      </p:sp>
      <p:sp>
        <p:nvSpPr>
          <p:cNvPr id="4" name="Slide Number Placeholder 3"/>
          <p:cNvSpPr>
            <a:spLocks noGrp="1"/>
          </p:cNvSpPr>
          <p:nvPr>
            <p:ph type="sldNum" sz="quarter" idx="5"/>
          </p:nvPr>
        </p:nvSpPr>
        <p:spPr/>
        <p:txBody>
          <a:bodyPr/>
          <a:lstStyle/>
          <a:p>
            <a:fld id="{0AC900C1-7326-4B4D-9C4E-22E7230B62CC}" type="slidenum">
              <a:rPr lang="en-US" smtClean="0"/>
              <a:t>79</a:t>
            </a:fld>
            <a:endParaRPr lang="en-US"/>
          </a:p>
        </p:txBody>
      </p:sp>
    </p:spTree>
    <p:extLst>
      <p:ext uri="{BB962C8B-B14F-4D97-AF65-F5344CB8AC3E}">
        <p14:creationId xmlns:p14="http://schemas.microsoft.com/office/powerpoint/2010/main" val="330535899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wrap up with five takeaways.</a:t>
            </a:r>
          </a:p>
          <a:p>
            <a:r>
              <a:t>One: LangGraph is a flowchart for AI. Steps, arrows, shared notes, and a human can sign off before risky steps.</a:t>
            </a:r>
          </a:p>
          <a:p>
            <a:r>
              <a:t>Two: CrewAI is a team of AI workers, each with a role, a goal, tools, and memory.</a:t>
            </a:r>
          </a:p>
          <a:p>
            <a:r>
              <a:t>Three: agents share work one by one, all at once, under a boss, or by adapting on the go. Just like the dabbawalas.</a:t>
            </a:r>
          </a:p>
          <a:p>
            <a:r>
              <a:t>Four: good systems plan for failure. Guardrails check the work, and fallbacks keep it moving. Remember the Air Canada chatbot.</a:t>
            </a:r>
          </a:p>
          <a:p>
            <a:r>
              <a:t>Five: A2A gives agents from different tools a common language, the way UPI connects every payment app.</a:t>
            </a:r>
          </a:p>
          <a:p>
            <a:r>
              <a:t>Now go back to the wedding question from the start. You now have the words to design that AI team: the roles, the order, the checks, and the backup plans.</a:t>
            </a:r>
          </a:p>
        </p:txBody>
      </p:sp>
      <p:sp>
        <p:nvSpPr>
          <p:cNvPr id="4" name="Slide Number Placeholder 3"/>
          <p:cNvSpPr>
            <a:spLocks noGrp="1"/>
          </p:cNvSpPr>
          <p:nvPr>
            <p:ph type="sldNum" sz="quarter" idx="5"/>
          </p:nvPr>
        </p:nvSpPr>
        <p:spPr/>
        <p:txBody>
          <a:bodyPr/>
          <a:lstStyle/>
          <a:p>
            <a:fld id="{0AC900C1-7326-4B4D-9C4E-22E7230B62CC}" type="slidenum">
              <a:rPr lang="en-US" smtClean="0"/>
              <a:t>80</a:t>
            </a:fld>
            <a:endParaRPr lang="en-US"/>
          </a:p>
        </p:txBody>
      </p:sp>
    </p:spTree>
    <p:extLst>
      <p:ext uri="{BB962C8B-B14F-4D97-AF65-F5344CB8AC3E}">
        <p14:creationId xmlns:p14="http://schemas.microsoft.com/office/powerpoint/2010/main" val="91167528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That brings us to the end of today's session. Thank you for your energy and your questions.</a:t>
            </a:r>
          </a:p>
          <a:p>
            <a:r>
              <a:t>What questions do you have? Nothing is too basic. If one person is wondering about something, at least three others are too.</a:t>
            </a:r>
          </a:p>
          <a:p>
            <a:r>
              <a:t>(If the room is quiet, ask:) If you could build one AI crew for your own work tomorrow, what would its first two roles be?</a:t>
            </a:r>
          </a:p>
        </p:txBody>
      </p:sp>
      <p:sp>
        <p:nvSpPr>
          <p:cNvPr id="4" name="Slide Number Placeholder 3"/>
          <p:cNvSpPr>
            <a:spLocks noGrp="1"/>
          </p:cNvSpPr>
          <p:nvPr>
            <p:ph type="sldNum" sz="quarter" idx="5"/>
          </p:nvPr>
        </p:nvSpPr>
        <p:spPr/>
        <p:txBody>
          <a:bodyPr/>
          <a:lstStyle/>
          <a:p>
            <a:fld id="{0AC900C1-7326-4B4D-9C4E-22E7230B62CC}" type="slidenum">
              <a:rPr lang="en-US" smtClean="0"/>
              <a:t>81</a:t>
            </a:fld>
            <a:endParaRPr lang="en-US"/>
          </a:p>
        </p:txBody>
      </p:sp>
    </p:spTree>
    <p:extLst>
      <p:ext uri="{BB962C8B-B14F-4D97-AF65-F5344CB8AC3E}">
        <p14:creationId xmlns:p14="http://schemas.microsoft.com/office/powerpoint/2010/main" val="340820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5.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1.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image" Target="../media/image5.png"/><Relationship Id="rId4" Type="http://schemas.openxmlformats.org/officeDocument/2006/relationships/image" Target="../media/image13.pn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image" Target="../media/image5.png"/><Relationship Id="rId4"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image" Target="../media/image17.png"/><Relationship Id="rId4" Type="http://schemas.openxmlformats.org/officeDocument/2006/relationships/image" Target="../media/image18.pn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image" Target="../media/image23.pn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image" Target="../media/image28.png"/><Relationship Id="rId4" Type="http://schemas.openxmlformats.org/officeDocument/2006/relationships/image" Target="../media/image29.pn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image" Target="../media/image30.pn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image" Target="../media/image12.png"/><Relationship Id="rId4" Type="http://schemas.openxmlformats.org/officeDocument/2006/relationships/image" Target="../media/image31.png"/><Relationship Id="rId5" Type="http://schemas.openxmlformats.org/officeDocument/2006/relationships/image" Target="../media/image3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urse_Name">
    <p:spTree>
      <p:nvGrpSpPr>
        <p:cNvPr id="1" name=""/>
        <p:cNvGrpSpPr/>
        <p:nvPr/>
      </p:nvGrpSpPr>
      <p:grpSpPr>
        <a:xfrm>
          <a:off x="0" y="0"/>
          <a:ext cx="0" cy="0"/>
          <a:chOff x="0" y="0"/>
          <a:chExt cx="0" cy="0"/>
        </a:xfrm>
      </p:grpSpPr>
      <p:pic>
        <p:nvPicPr>
          <p:cNvPr id="3" name="Picture 2" descr="A person standing next to a computer&#10;&#10;Description automatically generated">
            <a:extLst>
              <a:ext uri="{FF2B5EF4-FFF2-40B4-BE49-F238E27FC236}">
                <a16:creationId xmlns:a16="http://schemas.microsoft.com/office/drawing/2014/main" id="{D7E5C575-8255-8250-7D4D-2BD5FDAA98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12" name="Google Shape;24;p23">
            <a:extLst>
              <a:ext uri="{FF2B5EF4-FFF2-40B4-BE49-F238E27FC236}">
                <a16:creationId xmlns:a16="http://schemas.microsoft.com/office/drawing/2014/main" id="{83442771-4945-4956-FDAB-A1D7685C7D38}"/>
              </a:ext>
            </a:extLst>
          </p:cNvPr>
          <p:cNvSpPr txBox="1">
            <a:spLocks noGrp="1"/>
          </p:cNvSpPr>
          <p:nvPr>
            <p:ph type="body" idx="10" hasCustomPrompt="1"/>
          </p:nvPr>
        </p:nvSpPr>
        <p:spPr>
          <a:xfrm>
            <a:off x="653386" y="4114800"/>
            <a:ext cx="7835706" cy="914400"/>
          </a:xfrm>
          <a:prstGeom prst="rect">
            <a:avLst/>
          </a:prstGeom>
          <a:noFill/>
          <a:ln>
            <a:noFill/>
          </a:ln>
        </p:spPr>
        <p:txBody>
          <a:bodyPr spcFirstLastPara="1" wrap="square" lIns="91425" tIns="91425" rIns="91425" bIns="91425" anchor="ctr" anchorCtr="0">
            <a:noAutofit/>
          </a:bodyPr>
          <a:lstStyle>
            <a:lvl1pPr marL="0" lvl="0" indent="0" algn="ctr">
              <a:lnSpc>
                <a:spcPct val="114000"/>
              </a:lnSpc>
              <a:spcBef>
                <a:spcPts val="0"/>
              </a:spcBef>
              <a:spcAft>
                <a:spcPts val="0"/>
              </a:spcAft>
              <a:buSzPts val="28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r>
              <a:t>Course Name</a:t>
            </a:r>
          </a:p>
        </p:txBody>
      </p:sp>
    </p:spTree>
    <p:custDataLst>
      <p:tags r:id="rId1"/>
    </p:custDataLst>
    <p:extLst>
      <p:ext uri="{BB962C8B-B14F-4D97-AF65-F5344CB8AC3E}">
        <p14:creationId xmlns:p14="http://schemas.microsoft.com/office/powerpoint/2010/main" val="3949274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sson_Name">
    <p:spTree>
      <p:nvGrpSpPr>
        <p:cNvPr id="1" name=""/>
        <p:cNvGrpSpPr/>
        <p:nvPr/>
      </p:nvGrpSpPr>
      <p:grpSpPr>
        <a:xfrm>
          <a:off x="0" y="0"/>
          <a:ext cx="0" cy="0"/>
          <a:chOff x="0" y="0"/>
          <a:chExt cx="0" cy="0"/>
        </a:xfrm>
      </p:grpSpPr>
      <p:pic>
        <p:nvPicPr>
          <p:cNvPr id="2" name="Google Shape;21;p23">
            <a:extLst>
              <a:ext uri="{FF2B5EF4-FFF2-40B4-BE49-F238E27FC236}">
                <a16:creationId xmlns:a16="http://schemas.microsoft.com/office/drawing/2014/main" id="{F0C3DD24-4BC2-52A0-4733-E71BD0E36ED7}"/>
              </a:ext>
            </a:extLst>
          </p:cNvPr>
          <p:cNvPicPr preferRelativeResize="0"/>
          <p:nvPr userDrawn="1"/>
        </p:nvPicPr>
        <p:blipFill>
          <a:blip r:embed="rId3"/>
          <a:srcRect/>
          <a:stretch/>
        </p:blipFill>
        <p:spPr>
          <a:xfrm>
            <a:off x="0" y="0"/>
            <a:ext cx="16255999" cy="9143999"/>
          </a:xfrm>
          <a:prstGeom prst="rect">
            <a:avLst/>
          </a:prstGeom>
          <a:noFill/>
          <a:ln>
            <a:noFill/>
          </a:ln>
        </p:spPr>
      </p:pic>
      <p:sp>
        <p:nvSpPr>
          <p:cNvPr id="3" name="Google Shape;24;p23">
            <a:extLst>
              <a:ext uri="{FF2B5EF4-FFF2-40B4-BE49-F238E27FC236}">
                <a16:creationId xmlns:a16="http://schemas.microsoft.com/office/drawing/2014/main" id="{B22D34B1-A181-CDD4-8C04-C20266B37371}"/>
              </a:ext>
            </a:extLst>
          </p:cNvPr>
          <p:cNvSpPr txBox="1">
            <a:spLocks noGrp="1"/>
          </p:cNvSpPr>
          <p:nvPr>
            <p:ph type="body" idx="10" hasCustomPrompt="1"/>
          </p:nvPr>
        </p:nvSpPr>
        <p:spPr>
          <a:xfrm>
            <a:off x="653386" y="4114800"/>
            <a:ext cx="7835706" cy="914400"/>
          </a:xfrm>
          <a:prstGeom prst="rect">
            <a:avLst/>
          </a:prstGeom>
          <a:noFill/>
          <a:ln>
            <a:noFill/>
          </a:ln>
        </p:spPr>
        <p:txBody>
          <a:bodyPr spcFirstLastPara="1" wrap="square" lIns="91425" tIns="91425" rIns="91425" bIns="91425" anchor="ctr" anchorCtr="0">
            <a:noAutofit/>
          </a:bodyPr>
          <a:lstStyle>
            <a:lvl1pPr marL="0" lvl="0" indent="0" algn="ctr">
              <a:lnSpc>
                <a:spcPct val="114000"/>
              </a:lnSpc>
              <a:spcBef>
                <a:spcPts val="0"/>
              </a:spcBef>
              <a:spcAft>
                <a:spcPts val="0"/>
              </a:spcAft>
              <a:buSzPts val="28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r>
              <a:t>Lesson Name</a:t>
            </a:r>
          </a:p>
        </p:txBody>
      </p:sp>
    </p:spTree>
    <p:custDataLst>
      <p:tags r:id="rId1"/>
    </p:custDataLst>
    <p:extLst>
      <p:ext uri="{BB962C8B-B14F-4D97-AF65-F5344CB8AC3E}">
        <p14:creationId xmlns:p14="http://schemas.microsoft.com/office/powerpoint/2010/main" val="751311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ick Recap">
    <p:spTree>
      <p:nvGrpSpPr>
        <p:cNvPr id="1" name=""/>
        <p:cNvGrpSpPr/>
        <p:nvPr/>
      </p:nvGrpSpPr>
      <p:grpSpPr>
        <a:xfrm>
          <a:off x="0" y="0"/>
          <a:ext cx="0" cy="0"/>
          <a:chOff x="0" y="0"/>
          <a:chExt cx="0" cy="0"/>
        </a:xfrm>
      </p:grpSpPr>
      <p:pic>
        <p:nvPicPr>
          <p:cNvPr id="3" name="Google Shape;16;p22">
            <a:extLst>
              <a:ext uri="{FF2B5EF4-FFF2-40B4-BE49-F238E27FC236}">
                <a16:creationId xmlns:a16="http://schemas.microsoft.com/office/drawing/2014/main" id="{A13D4623-D89F-4047-43D9-51F3BB34C521}"/>
              </a:ext>
            </a:extLst>
          </p:cNvPr>
          <p:cNvPicPr preferRelativeResize="0"/>
          <p:nvPr userDrawn="1"/>
        </p:nvPicPr>
        <p:blipFill rotWithShape="1">
          <a:blip r:embed="rId3">
            <a:alphaModFix/>
          </a:blip>
          <a:srcRect/>
          <a:stretch/>
        </p:blipFill>
        <p:spPr>
          <a:xfrm>
            <a:off x="2494" y="7257"/>
            <a:ext cx="16255999" cy="9143999"/>
          </a:xfrm>
          <a:prstGeom prst="rect">
            <a:avLst/>
          </a:prstGeom>
          <a:noFill/>
          <a:ln>
            <a:noFill/>
          </a:ln>
        </p:spPr>
      </p:pic>
      <p:sp>
        <p:nvSpPr>
          <p:cNvPr id="4" name="Google Shape;60;p31">
            <a:extLst>
              <a:ext uri="{FF2B5EF4-FFF2-40B4-BE49-F238E27FC236}">
                <a16:creationId xmlns:a16="http://schemas.microsoft.com/office/drawing/2014/main" id="{60F842D8-A76A-CE2B-FE6B-CF37261F01B7}"/>
              </a:ext>
            </a:extLst>
          </p:cNvPr>
          <p:cNvSpPr>
            <a:spLocks/>
          </p:cNvSpPr>
          <p:nvPr userDrawn="1"/>
        </p:nvSpPr>
        <p:spPr>
          <a:xfrm>
            <a:off x="5497162" y="280670"/>
            <a:ext cx="5261676" cy="523180"/>
          </a:xfrm>
          <a:prstGeom prst="rect">
            <a:avLst/>
          </a:prstGeom>
          <a:noFill/>
          <a:ln>
            <a:noFill/>
          </a:ln>
        </p:spPr>
        <p:txBody>
          <a:bodyPr spcFirstLastPara="1" wrap="square" lIns="91425" tIns="45700" rIns="91425" bIns="45700" anchor="t" anchorCtr="0">
            <a:spAutoFit/>
          </a:bodyPr>
          <a:lstStyle/>
          <a:p>
            <a:pPr algn="ctr"/>
            <a:r>
              <a:rPr lang="en-US" sz="2800" b="1">
                <a:solidFill>
                  <a:schemeClr val="tx1">
                    <a:lumMod val="75000"/>
                    <a:lumOff val="25000"/>
                  </a:schemeClr>
                </a:solidFill>
                <a:latin typeface="Open Sans"/>
                <a:ea typeface="Open Sans"/>
                <a:cs typeface="Open Sans"/>
                <a:sym typeface="Open Sans"/>
              </a:rPr>
              <a:t>Quick Recap</a:t>
            </a:r>
            <a:endParaRPr lang="en-US" sz="2800" b="1">
              <a:solidFill>
                <a:schemeClr val="tx1">
                  <a:lumMod val="75000"/>
                  <a:lumOff val="25000"/>
                </a:schemeClr>
              </a:solidFill>
            </a:endParaRPr>
          </a:p>
        </p:txBody>
      </p:sp>
      <p:pic>
        <p:nvPicPr>
          <p:cNvPr id="5" name="Picture 4" descr="A group of people standing around a white board&#10;&#10;Description automatically generated">
            <a:extLst>
              <a:ext uri="{FF2B5EF4-FFF2-40B4-BE49-F238E27FC236}">
                <a16:creationId xmlns:a16="http://schemas.microsoft.com/office/drawing/2014/main" id="{99475B7D-6E06-E369-311F-04A8979608B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42573" y="2734648"/>
            <a:ext cx="6294922" cy="3674704"/>
          </a:xfrm>
          <a:prstGeom prst="rect">
            <a:avLst/>
          </a:prstGeom>
        </p:spPr>
      </p:pic>
      <p:sp>
        <p:nvSpPr>
          <p:cNvPr id="6" name="Brandline">
            <a:extLst>
              <a:ext uri="{FF2B5EF4-FFF2-40B4-BE49-F238E27FC236}">
                <a16:creationId xmlns:a16="http://schemas.microsoft.com/office/drawing/2014/main" id="{8F6C8963-70B7-F2F9-D3D0-3596C65EAE94}"/>
              </a:ext>
            </a:extLst>
          </p:cNvPr>
          <p:cNvSpPr/>
          <p:nvPr userDrawn="1"/>
        </p:nvSpPr>
        <p:spPr>
          <a:xfrm>
            <a:off x="6769100" y="816324"/>
            <a:ext cx="2732564"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24;p23">
            <a:extLst>
              <a:ext uri="{FF2B5EF4-FFF2-40B4-BE49-F238E27FC236}">
                <a16:creationId xmlns:a16="http://schemas.microsoft.com/office/drawing/2014/main" id="{1DACC322-50B7-3379-96DF-E37BB83F840D}"/>
              </a:ext>
            </a:extLst>
          </p:cNvPr>
          <p:cNvSpPr txBox="1">
            <a:spLocks noGrp="1"/>
          </p:cNvSpPr>
          <p:nvPr>
            <p:ph type="body" idx="10" hasCustomPrompt="1"/>
          </p:nvPr>
        </p:nvSpPr>
        <p:spPr>
          <a:xfrm>
            <a:off x="8128000" y="4242208"/>
            <a:ext cx="7315200" cy="659586"/>
          </a:xfrm>
          <a:prstGeom prst="rect">
            <a:avLst/>
          </a:prstGeom>
          <a:noFill/>
          <a:ln>
            <a:noFill/>
          </a:ln>
        </p:spPr>
        <p:txBody>
          <a:bodyPr spcFirstLastPara="1" wrap="square" lIns="91425" tIns="0" rIns="91425" bIns="144000" anchor="ctr" anchorCtr="0">
            <a:spAutoFit/>
          </a:bodyPr>
          <a:lstStyle>
            <a:lvl1pPr marL="342000" lvl="0" indent="-342900" algn="l">
              <a:lnSpc>
                <a:spcPct val="114000"/>
              </a:lnSpc>
              <a:spcBef>
                <a:spcPts val="1000"/>
              </a:spcBef>
              <a:spcAft>
                <a:spcPts val="0"/>
              </a:spcAft>
              <a:buClr>
                <a:schemeClr val="tx1">
                  <a:lumMod val="75000"/>
                  <a:lumOff val="25000"/>
                </a:schemeClr>
              </a:buClr>
              <a:buSzPts val="2200"/>
              <a:buFont typeface="Arial" panose="020B0604020202020204" pitchFamily="34" charset="0"/>
              <a:buChar char="•"/>
              <a:defRPr>
                <a:solidFill>
                  <a:schemeClr val="tx1">
                    <a:lumMod val="75000"/>
                    <a:lumOff val="25000"/>
                  </a:schemeClr>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a:t>Click to add text</a:t>
            </a:r>
          </a:p>
        </p:txBody>
      </p:sp>
    </p:spTree>
    <p:custDataLst>
      <p:tags r:id="rId1"/>
    </p:custDataLst>
    <p:extLst>
      <p:ext uri="{BB962C8B-B14F-4D97-AF65-F5344CB8AC3E}">
        <p14:creationId xmlns:p14="http://schemas.microsoft.com/office/powerpoint/2010/main" val="3418561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pic>
        <p:nvPicPr>
          <p:cNvPr id="3" name="Picture 2" descr="A white background with black border&#10;&#10;Description automatically generated">
            <a:extLst>
              <a:ext uri="{FF2B5EF4-FFF2-40B4-BE49-F238E27FC236}">
                <a16:creationId xmlns:a16="http://schemas.microsoft.com/office/drawing/2014/main" id="{B8595558-C1E5-CF73-074F-9BCD5C62652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4" name="Google Shape;47;p27">
            <a:extLst>
              <a:ext uri="{FF2B5EF4-FFF2-40B4-BE49-F238E27FC236}">
                <a16:creationId xmlns:a16="http://schemas.microsoft.com/office/drawing/2014/main" id="{BE15390C-A891-48ED-4FC3-2A4C68069F59}"/>
              </a:ext>
            </a:extLst>
          </p:cNvPr>
          <p:cNvSpPr>
            <a:spLocks/>
          </p:cNvSpPr>
          <p:nvPr userDrawn="1"/>
        </p:nvSpPr>
        <p:spPr>
          <a:xfrm>
            <a:off x="5718100" y="257626"/>
            <a:ext cx="4819800" cy="523200"/>
          </a:xfrm>
          <a:prstGeom prst="rect">
            <a:avLst/>
          </a:prstGeom>
          <a:noFill/>
          <a:ln>
            <a:noFill/>
          </a:ln>
        </p:spPr>
        <p:txBody>
          <a:bodyPr spcFirstLastPara="1" wrap="square" lIns="91425" tIns="45700" rIns="91425" bIns="45700" anchor="t" anchorCtr="0">
            <a:spAutoFit/>
          </a:bodyPr>
          <a:lstStyle/>
          <a:p>
            <a:pPr marL="457200" marR="0" lvl="0" indent="-228600" algn="ctr" rtl="0">
              <a:lnSpc>
                <a:spcPct val="100000"/>
              </a:lnSpc>
              <a:spcBef>
                <a:spcPts val="0"/>
              </a:spcBef>
              <a:spcAft>
                <a:spcPts val="0"/>
              </a:spcAft>
              <a:buClr>
                <a:srgbClr val="3F3F3F"/>
              </a:buClr>
              <a:buSzPts val="2200"/>
              <a:buFont typeface="Arial"/>
              <a:buNone/>
            </a:pPr>
            <a:r>
              <a:rPr lang="en-US" sz="2800" b="1" i="0" u="none" strike="noStrike" cap="none">
                <a:solidFill>
                  <a:schemeClr val="tx1">
                    <a:lumMod val="75000"/>
                    <a:lumOff val="25000"/>
                  </a:schemeClr>
                </a:solidFill>
                <a:latin typeface="Open Sans"/>
                <a:ea typeface="Open Sans"/>
                <a:cs typeface="Open Sans"/>
                <a:sym typeface="Open Sans"/>
              </a:rPr>
              <a:t>Learning Objectives</a:t>
            </a:r>
            <a:endParaRPr sz="1400" b="0" i="0" u="none" strike="noStrike" cap="none">
              <a:solidFill>
                <a:schemeClr val="tx1">
                  <a:lumMod val="75000"/>
                  <a:lumOff val="25000"/>
                </a:schemeClr>
              </a:solidFill>
              <a:latin typeface="Arial"/>
              <a:ea typeface="Arial"/>
              <a:cs typeface="Arial"/>
              <a:sym typeface="Arial"/>
            </a:endParaRPr>
          </a:p>
        </p:txBody>
      </p:sp>
      <p:sp>
        <p:nvSpPr>
          <p:cNvPr id="5" name="Google Shape;53;p27">
            <a:extLst>
              <a:ext uri="{FF2B5EF4-FFF2-40B4-BE49-F238E27FC236}">
                <a16:creationId xmlns:a16="http://schemas.microsoft.com/office/drawing/2014/main" id="{0A985C90-BAA8-5397-6B3A-8013C302F6DC}"/>
              </a:ext>
            </a:extLst>
          </p:cNvPr>
          <p:cNvSpPr/>
          <p:nvPr userDrawn="1"/>
        </p:nvSpPr>
        <p:spPr>
          <a:xfrm>
            <a:off x="718944" y="2079699"/>
            <a:ext cx="7888027" cy="553212"/>
          </a:xfrm>
          <a:prstGeom prst="rect">
            <a:avLst/>
          </a:prstGeom>
          <a:noFill/>
          <a:ln>
            <a:noFill/>
          </a:ln>
        </p:spPr>
        <p:txBody>
          <a:bodyPr spcFirstLastPara="1" wrap="square" lIns="91425" tIns="0" rIns="91425" bIns="0" anchor="t" anchorCtr="0">
            <a:normAutofit/>
          </a:bodyPr>
          <a:lstStyle/>
          <a:p>
            <a:pPr marL="342900" marR="0" lvl="0" indent="-342900" algn="l" rtl="0">
              <a:lnSpc>
                <a:spcPct val="90000"/>
              </a:lnSpc>
              <a:spcBef>
                <a:spcPts val="1000"/>
              </a:spcBef>
              <a:spcAft>
                <a:spcPts val="0"/>
              </a:spcAft>
              <a:buClr>
                <a:schemeClr val="dk1"/>
              </a:buClr>
              <a:buSzPts val="2800"/>
              <a:buFont typeface="Arial"/>
              <a:buNone/>
            </a:pPr>
            <a:r>
              <a:rPr lang="en-US" sz="2200" b="0" i="0" u="none" strike="noStrike" cap="none">
                <a:solidFill>
                  <a:schemeClr val="tx1">
                    <a:lumMod val="75000"/>
                    <a:lumOff val="25000"/>
                  </a:schemeClr>
                </a:solidFill>
                <a:latin typeface="Open Sans"/>
                <a:ea typeface="Open Sans"/>
                <a:cs typeface="Open Sans"/>
                <a:sym typeface="Open Sans"/>
              </a:rPr>
              <a:t>By the end of this lesson, you will be able to:</a:t>
            </a:r>
            <a:endParaRPr>
              <a:solidFill>
                <a:schemeClr val="tx1">
                  <a:lumMod val="75000"/>
                  <a:lumOff val="25000"/>
                </a:schemeClr>
              </a:solidFill>
            </a:endParaRPr>
          </a:p>
        </p:txBody>
      </p:sp>
      <p:sp>
        <p:nvSpPr>
          <p:cNvPr id="6" name="Brandline_LVC">
            <a:extLst>
              <a:ext uri="{FF2B5EF4-FFF2-40B4-BE49-F238E27FC236}">
                <a16:creationId xmlns:a16="http://schemas.microsoft.com/office/drawing/2014/main" id="{744DD309-8999-AB99-071B-C85C0CD57EE9}"/>
              </a:ext>
            </a:extLst>
          </p:cNvPr>
          <p:cNvSpPr>
            <a:spLocks/>
          </p:cNvSpPr>
          <p:nvPr userDrawn="1"/>
        </p:nvSpPr>
        <p:spPr>
          <a:xfrm>
            <a:off x="5932250" y="812260"/>
            <a:ext cx="439150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oup of people on a target&#10;&#10;Description automatically generated">
            <a:extLst>
              <a:ext uri="{FF2B5EF4-FFF2-40B4-BE49-F238E27FC236}">
                <a16:creationId xmlns:a16="http://schemas.microsoft.com/office/drawing/2014/main" id="{C3EEAF1C-1EDD-DA79-A716-C14AD2137967}"/>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r="5149"/>
          <a:stretch/>
        </p:blipFill>
        <p:spPr>
          <a:xfrm>
            <a:off x="10640776" y="2901928"/>
            <a:ext cx="5615224" cy="3900741"/>
          </a:xfrm>
          <a:prstGeom prst="rect">
            <a:avLst/>
          </a:prstGeom>
        </p:spPr>
      </p:pic>
      <p:sp>
        <p:nvSpPr>
          <p:cNvPr id="8" name="Text Placeholder 16">
            <a:extLst>
              <a:ext uri="{FF2B5EF4-FFF2-40B4-BE49-F238E27FC236}">
                <a16:creationId xmlns:a16="http://schemas.microsoft.com/office/drawing/2014/main" id="{64527CCE-7A63-3BCE-A7CF-D12FE5D90F18}"/>
              </a:ext>
            </a:extLst>
          </p:cNvPr>
          <p:cNvSpPr>
            <a:spLocks noGrp="1"/>
          </p:cNvSpPr>
          <p:nvPr>
            <p:ph type="body" sz="quarter" idx="16" hasCustomPrompt="1"/>
          </p:nvPr>
        </p:nvSpPr>
        <p:spPr>
          <a:xfrm>
            <a:off x="734790" y="2695575"/>
            <a:ext cx="9533671" cy="1483035"/>
          </a:xfrm>
        </p:spPr>
        <p:txBody>
          <a:bodyPr>
            <a:spAutoFit/>
          </a:bodyPr>
          <a:lstStyle>
            <a:lvl1pPr marL="342000" indent="-342000">
              <a:lnSpc>
                <a:spcPct val="114000"/>
              </a:lnSpc>
              <a:spcBef>
                <a:spcPts val="1000"/>
              </a:spcBef>
              <a:buFontTx/>
              <a:buBlip>
                <a:blip r:embed="rId5"/>
              </a:buBlip>
              <a:defRPr/>
            </a:lvl1pPr>
            <a:lvl2pPr marL="342000" indent="-342000">
              <a:lnSpc>
                <a:spcPct val="114000"/>
              </a:lnSpc>
              <a:spcBef>
                <a:spcPts val="1000"/>
              </a:spcBef>
              <a:defRPr/>
            </a:lvl2pPr>
            <a:lvl3pPr marL="342000" indent="-342000">
              <a:lnSpc>
                <a:spcPct val="114000"/>
              </a:lnSpc>
              <a:spcBef>
                <a:spcPts val="1000"/>
              </a:spcBef>
              <a:defRPr/>
            </a:lvl3pPr>
            <a:lvl4pPr marL="342000" indent="-342000">
              <a:lnSpc>
                <a:spcPct val="114000"/>
              </a:lnSpc>
              <a:spcBef>
                <a:spcPts val="1000"/>
              </a:spcBef>
              <a:defRPr/>
            </a:lvl4pPr>
            <a:lvl5pPr marL="342000" indent="-342000">
              <a:lnSpc>
                <a:spcPct val="114000"/>
              </a:lnSpc>
              <a:spcBef>
                <a:spcPts val="1000"/>
              </a:spcBef>
              <a:defRPr/>
            </a:lvl5pPr>
          </a:lstStyle>
          <a:p>
            <a:pPr lvl="0"/>
            <a:r>
              <a:rPr lang="en-US"/>
              <a:t>Click to add text</a:t>
            </a:r>
          </a:p>
          <a:p>
            <a:pPr lvl="0"/>
            <a:endParaRPr lang="en-US"/>
          </a:p>
          <a:p>
            <a:pPr lvl="0"/>
            <a:endParaRPr lang="en-US"/>
          </a:p>
        </p:txBody>
      </p:sp>
    </p:spTree>
    <p:custDataLst>
      <p:tags r:id="rId1"/>
    </p:custDataLst>
    <p:extLst>
      <p:ext uri="{BB962C8B-B14F-4D97-AF65-F5344CB8AC3E}">
        <p14:creationId xmlns:p14="http://schemas.microsoft.com/office/powerpoint/2010/main" val="3468844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gage and Think">
    <p:spTree>
      <p:nvGrpSpPr>
        <p:cNvPr id="1" name=""/>
        <p:cNvGrpSpPr/>
        <p:nvPr/>
      </p:nvGrpSpPr>
      <p:grpSpPr>
        <a:xfrm>
          <a:off x="0" y="0"/>
          <a:ext cx="0" cy="0"/>
          <a:chOff x="0" y="0"/>
          <a:chExt cx="0" cy="0"/>
        </a:xfrm>
      </p:grpSpPr>
      <p:pic>
        <p:nvPicPr>
          <p:cNvPr id="3" name="Google Shape;16;p22">
            <a:extLst>
              <a:ext uri="{FF2B5EF4-FFF2-40B4-BE49-F238E27FC236}">
                <a16:creationId xmlns:a16="http://schemas.microsoft.com/office/drawing/2014/main" id="{493A75A0-B4B5-A02E-EF0C-649435807510}"/>
              </a:ext>
            </a:extLst>
          </p:cNvPr>
          <p:cNvPicPr preferRelativeResize="0"/>
          <p:nvPr userDrawn="1"/>
        </p:nvPicPr>
        <p:blipFill rotWithShape="1">
          <a:blip r:embed="rId3">
            <a:alphaModFix/>
          </a:blip>
          <a:srcRect/>
          <a:stretch/>
        </p:blipFill>
        <p:spPr>
          <a:xfrm>
            <a:off x="2494" y="7257"/>
            <a:ext cx="16255999" cy="9143999"/>
          </a:xfrm>
          <a:prstGeom prst="rect">
            <a:avLst/>
          </a:prstGeom>
          <a:noFill/>
          <a:ln>
            <a:noFill/>
          </a:ln>
        </p:spPr>
      </p:pic>
      <p:sp>
        <p:nvSpPr>
          <p:cNvPr id="4" name="Google Shape;60;p31">
            <a:extLst>
              <a:ext uri="{FF2B5EF4-FFF2-40B4-BE49-F238E27FC236}">
                <a16:creationId xmlns:a16="http://schemas.microsoft.com/office/drawing/2014/main" id="{9D11E7EC-EA15-7F5D-6238-471BB67E76EE}"/>
              </a:ext>
            </a:extLst>
          </p:cNvPr>
          <p:cNvSpPr>
            <a:spLocks/>
          </p:cNvSpPr>
          <p:nvPr userDrawn="1"/>
        </p:nvSpPr>
        <p:spPr>
          <a:xfrm>
            <a:off x="5497162" y="280670"/>
            <a:ext cx="5261676" cy="523180"/>
          </a:xfrm>
          <a:prstGeom prst="rect">
            <a:avLst/>
          </a:prstGeom>
          <a:noFill/>
          <a:ln>
            <a:noFill/>
          </a:ln>
        </p:spPr>
        <p:txBody>
          <a:bodyPr spcFirstLastPara="1" wrap="square" lIns="91425" tIns="45700" rIns="91425" bIns="45700" anchor="t" anchorCtr="0">
            <a:spAutoFit/>
          </a:bodyPr>
          <a:lstStyle/>
          <a:p>
            <a:pPr algn="ctr"/>
            <a:r>
              <a:rPr lang="en-US" sz="2800" b="1">
                <a:solidFill>
                  <a:schemeClr val="tx1">
                    <a:lumMod val="75000"/>
                    <a:lumOff val="25000"/>
                  </a:schemeClr>
                </a:solidFill>
                <a:latin typeface="Open Sans"/>
                <a:ea typeface="Open Sans"/>
                <a:cs typeface="Open Sans"/>
                <a:sym typeface="Open Sans"/>
              </a:rPr>
              <a:t>Engage and Think</a:t>
            </a:r>
          </a:p>
        </p:txBody>
      </p:sp>
      <p:sp>
        <p:nvSpPr>
          <p:cNvPr id="7" name="Text Placeholder 6">
            <a:extLst>
              <a:ext uri="{FF2B5EF4-FFF2-40B4-BE49-F238E27FC236}">
                <a16:creationId xmlns:a16="http://schemas.microsoft.com/office/drawing/2014/main" id="{347C0A1C-0A3D-4AD2-D623-D9134DFD230D}"/>
              </a:ext>
            </a:extLst>
          </p:cNvPr>
          <p:cNvSpPr>
            <a:spLocks noGrp="1"/>
          </p:cNvSpPr>
          <p:nvPr>
            <p:ph type="body" sz="quarter" idx="12"/>
          </p:nvPr>
        </p:nvSpPr>
        <p:spPr>
          <a:xfrm>
            <a:off x="8128000" y="4344662"/>
            <a:ext cx="7315200" cy="454676"/>
          </a:xfrm>
          <a:prstGeom prst="rect">
            <a:avLst/>
          </a:prstGeom>
        </p:spPr>
        <p:txBody>
          <a:bodyPr anchor="ctr">
            <a:spAutoFit/>
          </a:bodyPr>
          <a:lstStyle>
            <a:lvl1pPr marL="0" indent="0" algn="l">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10" name="Brandline_LVC">
            <a:extLst>
              <a:ext uri="{FF2B5EF4-FFF2-40B4-BE49-F238E27FC236}">
                <a16:creationId xmlns:a16="http://schemas.microsoft.com/office/drawing/2014/main" id="{F7D71C04-19C7-FD47-1911-185AFFC1A947}"/>
              </a:ext>
            </a:extLst>
          </p:cNvPr>
          <p:cNvSpPr/>
          <p:nvPr userDrawn="1"/>
        </p:nvSpPr>
        <p:spPr>
          <a:xfrm>
            <a:off x="6184900" y="816324"/>
            <a:ext cx="3897392"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Graphic 1">
            <a:extLst>
              <a:ext uri="{FF2B5EF4-FFF2-40B4-BE49-F238E27FC236}">
                <a16:creationId xmlns:a16="http://schemas.microsoft.com/office/drawing/2014/main" id="{C00B0884-845B-E7FF-B224-CF10A716FF1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35397" y="2304288"/>
            <a:ext cx="7092591" cy="4291584"/>
          </a:xfrm>
          <a:prstGeom prst="rect">
            <a:avLst/>
          </a:prstGeom>
        </p:spPr>
      </p:pic>
    </p:spTree>
    <p:custDataLst>
      <p:tags r:id="rId1"/>
    </p:custDataLst>
    <p:extLst>
      <p:ext uri="{BB962C8B-B14F-4D97-AF65-F5344CB8AC3E}">
        <p14:creationId xmlns:p14="http://schemas.microsoft.com/office/powerpoint/2010/main" val="4108817988"/>
      </p:ext>
    </p:extLst>
  </p:cSld>
  <p:clrMapOvr>
    <a:masterClrMapping/>
  </p:clrMapOvr>
  <p:extLst>
    <p:ext uri="{DCECCB84-F9BA-43D5-87BE-67443E8EF086}">
      <p15:sldGuideLst xmlns:p15="http://schemas.microsoft.com/office/powerpoint/2012/main">
        <p15:guide id="1" orient="horz" pos="131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opic Name" preserve="1" userDrawn="1">
  <p:cSld name="Topic Name">
    <p:spTree>
      <p:nvGrpSpPr>
        <p:cNvPr id="1" name="Shape 54"/>
        <p:cNvGrpSpPr/>
        <p:nvPr/>
      </p:nvGrpSpPr>
      <p:grpSpPr>
        <a:xfrm>
          <a:off x="0" y="0"/>
          <a:ext cx="0" cy="0"/>
          <a:chOff x="0" y="0"/>
          <a:chExt cx="0" cy="0"/>
        </a:xfrm>
      </p:grpSpPr>
      <p:pic>
        <p:nvPicPr>
          <p:cNvPr id="55" name="Google Shape;55;p28"/>
          <p:cNvPicPr preferRelativeResize="0"/>
          <p:nvPr/>
        </p:nvPicPr>
        <p:blipFill>
          <a:blip r:embed="rId3"/>
          <a:srcRect/>
          <a:stretch/>
        </p:blipFill>
        <p:spPr>
          <a:xfrm>
            <a:off x="0" y="0"/>
            <a:ext cx="16255998" cy="9143999"/>
          </a:xfrm>
          <a:prstGeom prst="rect">
            <a:avLst/>
          </a:prstGeom>
          <a:noFill/>
          <a:ln>
            <a:noFill/>
          </a:ln>
        </p:spPr>
      </p:pic>
      <p:sp>
        <p:nvSpPr>
          <p:cNvPr id="3" name="Google Shape;57;p28">
            <a:extLst>
              <a:ext uri="{FF2B5EF4-FFF2-40B4-BE49-F238E27FC236}">
                <a16:creationId xmlns:a16="http://schemas.microsoft.com/office/drawing/2014/main" id="{B82D352B-96E6-AAAA-F1D6-C3BB62225E8B}"/>
              </a:ext>
            </a:extLst>
          </p:cNvPr>
          <p:cNvSpPr txBox="1">
            <a:spLocks noGrp="1"/>
          </p:cNvSpPr>
          <p:nvPr>
            <p:ph type="body" idx="10" hasCustomPrompt="1"/>
          </p:nvPr>
        </p:nvSpPr>
        <p:spPr>
          <a:xfrm>
            <a:off x="0" y="4114800"/>
            <a:ext cx="16256001" cy="914400"/>
          </a:xfrm>
          <a:prstGeom prst="rect">
            <a:avLst/>
          </a:prstGeom>
          <a:noFill/>
          <a:ln>
            <a:noFill/>
          </a:ln>
        </p:spPr>
        <p:txBody>
          <a:bodyPr spcFirstLastPara="1" wrap="square" lIns="91425" tIns="91425" rIns="91425" bIns="91425" anchor="ctr" anchorCtr="0">
            <a:noAutofit/>
          </a:bodyPr>
          <a:lstStyle>
            <a:lvl1pPr marL="0" lvl="0" indent="0" algn="ctr">
              <a:lnSpc>
                <a:spcPct val="114000"/>
              </a:lnSpc>
              <a:spcBef>
                <a:spcPts val="0"/>
              </a:spcBef>
              <a:spcAft>
                <a:spcPts val="0"/>
              </a:spcAft>
              <a:buSzPts val="2800"/>
              <a:buNone/>
              <a:defRPr sz="2800" b="1" i="0" u="none" strike="noStrike" cap="none">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r>
              <a:t>Topic Name</a:t>
            </a:r>
          </a:p>
        </p:txBody>
      </p:sp>
    </p:spTree>
    <p:custDataLst>
      <p:tags r:id="rId1"/>
    </p:custDataLst>
    <p:extLst>
      <p:ext uri="{BB962C8B-B14F-4D97-AF65-F5344CB8AC3E}">
        <p14:creationId xmlns:p14="http://schemas.microsoft.com/office/powerpoint/2010/main" val="3577397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Slide">
    <p:spTree>
      <p:nvGrpSpPr>
        <p:cNvPr id="1" name=""/>
        <p:cNvGrpSpPr/>
        <p:nvPr/>
      </p:nvGrpSpPr>
      <p:grpSpPr>
        <a:xfrm>
          <a:off x="0" y="0"/>
          <a:ext cx="0" cy="0"/>
          <a:chOff x="0" y="0"/>
          <a:chExt cx="0" cy="0"/>
        </a:xfrm>
      </p:grpSpPr>
      <p:pic>
        <p:nvPicPr>
          <p:cNvPr id="3" name="Google Shape;60;p29">
            <a:extLst>
              <a:ext uri="{FF2B5EF4-FFF2-40B4-BE49-F238E27FC236}">
                <a16:creationId xmlns:a16="http://schemas.microsoft.com/office/drawing/2014/main" id="{0F5ED46C-11D8-2D8F-BEFB-825B4369FE4C}"/>
              </a:ext>
            </a:extLst>
          </p:cNvPr>
          <p:cNvPicPr preferRelativeResize="0"/>
          <p:nvPr userDrawn="1"/>
        </p:nvPicPr>
        <p:blipFill>
          <a:blip r:embed="rId3"/>
          <a:srcRect/>
          <a:stretch/>
        </p:blipFill>
        <p:spPr>
          <a:xfrm>
            <a:off x="0" y="0"/>
            <a:ext cx="16255999" cy="9143999"/>
          </a:xfrm>
          <a:prstGeom prst="rect">
            <a:avLst/>
          </a:prstGeom>
          <a:noFill/>
          <a:ln>
            <a:noFill/>
          </a:ln>
        </p:spPr>
      </p:pic>
      <p:pic>
        <p:nvPicPr>
          <p:cNvPr id="4" name="Picture 3" descr="A picture containing colorfulness, pattern, rectangle, screenshot&#10;&#10;Description automatically generated">
            <a:extLst>
              <a:ext uri="{FF2B5EF4-FFF2-40B4-BE49-F238E27FC236}">
                <a16:creationId xmlns:a16="http://schemas.microsoft.com/office/drawing/2014/main" id="{4FE8568C-744C-2A9A-90C4-0CF1EF579F12}"/>
              </a:ext>
            </a:extLst>
          </p:cNvPr>
          <p:cNvPicPr/>
          <p:nvPr userDrawn="1"/>
        </p:nvPicPr>
        <p:blipFill>
          <a:blip r:embed="rId4">
            <a:extLst>
              <a:ext uri="{28A0092B-C50C-407E-A947-70E740481C1C}">
                <a14:useLocalDpi xmlns:a14="http://schemas.microsoft.com/office/drawing/2010/main" val="0"/>
              </a:ext>
            </a:extLst>
          </a:blip>
          <a:stretch>
            <a:fillRect/>
          </a:stretch>
        </p:blipFill>
        <p:spPr>
          <a:xfrm>
            <a:off x="16566008" y="913238"/>
            <a:ext cx="1219478" cy="7291461"/>
          </a:xfrm>
          <a:prstGeom prst="rect">
            <a:avLst/>
          </a:prstGeom>
        </p:spPr>
      </p:pic>
      <p:sp>
        <p:nvSpPr>
          <p:cNvPr id="5" name="Google Shape;29;p24">
            <a:extLst>
              <a:ext uri="{FF2B5EF4-FFF2-40B4-BE49-F238E27FC236}">
                <a16:creationId xmlns:a16="http://schemas.microsoft.com/office/drawing/2014/main" id="{4A13B598-5745-EF2B-5AE3-0591A7E8A72A}"/>
              </a:ext>
            </a:extLst>
          </p:cNvPr>
          <p:cNvSpPr txBox="1">
            <a:spLocks noGrp="1"/>
          </p:cNvSpPr>
          <p:nvPr>
            <p:ph type="body" idx="1"/>
          </p:nvPr>
        </p:nvSpPr>
        <p:spPr>
          <a:xfrm>
            <a:off x="1291858" y="2603120"/>
            <a:ext cx="13696998" cy="5527418"/>
          </a:xfrm>
          <a:prstGeom prst="rect">
            <a:avLst/>
          </a:prstGeom>
          <a:noFill/>
          <a:ln>
            <a:noFill/>
          </a:ln>
        </p:spPr>
        <p:txBody>
          <a:bodyPr spcFirstLastPara="1" wrap="square" lIns="91425" tIns="0" rIns="91425" bIns="0" anchor="t" anchorCtr="0">
            <a:normAutofit/>
          </a:bodyPr>
          <a:lstStyle>
            <a:lvl1pPr marL="0" indent="0">
              <a:spcBef>
                <a:spcPts val="0"/>
              </a:spcBef>
              <a:buNone/>
              <a:defRPr sz="2200" dirty="0">
                <a:solidFill>
                  <a:schemeClr val="tx1">
                    <a:lumMod val="75000"/>
                    <a:lumOff val="25000"/>
                  </a:schemeClr>
                </a:solidFill>
                <a:latin typeface="Open Sans"/>
                <a:ea typeface="Open Sans"/>
                <a:cs typeface="Open Sans"/>
              </a:defRPr>
            </a:lvl1pPr>
          </a:lstStyle>
          <a:p>
            <a:pPr marL="342900" lvl="0" indent="-342900" algn="ctr">
              <a:lnSpc>
                <a:spcPct val="115000"/>
              </a:lnSpc>
            </a:pPr>
            <a:endParaRPr/>
          </a:p>
        </p:txBody>
      </p:sp>
      <p:sp>
        <p:nvSpPr>
          <p:cNvPr id="6" name="Google Shape;73;p29">
            <a:extLst>
              <a:ext uri="{FF2B5EF4-FFF2-40B4-BE49-F238E27FC236}">
                <a16:creationId xmlns:a16="http://schemas.microsoft.com/office/drawing/2014/main" id="{C2FA2F99-9CB8-84EA-B726-2DBA52196A0B}"/>
              </a:ext>
            </a:extLst>
          </p:cNvPr>
          <p:cNvSpPr txBox="1">
            <a:spLocks noGrp="1"/>
          </p:cNvSpPr>
          <p:nvPr>
            <p:ph type="body" idx="10" hasCustomPrompt="1"/>
          </p:nvPr>
        </p:nvSpPr>
        <p:spPr>
          <a:xfrm>
            <a:off x="1291857" y="1512833"/>
            <a:ext cx="13696999" cy="903776"/>
          </a:xfrm>
          <a:prstGeom prst="rect">
            <a:avLst/>
          </a:prstGeom>
          <a:noFill/>
          <a:ln>
            <a:noFill/>
          </a:ln>
        </p:spPr>
        <p:txBody>
          <a:bodyPr spcFirstLastPara="1" wrap="square" lIns="91425" tIns="0" rIns="91425" bIns="0" anchor="t" anchorCtr="0">
            <a:normAutofit/>
          </a:bodyPr>
          <a:lstStyle>
            <a:lvl1pPr marL="0" lvl="0" indent="0" algn="ctr">
              <a:lnSpc>
                <a:spcPct val="115000"/>
              </a:lnSpc>
              <a:spcBef>
                <a:spcPts val="0"/>
              </a:spcBef>
              <a:spcAft>
                <a:spcPts val="0"/>
              </a:spcAft>
              <a:buSzPts val="2800"/>
              <a:buFont typeface="Arial" panose="020B0604020202020204" pitchFamily="34" charset="0"/>
              <a:buNone/>
              <a:defRPr sz="2200">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r>
              <a:t>Click to add lead-in line</a:t>
            </a:r>
          </a:p>
        </p:txBody>
      </p:sp>
      <p:sp>
        <p:nvSpPr>
          <p:cNvPr id="7" name="Google Shape;62;p29">
            <a:extLst>
              <a:ext uri="{FF2B5EF4-FFF2-40B4-BE49-F238E27FC236}">
                <a16:creationId xmlns:a16="http://schemas.microsoft.com/office/drawing/2014/main" id="{CDD684E7-2B8A-4EAC-6675-136E4F9D247D}"/>
              </a:ext>
            </a:extLst>
          </p:cNvPr>
          <p:cNvSpPr txBox="1">
            <a:spLocks noGrp="1"/>
          </p:cNvSpPr>
          <p:nvPr>
            <p:ph type="title" hasCustomPrompt="1"/>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Add Title</a:t>
            </a:r>
            <a:endParaRPr/>
          </a:p>
        </p:txBody>
      </p:sp>
    </p:spTree>
    <p:custDataLst>
      <p:tags r:id="rId1"/>
    </p:custDataLst>
    <p:extLst>
      <p:ext uri="{BB962C8B-B14F-4D97-AF65-F5344CB8AC3E}">
        <p14:creationId xmlns:p14="http://schemas.microsoft.com/office/powerpoint/2010/main" val="189336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Slide" preserve="1" userDrawn="1">
  <p:cSld name="Content Slide">
    <p:spTree>
      <p:nvGrpSpPr>
        <p:cNvPr id="1" name="Shape 59"/>
        <p:cNvGrpSpPr/>
        <p:nvPr/>
      </p:nvGrpSpPr>
      <p:grpSpPr>
        <a:xfrm>
          <a:off x="0" y="0"/>
          <a:ext cx="0" cy="0"/>
          <a:chOff x="0" y="0"/>
          <a:chExt cx="0" cy="0"/>
        </a:xfrm>
      </p:grpSpPr>
      <p:pic>
        <p:nvPicPr>
          <p:cNvPr id="60" name="Google Shape;60;p29"/>
          <p:cNvPicPr preferRelativeResize="0">
            <a:picLocks noGrp="1" noRot="1" noMove="1" noResize="1" noEditPoints="1" noAdjustHandles="1" noChangeArrowheads="1" noChangeShapeType="1" noCrop="1"/>
          </p:cNvPicPr>
          <p:nvPr/>
        </p:nvPicPr>
        <p:blipFill>
          <a:blip r:embed="rId3"/>
          <a:srcRect/>
          <a:stretch/>
        </p:blipFill>
        <p:spPr>
          <a:xfrm>
            <a:off x="0" y="0"/>
            <a:ext cx="16255999" cy="9143999"/>
          </a:xfrm>
          <a:prstGeom prst="rect">
            <a:avLst/>
          </a:prstGeom>
          <a:noFill/>
          <a:ln>
            <a:noFill/>
          </a:ln>
        </p:spPr>
      </p:pic>
      <p:pic>
        <p:nvPicPr>
          <p:cNvPr id="4" name="Picture 3" descr="A picture containing colorfulness, pattern, rectangle, screenshot&#10;&#10;Description automatically generated">
            <a:extLst>
              <a:ext uri="{FF2B5EF4-FFF2-40B4-BE49-F238E27FC236}">
                <a16:creationId xmlns:a16="http://schemas.microsoft.com/office/drawing/2014/main" id="{E2A3B44F-361D-277C-1049-456D31975698}"/>
              </a:ext>
            </a:extLst>
          </p:cNvPr>
          <p:cNvPicPr>
            <a:picLocks noGrp="1" noRot="1" noChangeAspect="1" noMove="1" noResize="1" noEditPoints="1" noAdjustHandles="1" noChangeArrowheads="1" noChangeShapeType="1" noCrop="1"/>
          </p:cNvPicPr>
          <p:nvPr userDrawn="1"/>
        </p:nvPicPr>
        <p:blipFill>
          <a:blip r:embed="rId4">
            <a:extLst>
              <a:ext uri="{28A0092B-C50C-407E-A947-70E740481C1C}">
                <a14:useLocalDpi xmlns:a14="http://schemas.microsoft.com/office/drawing/2010/main" val="0"/>
              </a:ext>
            </a:extLst>
          </a:blip>
          <a:stretch>
            <a:fillRect/>
          </a:stretch>
        </p:blipFill>
        <p:spPr>
          <a:xfrm>
            <a:off x="16566008" y="913238"/>
            <a:ext cx="1219478" cy="7291461"/>
          </a:xfrm>
          <a:prstGeom prst="rect">
            <a:avLst/>
          </a:prstGeom>
        </p:spPr>
      </p:pic>
      <p:sp>
        <p:nvSpPr>
          <p:cNvPr id="7" name="Google Shape;73;p29">
            <a:extLst>
              <a:ext uri="{FF2B5EF4-FFF2-40B4-BE49-F238E27FC236}">
                <a16:creationId xmlns:a16="http://schemas.microsoft.com/office/drawing/2014/main" id="{68E7E47E-1B32-8DF6-9176-C4B1123889DE}"/>
              </a:ext>
            </a:extLst>
          </p:cNvPr>
          <p:cNvSpPr txBox="1">
            <a:spLocks noGrp="1" noRot="1" noMove="1" noResize="1" noEditPoints="1" noAdjustHandles="1" noChangeArrowheads="1" noChangeShapeType="1"/>
          </p:cNvSpPr>
          <p:nvPr>
            <p:ph type="body" idx="10" hasCustomPrompt="1"/>
          </p:nvPr>
        </p:nvSpPr>
        <p:spPr>
          <a:xfrm>
            <a:off x="1291857" y="1512833"/>
            <a:ext cx="13696999" cy="903776"/>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chemeClr val="tx1">
                    <a:lumMod val="75000"/>
                    <a:lumOff val="25000"/>
                  </a:schemeClr>
                </a:solidFill>
                <a:latin typeface="Open Sans"/>
                <a:ea typeface="Open Sans"/>
                <a:cs typeface="Open Sans"/>
              </a:defRPr>
            </a:lvl1pPr>
          </a:lstStyle>
          <a:p>
            <a:pPr marL="228600" marR="0" lvl="0" indent="-228600" algn="l" defTabSz="914400" rtl="0" eaLnBrk="1" fontAlgn="auto" latinLnBrk="0" hangingPunct="1">
              <a:lnSpc>
                <a:spcPct val="115000"/>
              </a:lnSpc>
              <a:spcBef>
                <a:spcPts val="0"/>
              </a:spcBef>
              <a:spcAft>
                <a:spcPts val="0"/>
              </a:spcAft>
              <a:buClrTx/>
              <a:buSzPts val="2800"/>
              <a:buFont typeface="Arial" panose="020B0604020202020204" pitchFamily="34" charset="0"/>
              <a:buNone/>
              <a:tabLst/>
              <a:defRPr/>
            </a:pPr>
            <a:r>
              <a:rPr lang="en-US"/>
              <a:t>Click to add lead-in line</a:t>
            </a:r>
          </a:p>
          <a:p>
            <a:pPr marL="228600" lvl="0" indent="-228600">
              <a:lnSpc>
                <a:spcPct val="115000"/>
              </a:lnSpc>
              <a:spcBef>
                <a:spcPts val="0"/>
              </a:spcBef>
              <a:spcAft>
                <a:spcPts val="0"/>
              </a:spcAft>
              <a:buSzPts val="2800"/>
            </a:pPr>
            <a:endParaRPr/>
          </a:p>
        </p:txBody>
      </p:sp>
      <p:sp>
        <p:nvSpPr>
          <p:cNvPr id="8" name="Text Placeholder 4">
            <a:extLst>
              <a:ext uri="{FF2B5EF4-FFF2-40B4-BE49-F238E27FC236}">
                <a16:creationId xmlns:a16="http://schemas.microsoft.com/office/drawing/2014/main" id="{03C74025-D307-5328-AC9C-60FFE362F471}"/>
              </a:ext>
            </a:extLst>
          </p:cNvPr>
          <p:cNvSpPr>
            <a:spLocks noGrp="1" noRot="1" noMove="1" noResize="1" noEditPoints="1" noAdjustHandles="1" noChangeArrowheads="1" noChangeShapeType="1"/>
          </p:cNvSpPr>
          <p:nvPr>
            <p:ph type="body" sz="quarter" idx="13" hasCustomPrompt="1"/>
          </p:nvPr>
        </p:nvSpPr>
        <p:spPr>
          <a:xfrm>
            <a:off x="1285825" y="2612636"/>
            <a:ext cx="13697000" cy="5517901"/>
          </a:xfrm>
        </p:spPr>
        <p:txBody>
          <a:bodyPr/>
          <a:lstStyle>
            <a:lvl1pPr marL="0" indent="0">
              <a:spcBef>
                <a:spcPts val="1000"/>
              </a:spcBef>
              <a:buNone/>
              <a:defRPr>
                <a:solidFill>
                  <a:schemeClr val="tx1">
                    <a:lumMod val="75000"/>
                    <a:lumOff val="25000"/>
                  </a:schemeClr>
                </a:solidFill>
              </a:defRPr>
            </a:lvl1pPr>
            <a:lvl2pPr>
              <a:spcBef>
                <a:spcPts val="1000"/>
              </a:spcBef>
              <a:defRPr>
                <a:solidFill>
                  <a:schemeClr val="tx1">
                    <a:lumMod val="75000"/>
                    <a:lumOff val="25000"/>
                  </a:schemeClr>
                </a:solidFill>
              </a:defRPr>
            </a:lvl2pPr>
            <a:lvl3pPr marL="982663" indent="-312738" defTabSz="1074738">
              <a:spcBef>
                <a:spcPts val="1000"/>
              </a:spcBef>
              <a:buFont typeface="Courier New" panose="02070309020205020404" pitchFamily="49" charset="0"/>
              <a:buChar char="o"/>
              <a:defRPr>
                <a:solidFill>
                  <a:schemeClr val="tx1">
                    <a:lumMod val="75000"/>
                    <a:lumOff val="25000"/>
                  </a:schemeClr>
                </a:solidFill>
              </a:defRPr>
            </a:lvl3pPr>
          </a:lstStyle>
          <a:p>
            <a:pPr lvl="0"/>
            <a:r>
              <a:rPr lang="en-US"/>
              <a:t>Click to add text</a:t>
            </a:r>
          </a:p>
          <a:p>
            <a:pPr lvl="1"/>
            <a:r>
              <a:rPr lang="en-US"/>
              <a:t>Bullet point 1</a:t>
            </a:r>
          </a:p>
          <a:p>
            <a:pPr lvl="2"/>
            <a:r>
              <a:rPr lang="en-US"/>
              <a:t>Sub-bullet point 1</a:t>
            </a:r>
          </a:p>
        </p:txBody>
      </p:sp>
      <p:sp>
        <p:nvSpPr>
          <p:cNvPr id="9" name="Google Shape;62;p29">
            <a:extLst>
              <a:ext uri="{FF2B5EF4-FFF2-40B4-BE49-F238E27FC236}">
                <a16:creationId xmlns:a16="http://schemas.microsoft.com/office/drawing/2014/main" id="{45362CC7-FBFB-C179-8EB3-DDAC426F9FCA}"/>
              </a:ext>
            </a:extLst>
          </p:cNvPr>
          <p:cNvSpPr txBox="1">
            <a:spLocks noGrp="1" noRot="1" noMove="1" noResize="1" noEditPoints="1" noAdjustHandles="1" noChangeArrowheads="1" noChangeShapeType="1"/>
          </p:cNvSpPr>
          <p:nvPr>
            <p:ph type="title" hasCustomPrompt="1"/>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Add Title</a:t>
            </a:r>
            <a:endParaRPr/>
          </a:p>
        </p:txBody>
      </p:sp>
    </p:spTree>
    <p:custDataLst>
      <p:tags r:id="rId1"/>
    </p:custDataLst>
    <p:extLst>
      <p:ext uri="{BB962C8B-B14F-4D97-AF65-F5344CB8AC3E}">
        <p14:creationId xmlns:p14="http://schemas.microsoft.com/office/powerpoint/2010/main" val="972632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216DAD2B-4E1F-A5B3-E19F-3CDF55275297}"/>
              </a:ext>
            </a:extLst>
          </p:cNvPr>
          <p:cNvGrpSpPr>
            <a:grpSpLocks noGrp="1" noUngrp="1" noRot="1" noMove="1" noResize="1"/>
          </p:cNvGrpSpPr>
          <p:nvPr userDrawn="1"/>
        </p:nvGrpSpPr>
        <p:grpSpPr>
          <a:xfrm>
            <a:off x="0" y="0"/>
            <a:ext cx="16256000" cy="9144000"/>
            <a:chOff x="0" y="0"/>
            <a:chExt cx="16256000" cy="9144000"/>
          </a:xfrm>
        </p:grpSpPr>
        <p:pic>
          <p:nvPicPr>
            <p:cNvPr id="8" name="Picture 7" descr="A blue and white rectangular frame&#10;&#10;Description automatically generated">
              <a:extLst>
                <a:ext uri="{FF2B5EF4-FFF2-40B4-BE49-F238E27FC236}">
                  <a16:creationId xmlns:a16="http://schemas.microsoft.com/office/drawing/2014/main" id="{76762EF4-6A74-5682-5CE4-0605848A26B6}"/>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2" name="Rectangle 4">
              <a:extLst>
                <a:ext uri="{FF2B5EF4-FFF2-40B4-BE49-F238E27FC236}">
                  <a16:creationId xmlns:a16="http://schemas.microsoft.com/office/drawing/2014/main" id="{A20B2CD6-D763-334D-345F-C13160FF2280}"/>
                </a:ext>
              </a:extLst>
            </p:cNvPr>
            <p:cNvSpPr>
              <a:spLocks noGrp="1" noRot="1" noMove="1" noResize="1" noEditPoints="1" noAdjustHandles="1" noChangeArrowheads="1" noChangeShapeType="1"/>
            </p:cNvSpPr>
            <p:nvPr userDrawn="1"/>
          </p:nvSpPr>
          <p:spPr>
            <a:xfrm>
              <a:off x="12496800" y="0"/>
              <a:ext cx="2704931" cy="1612900"/>
            </a:xfrm>
            <a:custGeom>
              <a:avLst/>
              <a:gdLst>
                <a:gd name="connsiteX0" fmla="*/ 0 w 1568450"/>
                <a:gd name="connsiteY0" fmla="*/ 0 h 1612900"/>
                <a:gd name="connsiteX1" fmla="*/ 1568450 w 1568450"/>
                <a:gd name="connsiteY1" fmla="*/ 0 h 1612900"/>
                <a:gd name="connsiteX2" fmla="*/ 1568450 w 1568450"/>
                <a:gd name="connsiteY2" fmla="*/ 1612900 h 1612900"/>
                <a:gd name="connsiteX3" fmla="*/ 0 w 1568450"/>
                <a:gd name="connsiteY3" fmla="*/ 1612900 h 1612900"/>
                <a:gd name="connsiteX4" fmla="*/ 0 w 1568450"/>
                <a:gd name="connsiteY4" fmla="*/ 0 h 1612900"/>
                <a:gd name="connsiteX0" fmla="*/ 0 w 2063750"/>
                <a:gd name="connsiteY0" fmla="*/ 0 h 1612900"/>
                <a:gd name="connsiteX1" fmla="*/ 2063750 w 2063750"/>
                <a:gd name="connsiteY1" fmla="*/ 6350 h 1612900"/>
                <a:gd name="connsiteX2" fmla="*/ 1568450 w 2063750"/>
                <a:gd name="connsiteY2" fmla="*/ 1612900 h 1612900"/>
                <a:gd name="connsiteX3" fmla="*/ 0 w 2063750"/>
                <a:gd name="connsiteY3" fmla="*/ 1612900 h 1612900"/>
                <a:gd name="connsiteX4" fmla="*/ 0 w 2063750"/>
                <a:gd name="connsiteY4" fmla="*/ 0 h 1612900"/>
                <a:gd name="connsiteX0" fmla="*/ 0 w 2063750"/>
                <a:gd name="connsiteY0" fmla="*/ 0 h 1612900"/>
                <a:gd name="connsiteX1" fmla="*/ 2063750 w 2063750"/>
                <a:gd name="connsiteY1" fmla="*/ 6350 h 1612900"/>
                <a:gd name="connsiteX2" fmla="*/ 1358900 w 2063750"/>
                <a:gd name="connsiteY2" fmla="*/ 1574800 h 1612900"/>
                <a:gd name="connsiteX3" fmla="*/ 0 w 2063750"/>
                <a:gd name="connsiteY3" fmla="*/ 1612900 h 1612900"/>
                <a:gd name="connsiteX4" fmla="*/ 0 w 2063750"/>
                <a:gd name="connsiteY4" fmla="*/ 0 h 1612900"/>
                <a:gd name="connsiteX0" fmla="*/ 0 w 2063750"/>
                <a:gd name="connsiteY0" fmla="*/ 0 h 1612900"/>
                <a:gd name="connsiteX1" fmla="*/ 2063750 w 2063750"/>
                <a:gd name="connsiteY1" fmla="*/ 6350 h 1612900"/>
                <a:gd name="connsiteX2" fmla="*/ 1466850 w 2063750"/>
                <a:gd name="connsiteY2" fmla="*/ 1574800 h 1612900"/>
                <a:gd name="connsiteX3" fmla="*/ 0 w 2063750"/>
                <a:gd name="connsiteY3" fmla="*/ 1612900 h 1612900"/>
                <a:gd name="connsiteX4" fmla="*/ 0 w 2063750"/>
                <a:gd name="connsiteY4" fmla="*/ 0 h 1612900"/>
                <a:gd name="connsiteX0" fmla="*/ 0 w 2063750"/>
                <a:gd name="connsiteY0" fmla="*/ 0 h 1612900"/>
                <a:gd name="connsiteX1" fmla="*/ 2063750 w 2063750"/>
                <a:gd name="connsiteY1" fmla="*/ 6350 h 1612900"/>
                <a:gd name="connsiteX2" fmla="*/ 1466850 w 2063750"/>
                <a:gd name="connsiteY2" fmla="*/ 1574800 h 1612900"/>
                <a:gd name="connsiteX3" fmla="*/ 0 w 2063750"/>
                <a:gd name="connsiteY3" fmla="*/ 1612900 h 1612900"/>
                <a:gd name="connsiteX4" fmla="*/ 0 w 2063750"/>
                <a:gd name="connsiteY4" fmla="*/ 0 h 1612900"/>
                <a:gd name="connsiteX0" fmla="*/ 0 w 2063750"/>
                <a:gd name="connsiteY0" fmla="*/ 0 h 1612900"/>
                <a:gd name="connsiteX1" fmla="*/ 2063750 w 2063750"/>
                <a:gd name="connsiteY1" fmla="*/ 6350 h 1612900"/>
                <a:gd name="connsiteX2" fmla="*/ 1466850 w 2063750"/>
                <a:gd name="connsiteY2" fmla="*/ 1574800 h 1612900"/>
                <a:gd name="connsiteX3" fmla="*/ 0 w 2063750"/>
                <a:gd name="connsiteY3" fmla="*/ 1612900 h 1612900"/>
                <a:gd name="connsiteX4" fmla="*/ 0 w 2063750"/>
                <a:gd name="connsiteY4" fmla="*/ 0 h 1612900"/>
                <a:gd name="connsiteX0" fmla="*/ 0 w 2063750"/>
                <a:gd name="connsiteY0" fmla="*/ 0 h 1612900"/>
                <a:gd name="connsiteX1" fmla="*/ 2063750 w 2063750"/>
                <a:gd name="connsiteY1" fmla="*/ 6350 h 1612900"/>
                <a:gd name="connsiteX2" fmla="*/ 1459707 w 2063750"/>
                <a:gd name="connsiteY2" fmla="*/ 1596231 h 1612900"/>
                <a:gd name="connsiteX3" fmla="*/ 0 w 2063750"/>
                <a:gd name="connsiteY3" fmla="*/ 1612900 h 1612900"/>
                <a:gd name="connsiteX4" fmla="*/ 0 w 2063750"/>
                <a:gd name="connsiteY4" fmla="*/ 0 h 1612900"/>
                <a:gd name="connsiteX0" fmla="*/ 0 w 2063750"/>
                <a:gd name="connsiteY0" fmla="*/ 0 h 1612900"/>
                <a:gd name="connsiteX1" fmla="*/ 2063750 w 2063750"/>
                <a:gd name="connsiteY1" fmla="*/ 6350 h 1612900"/>
                <a:gd name="connsiteX2" fmla="*/ 1846243 w 2063750"/>
                <a:gd name="connsiteY2" fmla="*/ 1460307 h 1612900"/>
                <a:gd name="connsiteX3" fmla="*/ 0 w 2063750"/>
                <a:gd name="connsiteY3" fmla="*/ 1612900 h 1612900"/>
                <a:gd name="connsiteX4" fmla="*/ 0 w 2063750"/>
                <a:gd name="connsiteY4" fmla="*/ 0 h 1612900"/>
                <a:gd name="connsiteX0" fmla="*/ 0 w 2063750"/>
                <a:gd name="connsiteY0" fmla="*/ 0 h 1612900"/>
                <a:gd name="connsiteX1" fmla="*/ 2063750 w 2063750"/>
                <a:gd name="connsiteY1" fmla="*/ 6350 h 1612900"/>
                <a:gd name="connsiteX2" fmla="*/ 1846243 w 2063750"/>
                <a:gd name="connsiteY2" fmla="*/ 1460307 h 1612900"/>
                <a:gd name="connsiteX3" fmla="*/ 0 w 2063750"/>
                <a:gd name="connsiteY3" fmla="*/ 1612900 h 1612900"/>
                <a:gd name="connsiteX4" fmla="*/ 0 w 2063750"/>
                <a:gd name="connsiteY4" fmla="*/ 0 h 1612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3750" h="1612900">
                  <a:moveTo>
                    <a:pt x="0" y="0"/>
                  </a:moveTo>
                  <a:lnTo>
                    <a:pt x="2063750" y="6350"/>
                  </a:lnTo>
                  <a:cubicBezTo>
                    <a:pt x="1864783" y="529167"/>
                    <a:pt x="2165860" y="931140"/>
                    <a:pt x="1846243" y="1460307"/>
                  </a:cubicBezTo>
                  <a:cubicBezTo>
                    <a:pt x="1374734" y="1636837"/>
                    <a:pt x="488950" y="1600200"/>
                    <a:pt x="0" y="1612900"/>
                  </a:cubicBezTo>
                  <a:lnTo>
                    <a:pt x="0" y="0"/>
                  </a:lnTo>
                  <a:close/>
                </a:path>
              </a:pathLst>
            </a:custGeom>
            <a:solidFill>
              <a:srgbClr val="007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descr="A person pointing at a person sitting at a desk&#10;&#10;Description automatically generated">
              <a:extLst>
                <a:ext uri="{FF2B5EF4-FFF2-40B4-BE49-F238E27FC236}">
                  <a16:creationId xmlns:a16="http://schemas.microsoft.com/office/drawing/2014/main" id="{8A1A6792-4E7F-A419-1AFA-FF303B70E9F4}"/>
                </a:ext>
              </a:extLst>
            </p:cNvPr>
            <p:cNvPicPr>
              <a:picLocks noGrp="1" noRot="1" noChangeAspect="1" noMove="1" noResize="1" noEditPoints="1" noAdjustHandles="1" noChangeArrowheads="1" noChangeShapeType="1" noCrop="1"/>
            </p:cNvPicPr>
            <p:nvPr userDrawn="1"/>
          </p:nvPicPr>
          <p:blipFill>
            <a:blip r:embed="rId4">
              <a:extLst>
                <a:ext uri="{28A0092B-C50C-407E-A947-70E740481C1C}">
                  <a14:useLocalDpi xmlns:a14="http://schemas.microsoft.com/office/drawing/2010/main" val="0"/>
                </a:ext>
              </a:extLst>
            </a:blip>
            <a:stretch>
              <a:fillRect/>
            </a:stretch>
          </p:blipFill>
          <p:spPr>
            <a:xfrm>
              <a:off x="12275749" y="24714"/>
              <a:ext cx="2503821" cy="1544594"/>
            </a:xfrm>
            <a:prstGeom prst="rect">
              <a:avLst/>
            </a:prstGeom>
          </p:spPr>
        </p:pic>
      </p:grpSp>
      <p:pic>
        <p:nvPicPr>
          <p:cNvPr id="10" name="Picture 9" descr="A black background with a black square&#10;&#10;Description automatically generated with medium confidence">
            <a:extLst>
              <a:ext uri="{FF2B5EF4-FFF2-40B4-BE49-F238E27FC236}">
                <a16:creationId xmlns:a16="http://schemas.microsoft.com/office/drawing/2014/main" id="{60F45679-3144-D86F-4394-569360CC1624}"/>
              </a:ext>
            </a:extLst>
          </p:cNvPr>
          <p:cNvPicPr>
            <a:picLocks noGrp="1" noRot="1" noChangeAspect="1" noMove="1" noResize="1" noEditPoints="1" noAdjustHandles="1" noChangeArrowheads="1" noChangeShapeType="1" noCrop="1"/>
          </p:cNvPicPr>
          <p:nvPr userDrawn="1"/>
        </p:nvPicPr>
        <p:blipFill>
          <a:blip r:embed="rId5">
            <a:extLst>
              <a:ext uri="{28A0092B-C50C-407E-A947-70E740481C1C}">
                <a14:useLocalDpi xmlns:a14="http://schemas.microsoft.com/office/drawing/2010/main" val="0"/>
              </a:ext>
            </a:extLst>
          </a:blip>
          <a:stretch>
            <a:fillRect/>
          </a:stretch>
        </p:blipFill>
        <p:spPr>
          <a:xfrm>
            <a:off x="-6350" y="0"/>
            <a:ext cx="16256000" cy="9144000"/>
          </a:xfrm>
          <a:prstGeom prst="rect">
            <a:avLst/>
          </a:prstGeom>
        </p:spPr>
      </p:pic>
      <p:sp>
        <p:nvSpPr>
          <p:cNvPr id="5" name="Google Shape;149;p35">
            <a:extLst>
              <a:ext uri="{FF2B5EF4-FFF2-40B4-BE49-F238E27FC236}">
                <a16:creationId xmlns:a16="http://schemas.microsoft.com/office/drawing/2014/main" id="{7948A9B8-596D-80F3-DBBD-D7EDD89ABE09}"/>
              </a:ext>
            </a:extLst>
          </p:cNvPr>
          <p:cNvSpPr txBox="1">
            <a:spLocks noGrp="1"/>
          </p:cNvSpPr>
          <p:nvPr>
            <p:ph type="title" hasCustomPrompt="1"/>
          </p:nvPr>
        </p:nvSpPr>
        <p:spPr>
          <a:xfrm>
            <a:off x="2421576" y="349071"/>
            <a:ext cx="9696532" cy="1137649"/>
          </a:xfrm>
          <a:prstGeom prst="rect">
            <a:avLst/>
          </a:prstGeom>
          <a:noFill/>
          <a:ln>
            <a:noFill/>
          </a:ln>
        </p:spPr>
        <p:txBody>
          <a:bodyPr spcFirstLastPara="1" wrap="square" lIns="91425" tIns="108000" rIns="91425" bIns="45700" anchor="t" anchorCtr="0">
            <a:spAutoFit/>
          </a:bodyPr>
          <a:lstStyle>
            <a:lvl1pPr marL="0" lvl="0" indent="0" algn="l">
              <a:lnSpc>
                <a:spcPct val="114000"/>
              </a:lnSpc>
              <a:spcBef>
                <a:spcPts val="0"/>
              </a:spcBef>
              <a:spcAft>
                <a:spcPts val="0"/>
              </a:spcAft>
              <a:buSzPts val="4400"/>
              <a:buFont typeface="Arial" panose="020B0604020202020204" pitchFamily="34" charset="0"/>
              <a:buNone/>
              <a:defRPr sz="2800" b="1">
                <a:solidFill>
                  <a:schemeClr val="bg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Add Title</a:t>
            </a:r>
            <a:br>
              <a:rPr lang="en-US"/>
            </a:br>
            <a:endParaRPr/>
          </a:p>
        </p:txBody>
      </p:sp>
      <p:sp>
        <p:nvSpPr>
          <p:cNvPr id="6" name="Text Placeholder 6">
            <a:extLst>
              <a:ext uri="{FF2B5EF4-FFF2-40B4-BE49-F238E27FC236}">
                <a16:creationId xmlns:a16="http://schemas.microsoft.com/office/drawing/2014/main" id="{D6E140C6-C70A-C947-7711-0BA4214D3E0D}"/>
              </a:ext>
            </a:extLst>
          </p:cNvPr>
          <p:cNvSpPr>
            <a:spLocks noGrp="1" noRot="1" noMove="1" noResize="1" noEditPoints="1" noAdjustHandles="1" noChangeArrowheads="1" noChangeShapeType="1"/>
          </p:cNvSpPr>
          <p:nvPr>
            <p:ph type="body" sz="quarter" idx="11"/>
          </p:nvPr>
        </p:nvSpPr>
        <p:spPr>
          <a:xfrm>
            <a:off x="1291857" y="2370300"/>
            <a:ext cx="13696999" cy="5873587"/>
          </a:xfrm>
          <a:prstGeom prst="rect">
            <a:avLst/>
          </a:prstGeom>
        </p:spPr>
        <p:txBody>
          <a:bodyPr anchor="t"/>
          <a:lstStyle>
            <a:lvl1pPr marL="0" indent="0" algn="l">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11" name="Google Shape;60;p31">
            <a:extLst>
              <a:ext uri="{FF2B5EF4-FFF2-40B4-BE49-F238E27FC236}">
                <a16:creationId xmlns:a16="http://schemas.microsoft.com/office/drawing/2014/main" id="{67F3721E-1652-C181-A345-92F37F4B71D2}"/>
              </a:ext>
            </a:extLst>
          </p:cNvPr>
          <p:cNvSpPr>
            <a:spLocks/>
          </p:cNvSpPr>
          <p:nvPr userDrawn="1"/>
        </p:nvSpPr>
        <p:spPr>
          <a:xfrm>
            <a:off x="1113033" y="420003"/>
            <a:ext cx="1468273"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chemeClr val="bg1"/>
                </a:solidFill>
                <a:latin typeface="Open Sans"/>
                <a:ea typeface="Open Sans"/>
                <a:cs typeface="Open Sans"/>
                <a:sym typeface="Open Sans"/>
              </a:rPr>
              <a:t>Demo: </a:t>
            </a:r>
            <a:endParaRPr lang="en-US" sz="1400" b="0" i="0" u="none" strike="noStrike" cap="none">
              <a:solidFill>
                <a:schemeClr val="bg1"/>
              </a:solidFill>
              <a:latin typeface="Arial"/>
              <a:ea typeface="Arial"/>
              <a:cs typeface="Arial"/>
              <a:sym typeface="Arial"/>
            </a:endParaRPr>
          </a:p>
        </p:txBody>
      </p:sp>
      <p:sp>
        <p:nvSpPr>
          <p:cNvPr id="4" name="Text Placeholder 7">
            <a:extLst>
              <a:ext uri="{FF2B5EF4-FFF2-40B4-BE49-F238E27FC236}">
                <a16:creationId xmlns:a16="http://schemas.microsoft.com/office/drawing/2014/main" id="{17EAF551-3311-91DD-E512-F39155DD8EA7}"/>
              </a:ext>
            </a:extLst>
          </p:cNvPr>
          <p:cNvSpPr txBox="1">
            <a:spLocks noGrp="1" noRot="1" noMove="1" noResize="1" noEditPoints="1" noAdjustHandles="1" noChangeArrowheads="1" noChangeShapeType="1"/>
          </p:cNvSpPr>
          <p:nvPr userDrawn="1"/>
        </p:nvSpPr>
        <p:spPr>
          <a:xfrm>
            <a:off x="12012930" y="1793876"/>
            <a:ext cx="1560195"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Duration:</a:t>
            </a:r>
          </a:p>
        </p:txBody>
      </p:sp>
      <p:sp>
        <p:nvSpPr>
          <p:cNvPr id="7" name="Text Placeholder 7">
            <a:extLst>
              <a:ext uri="{FF2B5EF4-FFF2-40B4-BE49-F238E27FC236}">
                <a16:creationId xmlns:a16="http://schemas.microsoft.com/office/drawing/2014/main" id="{5F5D4B66-24E3-85AD-9EFE-7B08C35BFABE}"/>
              </a:ext>
            </a:extLst>
          </p:cNvPr>
          <p:cNvSpPr txBox="1">
            <a:spLocks noGrp="1" noRot="1" noMove="1" noResize="1" noEditPoints="1" noAdjustHandles="1" noChangeArrowheads="1" noChangeShapeType="1"/>
          </p:cNvSpPr>
          <p:nvPr userDrawn="1"/>
        </p:nvSpPr>
        <p:spPr>
          <a:xfrm>
            <a:off x="13803630" y="1791495"/>
            <a:ext cx="1469708"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minutes</a:t>
            </a:r>
          </a:p>
        </p:txBody>
      </p:sp>
      <p:sp>
        <p:nvSpPr>
          <p:cNvPr id="9" name="Text Placeholder 6">
            <a:extLst>
              <a:ext uri="{FF2B5EF4-FFF2-40B4-BE49-F238E27FC236}">
                <a16:creationId xmlns:a16="http://schemas.microsoft.com/office/drawing/2014/main" id="{CA63BAA6-A5F5-E6B2-B7E5-2632162CE538}"/>
              </a:ext>
            </a:extLst>
          </p:cNvPr>
          <p:cNvSpPr>
            <a:spLocks noGrp="1" noRot="1" noMove="1" noResize="1" noEditPoints="1" noAdjustHandles="1" noChangeArrowheads="1" noChangeShapeType="1"/>
          </p:cNvSpPr>
          <p:nvPr>
            <p:ph type="body" sz="quarter" idx="14" hasCustomPrompt="1"/>
          </p:nvPr>
        </p:nvSpPr>
        <p:spPr>
          <a:xfrm>
            <a:off x="13416914" y="1793560"/>
            <a:ext cx="565786" cy="574675"/>
          </a:xfrm>
          <a:prstGeom prst="rect">
            <a:avLst/>
          </a:prstGeom>
        </p:spPr>
        <p:txBody>
          <a:bodyPr/>
          <a:lstStyle>
            <a:lvl1pPr marL="0" indent="0" algn="l">
              <a:lnSpc>
                <a:spcPct val="114000"/>
              </a:lnSpc>
              <a:spcBef>
                <a:spcPts val="0"/>
              </a:spcBef>
              <a:buFont typeface="Arial" panose="020B0604020202020204" pitchFamily="34" charset="0"/>
              <a:buNone/>
              <a:defRPr sz="2200" b="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r>
              <a:rPr lang="en-US"/>
              <a:t>05</a:t>
            </a:r>
          </a:p>
        </p:txBody>
      </p:sp>
    </p:spTree>
    <p:custDataLst>
      <p:tags r:id="rId1"/>
    </p:custDataLst>
    <p:extLst>
      <p:ext uri="{BB962C8B-B14F-4D97-AF65-F5344CB8AC3E}">
        <p14:creationId xmlns:p14="http://schemas.microsoft.com/office/powerpoint/2010/main" val="51512082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ick Check">
    <p:spTree>
      <p:nvGrpSpPr>
        <p:cNvPr id="1" name=""/>
        <p:cNvGrpSpPr/>
        <p:nvPr/>
      </p:nvGrpSpPr>
      <p:grpSpPr>
        <a:xfrm>
          <a:off x="0" y="0"/>
          <a:ext cx="0" cy="0"/>
          <a:chOff x="0" y="0"/>
          <a:chExt cx="0" cy="0"/>
        </a:xfrm>
      </p:grpSpPr>
      <p:pic>
        <p:nvPicPr>
          <p:cNvPr id="3" name="Picture 2" descr="A white background with black text&#10;&#10;Description automatically generated">
            <a:extLst>
              <a:ext uri="{FF2B5EF4-FFF2-40B4-BE49-F238E27FC236}">
                <a16:creationId xmlns:a16="http://schemas.microsoft.com/office/drawing/2014/main" id="{BBBB158B-36B2-64B6-B4D2-6D3F8DCF138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pic>
        <p:nvPicPr>
          <p:cNvPr id="4" name="Picture 3" descr="A person sitting at a desk&#10;&#10;Description automatically generated">
            <a:extLst>
              <a:ext uri="{FF2B5EF4-FFF2-40B4-BE49-F238E27FC236}">
                <a16:creationId xmlns:a16="http://schemas.microsoft.com/office/drawing/2014/main" id="{395471E9-EFB1-C3EB-472B-8750AE2D2EA6}"/>
              </a:ext>
            </a:extLst>
          </p:cNvPr>
          <p:cNvPicPr/>
          <p:nvPr userDrawn="1"/>
        </p:nvPicPr>
        <p:blipFill>
          <a:blip r:embed="rId4">
            <a:extLst>
              <a:ext uri="{28A0092B-C50C-407E-A947-70E740481C1C}">
                <a14:useLocalDpi xmlns:a14="http://schemas.microsoft.com/office/drawing/2010/main" val="0"/>
              </a:ext>
            </a:extLst>
          </a:blip>
          <a:stretch>
            <a:fillRect/>
          </a:stretch>
        </p:blipFill>
        <p:spPr>
          <a:xfrm>
            <a:off x="527050" y="3050887"/>
            <a:ext cx="6673711" cy="3042226"/>
          </a:xfrm>
          <a:prstGeom prst="rect">
            <a:avLst/>
          </a:prstGeom>
        </p:spPr>
      </p:pic>
      <p:sp>
        <p:nvSpPr>
          <p:cNvPr id="5" name="Google Shape;60;p31">
            <a:extLst>
              <a:ext uri="{FF2B5EF4-FFF2-40B4-BE49-F238E27FC236}">
                <a16:creationId xmlns:a16="http://schemas.microsoft.com/office/drawing/2014/main" id="{D2A4E7B2-E3C1-9824-CEEB-4AEE636D905E}"/>
              </a:ext>
            </a:extLst>
          </p:cNvPr>
          <p:cNvSpPr>
            <a:spLocks/>
          </p:cNvSpPr>
          <p:nvPr userDrawn="1"/>
        </p:nvSpPr>
        <p:spPr>
          <a:xfrm>
            <a:off x="4358502" y="280670"/>
            <a:ext cx="7538997" cy="523180"/>
          </a:xfrm>
          <a:prstGeom prst="rect">
            <a:avLst/>
          </a:prstGeom>
          <a:noFill/>
          <a:ln>
            <a:noFill/>
          </a:ln>
        </p:spPr>
        <p:txBody>
          <a:bodyPr spcFirstLastPara="1" wrap="square" lIns="91425" tIns="45700" rIns="91425" bIns="45700" anchor="t" anchorCtr="0">
            <a:spAutoFit/>
          </a:bodyPr>
          <a:lstStyle/>
          <a:p>
            <a:pPr algn="ctr"/>
            <a:r>
              <a:rPr lang="en-IN" sz="2800" b="1">
                <a:solidFill>
                  <a:schemeClr val="tx1">
                    <a:lumMod val="75000"/>
                    <a:lumOff val="25000"/>
                  </a:schemeClr>
                </a:solidFill>
              </a:rPr>
              <a:t>Quick Check</a:t>
            </a:r>
          </a:p>
        </p:txBody>
      </p:sp>
      <p:sp>
        <p:nvSpPr>
          <p:cNvPr id="6" name="Google Shape;24;p23">
            <a:extLst>
              <a:ext uri="{FF2B5EF4-FFF2-40B4-BE49-F238E27FC236}">
                <a16:creationId xmlns:a16="http://schemas.microsoft.com/office/drawing/2014/main" id="{90437A0F-C809-5B12-40C3-17F310F89B55}"/>
              </a:ext>
            </a:extLst>
          </p:cNvPr>
          <p:cNvSpPr txBox="1">
            <a:spLocks noGrp="1"/>
          </p:cNvSpPr>
          <p:nvPr>
            <p:ph type="body" idx="2" hasCustomPrompt="1"/>
          </p:nvPr>
        </p:nvSpPr>
        <p:spPr>
          <a:xfrm>
            <a:off x="8128000" y="3371850"/>
            <a:ext cx="7315200" cy="2056717"/>
          </a:xfrm>
          <a:prstGeom prst="rect">
            <a:avLst/>
          </a:prstGeom>
          <a:noFill/>
          <a:ln>
            <a:noFill/>
          </a:ln>
        </p:spPr>
        <p:txBody>
          <a:bodyPr spcFirstLastPara="1" wrap="square" lIns="91425" tIns="0" rIns="91425" bIns="0" anchor="t" anchorCtr="0">
            <a:spAutoFit/>
          </a:bodyPr>
          <a:lstStyle>
            <a:lvl1pPr marL="342000" lvl="0" indent="-342000" algn="l">
              <a:lnSpc>
                <a:spcPct val="114000"/>
              </a:lnSpc>
              <a:spcBef>
                <a:spcPts val="1000"/>
              </a:spcBef>
              <a:spcAft>
                <a:spcPts val="0"/>
              </a:spcAft>
              <a:buClr>
                <a:schemeClr val="tx1">
                  <a:lumMod val="75000"/>
                  <a:lumOff val="25000"/>
                </a:schemeClr>
              </a:buClr>
              <a:buSzPts val="2200"/>
              <a:buFont typeface="+mj-lt"/>
              <a:buAutoNum type="alphaUcPeriod"/>
              <a:defRPr>
                <a:solidFill>
                  <a:schemeClr val="tx1">
                    <a:lumMod val="75000"/>
                    <a:lumOff val="25000"/>
                  </a:schemeClr>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IN"/>
              <a:t>Option 1</a:t>
            </a:r>
          </a:p>
          <a:p>
            <a:r>
              <a:rPr lang="en-IN"/>
              <a:t>Option 2</a:t>
            </a:r>
          </a:p>
          <a:p>
            <a:r>
              <a:rPr lang="en-IN"/>
              <a:t>Option 3</a:t>
            </a:r>
          </a:p>
          <a:p>
            <a:r>
              <a:rPr lang="en-IN"/>
              <a:t>Option 4</a:t>
            </a:r>
            <a:endParaRPr/>
          </a:p>
        </p:txBody>
      </p:sp>
      <p:sp>
        <p:nvSpPr>
          <p:cNvPr id="7" name="Google Shape;24;p23">
            <a:extLst>
              <a:ext uri="{FF2B5EF4-FFF2-40B4-BE49-F238E27FC236}">
                <a16:creationId xmlns:a16="http://schemas.microsoft.com/office/drawing/2014/main" id="{E800E953-2F91-EE49-61CC-4E1B4968EAD6}"/>
              </a:ext>
            </a:extLst>
          </p:cNvPr>
          <p:cNvSpPr txBox="1">
            <a:spLocks noGrp="1"/>
          </p:cNvSpPr>
          <p:nvPr>
            <p:ph type="body" idx="10" hasCustomPrompt="1"/>
          </p:nvPr>
        </p:nvSpPr>
        <p:spPr>
          <a:xfrm>
            <a:off x="8128000" y="2361726"/>
            <a:ext cx="7315200" cy="910026"/>
          </a:xfrm>
          <a:prstGeom prst="rect">
            <a:avLst/>
          </a:prstGeom>
          <a:noFill/>
          <a:ln>
            <a:noFill/>
          </a:ln>
        </p:spPr>
        <p:txBody>
          <a:bodyPr spcFirstLastPara="1" wrap="square" lIns="91425" tIns="0" rIns="91425" bIns="0" anchor="ctr" anchorCtr="0">
            <a:spAutoFit/>
          </a:bodyPr>
          <a:lstStyle>
            <a:lvl1pPr marL="0" lvl="0" indent="0" algn="l">
              <a:lnSpc>
                <a:spcPct val="114000"/>
              </a:lnSpc>
              <a:spcBef>
                <a:spcPts val="0"/>
              </a:spcBef>
              <a:spcAft>
                <a:spcPts val="0"/>
              </a:spcAft>
              <a:buClr>
                <a:schemeClr val="tx1">
                  <a:lumMod val="75000"/>
                  <a:lumOff val="25000"/>
                </a:schemeClr>
              </a:buClr>
              <a:buSzPts val="2200"/>
              <a:buFont typeface="Arial" panose="020B0604020202020204" pitchFamily="34" charset="0"/>
              <a:buNone/>
              <a:defRPr>
                <a:solidFill>
                  <a:schemeClr val="tx1">
                    <a:lumMod val="75000"/>
                    <a:lumOff val="25000"/>
                  </a:schemeClr>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t>Click to add question</a:t>
            </a:r>
          </a:p>
        </p:txBody>
      </p:sp>
      <p:sp>
        <p:nvSpPr>
          <p:cNvPr id="8" name="Brandline">
            <a:extLst>
              <a:ext uri="{FF2B5EF4-FFF2-40B4-BE49-F238E27FC236}">
                <a16:creationId xmlns:a16="http://schemas.microsoft.com/office/drawing/2014/main" id="{7D06FDCB-36A9-900D-8AB4-A77C2B5884E8}"/>
              </a:ext>
            </a:extLst>
          </p:cNvPr>
          <p:cNvSpPr/>
          <p:nvPr userDrawn="1"/>
        </p:nvSpPr>
        <p:spPr>
          <a:xfrm>
            <a:off x="6756401" y="816324"/>
            <a:ext cx="274050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90881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uided_Practice">
    <p:spTree>
      <p:nvGrpSpPr>
        <p:cNvPr id="1" name=""/>
        <p:cNvGrpSpPr/>
        <p:nvPr/>
      </p:nvGrpSpPr>
      <p:grpSpPr>
        <a:xfrm>
          <a:off x="0" y="0"/>
          <a:ext cx="0" cy="0"/>
          <a:chOff x="0" y="0"/>
          <a:chExt cx="0" cy="0"/>
        </a:xfrm>
      </p:grpSpPr>
      <p:pic>
        <p:nvPicPr>
          <p:cNvPr id="8" name="Picture 7" descr="A blue and white rectangle&#10;&#10;Description automatically generated">
            <a:extLst>
              <a:ext uri="{FF2B5EF4-FFF2-40B4-BE49-F238E27FC236}">
                <a16:creationId xmlns:a16="http://schemas.microsoft.com/office/drawing/2014/main" id="{3C6AE251-CDF1-9CBC-19E2-D09954E6E5C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grpSp>
        <p:nvGrpSpPr>
          <p:cNvPr id="262" name="Group 261">
            <a:extLst>
              <a:ext uri="{FF2B5EF4-FFF2-40B4-BE49-F238E27FC236}">
                <a16:creationId xmlns:a16="http://schemas.microsoft.com/office/drawing/2014/main" id="{A3C8821E-D96D-B49B-BCF0-C8C6DC0C2DB5}"/>
              </a:ext>
            </a:extLst>
          </p:cNvPr>
          <p:cNvGrpSpPr>
            <a:grpSpLocks noGrp="1" noUngrp="1" noRot="1" noMove="1" noResize="1"/>
          </p:cNvGrpSpPr>
          <p:nvPr userDrawn="1"/>
        </p:nvGrpSpPr>
        <p:grpSpPr>
          <a:xfrm>
            <a:off x="0" y="0"/>
            <a:ext cx="16256000" cy="9144000"/>
            <a:chOff x="0" y="0"/>
            <a:chExt cx="16256000" cy="9144000"/>
          </a:xfrm>
        </p:grpSpPr>
        <p:pic>
          <p:nvPicPr>
            <p:cNvPr id="11" name="Picture 10" descr="A blue and white rectangle&#10;&#10;Description automatically generated" hidden="1">
              <a:extLst>
                <a:ext uri="{FF2B5EF4-FFF2-40B4-BE49-F238E27FC236}">
                  <a16:creationId xmlns:a16="http://schemas.microsoft.com/office/drawing/2014/main" id="{E0F13474-D445-C18B-EBD4-A9717626552F}"/>
                </a:ext>
              </a:extLst>
            </p:cNvPr>
            <p:cNvPicPr>
              <a:picLocks noGrp="1" noRot="1" noChangeAspect="1" noMove="1" noResize="1" noEditPoints="1" noAdjustHandles="1" noChangeArrowheads="1" noChangeShapeType="1" noCrop="1"/>
            </p:cNvPicPr>
            <p:nvPr userDrawn="1"/>
          </p:nvPicPr>
          <p:blipFill>
            <a:blip r:embed="rId4">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6" name="Rectangle: Rounded Corners 5" hidden="1">
              <a:extLst>
                <a:ext uri="{FF2B5EF4-FFF2-40B4-BE49-F238E27FC236}">
                  <a16:creationId xmlns:a16="http://schemas.microsoft.com/office/drawing/2014/main" id="{965F6D3E-EEA0-953A-817F-609305FE5E0B}"/>
                </a:ext>
              </a:extLst>
            </p:cNvPr>
            <p:cNvSpPr>
              <a:spLocks/>
            </p:cNvSpPr>
            <p:nvPr userDrawn="1"/>
          </p:nvSpPr>
          <p:spPr>
            <a:xfrm>
              <a:off x="12702748" y="3175"/>
              <a:ext cx="2459381" cy="1618992"/>
            </a:xfrm>
            <a:custGeom>
              <a:avLst/>
              <a:gdLst>
                <a:gd name="connsiteX0" fmla="*/ 0 w 2459381"/>
                <a:gd name="connsiteY0" fmla="*/ 755113 h 1580892"/>
                <a:gd name="connsiteX1" fmla="*/ 755113 w 2459381"/>
                <a:gd name="connsiteY1" fmla="*/ 0 h 1580892"/>
                <a:gd name="connsiteX2" fmla="*/ 1704268 w 2459381"/>
                <a:gd name="connsiteY2" fmla="*/ 0 h 1580892"/>
                <a:gd name="connsiteX3" fmla="*/ 2459381 w 2459381"/>
                <a:gd name="connsiteY3" fmla="*/ 755113 h 1580892"/>
                <a:gd name="connsiteX4" fmla="*/ 2459381 w 2459381"/>
                <a:gd name="connsiteY4" fmla="*/ 825779 h 1580892"/>
                <a:gd name="connsiteX5" fmla="*/ 1704268 w 2459381"/>
                <a:gd name="connsiteY5" fmla="*/ 1580892 h 1580892"/>
                <a:gd name="connsiteX6" fmla="*/ 755113 w 2459381"/>
                <a:gd name="connsiteY6" fmla="*/ 1580892 h 1580892"/>
                <a:gd name="connsiteX7" fmla="*/ 0 w 2459381"/>
                <a:gd name="connsiteY7" fmla="*/ 825779 h 1580892"/>
                <a:gd name="connsiteX8" fmla="*/ 0 w 2459381"/>
                <a:gd name="connsiteY8" fmla="*/ 755113 h 1580892"/>
                <a:gd name="connsiteX0" fmla="*/ 0 w 2459381"/>
                <a:gd name="connsiteY0" fmla="*/ 755113 h 1618992"/>
                <a:gd name="connsiteX1" fmla="*/ 755113 w 2459381"/>
                <a:gd name="connsiteY1" fmla="*/ 0 h 1618992"/>
                <a:gd name="connsiteX2" fmla="*/ 1704268 w 2459381"/>
                <a:gd name="connsiteY2" fmla="*/ 0 h 1618992"/>
                <a:gd name="connsiteX3" fmla="*/ 2459381 w 2459381"/>
                <a:gd name="connsiteY3" fmla="*/ 755113 h 1618992"/>
                <a:gd name="connsiteX4" fmla="*/ 2459381 w 2459381"/>
                <a:gd name="connsiteY4" fmla="*/ 825779 h 1618992"/>
                <a:gd name="connsiteX5" fmla="*/ 1704268 w 2459381"/>
                <a:gd name="connsiteY5" fmla="*/ 1580892 h 1618992"/>
                <a:gd name="connsiteX6" fmla="*/ 745588 w 2459381"/>
                <a:gd name="connsiteY6" fmla="*/ 1618992 h 1618992"/>
                <a:gd name="connsiteX7" fmla="*/ 0 w 2459381"/>
                <a:gd name="connsiteY7" fmla="*/ 825779 h 1618992"/>
                <a:gd name="connsiteX8" fmla="*/ 0 w 2459381"/>
                <a:gd name="connsiteY8" fmla="*/ 755113 h 1618992"/>
                <a:gd name="connsiteX0" fmla="*/ 0 w 2459381"/>
                <a:gd name="connsiteY0" fmla="*/ 755113 h 1618992"/>
                <a:gd name="connsiteX1" fmla="*/ 755113 w 2459381"/>
                <a:gd name="connsiteY1" fmla="*/ 0 h 1618992"/>
                <a:gd name="connsiteX2" fmla="*/ 1704268 w 2459381"/>
                <a:gd name="connsiteY2" fmla="*/ 0 h 1618992"/>
                <a:gd name="connsiteX3" fmla="*/ 2459381 w 2459381"/>
                <a:gd name="connsiteY3" fmla="*/ 755113 h 1618992"/>
                <a:gd name="connsiteX4" fmla="*/ 2459381 w 2459381"/>
                <a:gd name="connsiteY4" fmla="*/ 825779 h 1618992"/>
                <a:gd name="connsiteX5" fmla="*/ 1701093 w 2459381"/>
                <a:gd name="connsiteY5" fmla="*/ 1609467 h 1618992"/>
                <a:gd name="connsiteX6" fmla="*/ 745588 w 2459381"/>
                <a:gd name="connsiteY6" fmla="*/ 1618992 h 1618992"/>
                <a:gd name="connsiteX7" fmla="*/ 0 w 2459381"/>
                <a:gd name="connsiteY7" fmla="*/ 825779 h 1618992"/>
                <a:gd name="connsiteX8" fmla="*/ 0 w 2459381"/>
                <a:gd name="connsiteY8" fmla="*/ 755113 h 1618992"/>
                <a:gd name="connsiteX0" fmla="*/ 0 w 2459381"/>
                <a:gd name="connsiteY0" fmla="*/ 755113 h 1618992"/>
                <a:gd name="connsiteX1" fmla="*/ 755113 w 2459381"/>
                <a:gd name="connsiteY1" fmla="*/ 0 h 1618992"/>
                <a:gd name="connsiteX2" fmla="*/ 1704268 w 2459381"/>
                <a:gd name="connsiteY2" fmla="*/ 0 h 1618992"/>
                <a:gd name="connsiteX3" fmla="*/ 2459381 w 2459381"/>
                <a:gd name="connsiteY3" fmla="*/ 755113 h 1618992"/>
                <a:gd name="connsiteX4" fmla="*/ 2459381 w 2459381"/>
                <a:gd name="connsiteY4" fmla="*/ 825779 h 1618992"/>
                <a:gd name="connsiteX5" fmla="*/ 1697918 w 2459381"/>
                <a:gd name="connsiteY5" fmla="*/ 1618992 h 1618992"/>
                <a:gd name="connsiteX6" fmla="*/ 745588 w 2459381"/>
                <a:gd name="connsiteY6" fmla="*/ 1618992 h 1618992"/>
                <a:gd name="connsiteX7" fmla="*/ 0 w 2459381"/>
                <a:gd name="connsiteY7" fmla="*/ 825779 h 1618992"/>
                <a:gd name="connsiteX8" fmla="*/ 0 w 2459381"/>
                <a:gd name="connsiteY8" fmla="*/ 755113 h 1618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9381" h="1618992">
                  <a:moveTo>
                    <a:pt x="0" y="755113"/>
                  </a:moveTo>
                  <a:cubicBezTo>
                    <a:pt x="0" y="338076"/>
                    <a:pt x="338076" y="0"/>
                    <a:pt x="755113" y="0"/>
                  </a:cubicBezTo>
                  <a:lnTo>
                    <a:pt x="1704268" y="0"/>
                  </a:lnTo>
                  <a:cubicBezTo>
                    <a:pt x="2121305" y="0"/>
                    <a:pt x="2459381" y="338076"/>
                    <a:pt x="2459381" y="755113"/>
                  </a:cubicBezTo>
                  <a:lnTo>
                    <a:pt x="2459381" y="825779"/>
                  </a:lnTo>
                  <a:cubicBezTo>
                    <a:pt x="2459381" y="1242816"/>
                    <a:pt x="2114955" y="1618992"/>
                    <a:pt x="1697918" y="1618992"/>
                  </a:cubicBezTo>
                  <a:lnTo>
                    <a:pt x="745588" y="1618992"/>
                  </a:lnTo>
                  <a:cubicBezTo>
                    <a:pt x="328551" y="1618992"/>
                    <a:pt x="0" y="1242816"/>
                    <a:pt x="0" y="825779"/>
                  </a:cubicBezTo>
                  <a:lnTo>
                    <a:pt x="0" y="755113"/>
                  </a:lnTo>
                  <a:close/>
                </a:path>
              </a:pathLst>
            </a:custGeom>
            <a:solidFill>
              <a:srgbClr val="007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1" name="Graphic 260">
              <a:extLst>
                <a:ext uri="{FF2B5EF4-FFF2-40B4-BE49-F238E27FC236}">
                  <a16:creationId xmlns:a16="http://schemas.microsoft.com/office/drawing/2014/main" id="{CD92C22A-03D4-A80B-394D-B7D83674F279}"/>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12012929" y="133186"/>
              <a:ext cx="3164459" cy="1377776"/>
            </a:xfrm>
            <a:prstGeom prst="rect">
              <a:avLst/>
            </a:prstGeom>
          </p:spPr>
        </p:pic>
      </p:grpSp>
      <p:pic>
        <p:nvPicPr>
          <p:cNvPr id="15" name="Picture 14" descr="A black background with a black square&#10;&#10;Description automatically generated with medium confidence">
            <a:extLst>
              <a:ext uri="{FF2B5EF4-FFF2-40B4-BE49-F238E27FC236}">
                <a16:creationId xmlns:a16="http://schemas.microsoft.com/office/drawing/2014/main" id="{34AB9597-4658-0DD9-18AE-E5E67C5EED67}"/>
              </a:ext>
            </a:extLst>
          </p:cNvPr>
          <p:cNvPicPr>
            <a:picLocks noGrp="1" noRot="1" noChangeAspect="1" noMove="1" noResize="1" noEditPoints="1" noAdjustHandles="1" noChangeArrowheads="1" noChangeShapeType="1" noCrop="1"/>
          </p:cNvPicPr>
          <p:nvPr userDrawn="1"/>
        </p:nvPicPr>
        <p:blipFill>
          <a:blip r:embed="rId7">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16" name="Text Placeholder 6">
            <a:extLst>
              <a:ext uri="{FF2B5EF4-FFF2-40B4-BE49-F238E27FC236}">
                <a16:creationId xmlns:a16="http://schemas.microsoft.com/office/drawing/2014/main" id="{F1031B5D-44EC-EE53-D966-18C5C28FEBB4}"/>
              </a:ext>
            </a:extLst>
          </p:cNvPr>
          <p:cNvSpPr>
            <a:spLocks noGrp="1" noRot="1" noMove="1" noResize="1" noEditPoints="1" noAdjustHandles="1" noChangeArrowheads="1" noChangeShapeType="1"/>
          </p:cNvSpPr>
          <p:nvPr>
            <p:ph type="body" sz="quarter" idx="12"/>
          </p:nvPr>
        </p:nvSpPr>
        <p:spPr>
          <a:xfrm>
            <a:off x="1291857" y="2370300"/>
            <a:ext cx="13696999" cy="5873587"/>
          </a:xfrm>
          <a:prstGeom prst="rect">
            <a:avLst/>
          </a:prstGeom>
        </p:spPr>
        <p:txBody>
          <a:bodyPr anchor="t"/>
          <a:lstStyle>
            <a:lvl1pPr marL="0" indent="0" algn="l">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17" name="Google Shape;60;p31">
            <a:extLst>
              <a:ext uri="{FF2B5EF4-FFF2-40B4-BE49-F238E27FC236}">
                <a16:creationId xmlns:a16="http://schemas.microsoft.com/office/drawing/2014/main" id="{6D9136EB-7094-0C04-9269-C3B12A33DE79}"/>
              </a:ext>
            </a:extLst>
          </p:cNvPr>
          <p:cNvSpPr>
            <a:spLocks noGrp="1" noRot="1" noMove="1" noResize="1" noEditPoints="1" noAdjustHandles="1" noChangeArrowheads="1" noChangeShapeType="1"/>
          </p:cNvSpPr>
          <p:nvPr userDrawn="1"/>
        </p:nvSpPr>
        <p:spPr>
          <a:xfrm>
            <a:off x="5121290" y="570738"/>
            <a:ext cx="6013420" cy="523180"/>
          </a:xfrm>
          <a:prstGeom prst="rect">
            <a:avLst/>
          </a:prstGeom>
          <a:noFill/>
          <a:ln>
            <a:noFill/>
          </a:ln>
        </p:spPr>
        <p:txBody>
          <a:bodyPr spcFirstLastPara="1" wrap="square" lIns="91425" tIns="45700" rIns="91425" bIns="45700" anchor="t" anchorCtr="0">
            <a:spAutoFit/>
          </a:bodyPr>
          <a:lstStyle/>
          <a:p>
            <a:pPr marL="457200" marR="0" lvl="0" indent="-228600" algn="ctr" rtl="0">
              <a:lnSpc>
                <a:spcPct val="100000"/>
              </a:lnSpc>
              <a:spcBef>
                <a:spcPts val="0"/>
              </a:spcBef>
              <a:spcAft>
                <a:spcPts val="0"/>
              </a:spcAft>
              <a:buClr>
                <a:srgbClr val="3F3F3F"/>
              </a:buClr>
              <a:buSzPts val="2200"/>
              <a:buFont typeface="Arial"/>
              <a:buNone/>
            </a:pPr>
            <a:r>
              <a:rPr lang="en-US" sz="2800" b="1" i="0" u="none" strike="noStrike" cap="none">
                <a:solidFill>
                  <a:schemeClr val="bg1"/>
                </a:solidFill>
                <a:latin typeface="Open Sans"/>
                <a:ea typeface="Open Sans"/>
                <a:cs typeface="Open Sans"/>
                <a:sym typeface="Open Sans"/>
              </a:rPr>
              <a:t>Guided Practice</a:t>
            </a:r>
            <a:endParaRPr lang="en-US" sz="1400" b="0" i="0" u="none" strike="noStrike" cap="none">
              <a:solidFill>
                <a:schemeClr val="bg1"/>
              </a:solidFill>
              <a:latin typeface="Arial"/>
              <a:ea typeface="Arial"/>
              <a:cs typeface="Arial"/>
              <a:sym typeface="Arial"/>
            </a:endParaRPr>
          </a:p>
        </p:txBody>
      </p:sp>
      <p:sp>
        <p:nvSpPr>
          <p:cNvPr id="3" name="Text Placeholder 7">
            <a:extLst>
              <a:ext uri="{FF2B5EF4-FFF2-40B4-BE49-F238E27FC236}">
                <a16:creationId xmlns:a16="http://schemas.microsoft.com/office/drawing/2014/main" id="{AB35BD1A-9471-651D-2649-4316AC52BC42}"/>
              </a:ext>
            </a:extLst>
          </p:cNvPr>
          <p:cNvSpPr txBox="1">
            <a:spLocks noGrp="1" noRot="1" noMove="1" noResize="1" noEditPoints="1" noAdjustHandles="1" noChangeArrowheads="1" noChangeShapeType="1"/>
          </p:cNvSpPr>
          <p:nvPr userDrawn="1"/>
        </p:nvSpPr>
        <p:spPr>
          <a:xfrm>
            <a:off x="12012930" y="1793876"/>
            <a:ext cx="1560195"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Duration:</a:t>
            </a:r>
          </a:p>
        </p:txBody>
      </p:sp>
      <p:sp>
        <p:nvSpPr>
          <p:cNvPr id="4" name="Text Placeholder 7">
            <a:extLst>
              <a:ext uri="{FF2B5EF4-FFF2-40B4-BE49-F238E27FC236}">
                <a16:creationId xmlns:a16="http://schemas.microsoft.com/office/drawing/2014/main" id="{29EE0CD7-2A51-B423-FF7A-ECE5B843695C}"/>
              </a:ext>
            </a:extLst>
          </p:cNvPr>
          <p:cNvSpPr txBox="1">
            <a:spLocks noGrp="1" noRot="1" noMove="1" noResize="1" noEditPoints="1" noAdjustHandles="1" noChangeArrowheads="1" noChangeShapeType="1"/>
          </p:cNvSpPr>
          <p:nvPr userDrawn="1"/>
        </p:nvSpPr>
        <p:spPr>
          <a:xfrm>
            <a:off x="13803630" y="1791495"/>
            <a:ext cx="1469708"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minutes</a:t>
            </a:r>
          </a:p>
        </p:txBody>
      </p:sp>
      <p:sp>
        <p:nvSpPr>
          <p:cNvPr id="5" name="Text Placeholder 6">
            <a:extLst>
              <a:ext uri="{FF2B5EF4-FFF2-40B4-BE49-F238E27FC236}">
                <a16:creationId xmlns:a16="http://schemas.microsoft.com/office/drawing/2014/main" id="{024B0753-74CA-9548-6F69-872801D302A0}"/>
              </a:ext>
            </a:extLst>
          </p:cNvPr>
          <p:cNvSpPr>
            <a:spLocks noGrp="1" noRot="1" noMove="1" noResize="1" noEditPoints="1" noAdjustHandles="1" noChangeArrowheads="1" noChangeShapeType="1"/>
          </p:cNvSpPr>
          <p:nvPr>
            <p:ph type="body" sz="quarter" idx="14" hasCustomPrompt="1"/>
          </p:nvPr>
        </p:nvSpPr>
        <p:spPr>
          <a:xfrm>
            <a:off x="13416914" y="1793560"/>
            <a:ext cx="565786" cy="574675"/>
          </a:xfrm>
          <a:prstGeom prst="rect">
            <a:avLst/>
          </a:prstGeom>
        </p:spPr>
        <p:txBody>
          <a:bodyPr/>
          <a:lstStyle>
            <a:lvl1pPr marL="0" indent="0" algn="l">
              <a:lnSpc>
                <a:spcPct val="114000"/>
              </a:lnSpc>
              <a:spcBef>
                <a:spcPts val="0"/>
              </a:spcBef>
              <a:buFont typeface="Arial" panose="020B0604020202020204" pitchFamily="34" charset="0"/>
              <a:buNone/>
              <a:defRPr sz="2200" b="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r>
              <a:rPr lang="en-US"/>
              <a:t>05</a:t>
            </a:r>
          </a:p>
        </p:txBody>
      </p:sp>
      <p:sp>
        <p:nvSpPr>
          <p:cNvPr id="2" name="Text Placeholder 7">
            <a:extLst>
              <a:ext uri="{FF2B5EF4-FFF2-40B4-BE49-F238E27FC236}">
                <a16:creationId xmlns:a16="http://schemas.microsoft.com/office/drawing/2014/main" id="{17178723-0B69-BEF7-B3B3-DAFE72D44114}"/>
              </a:ext>
            </a:extLst>
          </p:cNvPr>
          <p:cNvSpPr txBox="1">
            <a:spLocks noGrp="1" noRot="1" noMove="1" noResize="1" noEditPoints="1" noAdjustHandles="1" noChangeArrowheads="1" noChangeShapeType="1"/>
          </p:cNvSpPr>
          <p:nvPr userDrawn="1"/>
        </p:nvSpPr>
        <p:spPr>
          <a:xfrm>
            <a:off x="1291857" y="1790702"/>
            <a:ext cx="1560195"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Overview</a:t>
            </a:r>
          </a:p>
        </p:txBody>
      </p:sp>
    </p:spTree>
    <p:custDataLst>
      <p:tags r:id="rId1"/>
    </p:custDataLst>
    <p:extLst>
      <p:ext uri="{BB962C8B-B14F-4D97-AF65-F5344CB8AC3E}">
        <p14:creationId xmlns:p14="http://schemas.microsoft.com/office/powerpoint/2010/main" val="3084795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Key Takeaways" preserve="1" userDrawn="1">
  <p:cSld name="Key Takeaways">
    <p:spTree>
      <p:nvGrpSpPr>
        <p:cNvPr id="1" name="Shape 129"/>
        <p:cNvGrpSpPr/>
        <p:nvPr/>
      </p:nvGrpSpPr>
      <p:grpSpPr>
        <a:xfrm>
          <a:off x="0" y="0"/>
          <a:ext cx="0" cy="0"/>
          <a:chOff x="0" y="0"/>
          <a:chExt cx="0" cy="0"/>
        </a:xfrm>
      </p:grpSpPr>
      <p:pic>
        <p:nvPicPr>
          <p:cNvPr id="5" name="Picture 4" descr="A white background with black text&#10;&#10;Description automatically generated">
            <a:extLst>
              <a:ext uri="{FF2B5EF4-FFF2-40B4-BE49-F238E27FC236}">
                <a16:creationId xmlns:a16="http://schemas.microsoft.com/office/drawing/2014/main" id="{1A51566E-E1A4-0B9E-B8F1-83AFFD4969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8" name="Rectangle 7">
            <a:extLst>
              <a:ext uri="{FF2B5EF4-FFF2-40B4-BE49-F238E27FC236}">
                <a16:creationId xmlns:a16="http://schemas.microsoft.com/office/drawing/2014/main" id="{327A4928-B707-C0C3-5320-D5D1404D00D7}"/>
              </a:ext>
            </a:extLst>
          </p:cNvPr>
          <p:cNvSpPr>
            <a:spLocks/>
          </p:cNvSpPr>
          <p:nvPr userDrawn="1"/>
        </p:nvSpPr>
        <p:spPr>
          <a:xfrm>
            <a:off x="10172776" y="1028700"/>
            <a:ext cx="6083224" cy="7200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6F9E26E1-CC49-BA68-3521-E47AD98B8EF6}"/>
              </a:ext>
            </a:extLst>
          </p:cNvPr>
          <p:cNvGrpSpPr>
            <a:grpSpLocks noGrp="1" noUngrp="1" noRot="1" noMove="1" noResize="1"/>
          </p:cNvGrpSpPr>
          <p:nvPr userDrawn="1"/>
        </p:nvGrpSpPr>
        <p:grpSpPr>
          <a:xfrm>
            <a:off x="11106126" y="1927654"/>
            <a:ext cx="4337074" cy="5288692"/>
            <a:chOff x="11106126" y="1927654"/>
            <a:chExt cx="4337074" cy="5288692"/>
          </a:xfrm>
        </p:grpSpPr>
        <p:sp>
          <p:nvSpPr>
            <p:cNvPr id="12" name="Base">
              <a:extLst>
                <a:ext uri="{FF2B5EF4-FFF2-40B4-BE49-F238E27FC236}">
                  <a16:creationId xmlns:a16="http://schemas.microsoft.com/office/drawing/2014/main" id="{416715E7-C2F0-E87C-9339-E30875BB8310}"/>
                </a:ext>
              </a:extLst>
            </p:cNvPr>
            <p:cNvSpPr>
              <a:spLocks noGrp="1" noRot="1" noMove="1" noResize="1" noEditPoints="1" noAdjustHandles="1" noChangeArrowheads="1" noChangeShapeType="1"/>
            </p:cNvSpPr>
            <p:nvPr userDrawn="1"/>
          </p:nvSpPr>
          <p:spPr>
            <a:xfrm>
              <a:off x="11754260" y="7011983"/>
              <a:ext cx="3377485" cy="143222"/>
            </a:xfrm>
            <a:prstGeom prst="ellipse">
              <a:avLst/>
            </a:prstGeom>
            <a:solidFill>
              <a:schemeClr val="tx1">
                <a:lumMod val="85000"/>
                <a:lumOff val="1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pic>
          <p:nvPicPr>
            <p:cNvPr id="11" name="Picture 10" descr="A person holding a pencil and a paper&#10;&#10;Description automatically generated">
              <a:extLst>
                <a:ext uri="{FF2B5EF4-FFF2-40B4-BE49-F238E27FC236}">
                  <a16:creationId xmlns:a16="http://schemas.microsoft.com/office/drawing/2014/main" id="{3EBBF239-D145-6DA4-8D4A-5A62C1540A4D}"/>
                </a:ext>
              </a:extLst>
            </p:cNvPr>
            <p:cNvPicPr>
              <a:picLocks noGrp="1" noRot="1" noChangeAspect="1" noMove="1" noResize="1" noEditPoints="1" noAdjustHandles="1" noChangeArrowheads="1" noChangeShapeType="1" noCrop="1"/>
            </p:cNvPicPr>
            <p:nvPr userDrawn="1"/>
          </p:nvPicPr>
          <p:blipFill rotWithShape="1">
            <a:blip r:embed="rId4">
              <a:extLst>
                <a:ext uri="{28A0092B-C50C-407E-A947-70E740481C1C}">
                  <a14:useLocalDpi xmlns:a14="http://schemas.microsoft.com/office/drawing/2010/main" val="0"/>
                </a:ext>
              </a:extLst>
            </a:blip>
            <a:srcRect l="27234"/>
            <a:stretch/>
          </p:blipFill>
          <p:spPr>
            <a:xfrm flipH="1">
              <a:off x="11106126" y="1927654"/>
              <a:ext cx="4337074" cy="5288692"/>
            </a:xfrm>
            <a:prstGeom prst="rect">
              <a:avLst/>
            </a:prstGeom>
          </p:spPr>
        </p:pic>
      </p:grpSp>
      <p:sp>
        <p:nvSpPr>
          <p:cNvPr id="4" name="Brandline_LVC">
            <a:extLst>
              <a:ext uri="{FF2B5EF4-FFF2-40B4-BE49-F238E27FC236}">
                <a16:creationId xmlns:a16="http://schemas.microsoft.com/office/drawing/2014/main" id="{F274DB65-9471-8FF1-5F67-3A8B02FBF3BD}"/>
              </a:ext>
            </a:extLst>
          </p:cNvPr>
          <p:cNvSpPr>
            <a:spLocks noGrp="1" noRot="1" noMove="1" noResize="1" noEditPoints="1" noAdjustHandles="1" noChangeArrowheads="1" noChangeShapeType="1"/>
          </p:cNvSpPr>
          <p:nvPr userDrawn="1"/>
        </p:nvSpPr>
        <p:spPr>
          <a:xfrm>
            <a:off x="6439258" y="812260"/>
            <a:ext cx="337748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2" name="Google Shape;47;p27">
            <a:extLst>
              <a:ext uri="{FF2B5EF4-FFF2-40B4-BE49-F238E27FC236}">
                <a16:creationId xmlns:a16="http://schemas.microsoft.com/office/drawing/2014/main" id="{DFADBA2E-0E91-C8B8-3A16-37E16A8024BC}"/>
              </a:ext>
            </a:extLst>
          </p:cNvPr>
          <p:cNvSpPr>
            <a:spLocks noGrp="1" noRot="1" noMove="1" noResize="1" noEditPoints="1" noAdjustHandles="1" noChangeArrowheads="1" noChangeShapeType="1"/>
          </p:cNvSpPr>
          <p:nvPr userDrawn="1"/>
        </p:nvSpPr>
        <p:spPr>
          <a:xfrm>
            <a:off x="5718100" y="269818"/>
            <a:ext cx="4819800" cy="523200"/>
          </a:xfrm>
          <a:prstGeom prst="rect">
            <a:avLst/>
          </a:prstGeom>
          <a:noFill/>
          <a:ln>
            <a:noFill/>
          </a:ln>
        </p:spPr>
        <p:txBody>
          <a:bodyPr spcFirstLastPara="1" wrap="square" lIns="91425" tIns="45700" rIns="91425" bIns="45700" anchor="t" anchorCtr="0">
            <a:spAutoFit/>
          </a:bodyPr>
          <a:lstStyle/>
          <a:p>
            <a:pPr marL="22860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chemeClr val="tx1">
                    <a:lumMod val="75000"/>
                    <a:lumOff val="25000"/>
                  </a:schemeClr>
                </a:solidFill>
                <a:latin typeface="Open Sans"/>
                <a:ea typeface="Open Sans"/>
                <a:cs typeface="Open Sans"/>
                <a:sym typeface="Open Sans"/>
              </a:rPr>
              <a:t>Key Takeaways</a:t>
            </a:r>
            <a:endParaRPr lang="en-US" sz="1400" b="0" i="0" u="none" strike="noStrike" cap="none">
              <a:solidFill>
                <a:schemeClr val="tx1">
                  <a:lumMod val="75000"/>
                  <a:lumOff val="25000"/>
                </a:schemeClr>
              </a:solidFill>
              <a:latin typeface="Arial"/>
              <a:ea typeface="Arial"/>
              <a:cs typeface="Arial"/>
              <a:sym typeface="Arial"/>
            </a:endParaRPr>
          </a:p>
        </p:txBody>
      </p:sp>
      <p:sp>
        <p:nvSpPr>
          <p:cNvPr id="13" name="Text Placeholder 16">
            <a:extLst>
              <a:ext uri="{FF2B5EF4-FFF2-40B4-BE49-F238E27FC236}">
                <a16:creationId xmlns:a16="http://schemas.microsoft.com/office/drawing/2014/main" id="{9ED52AEB-BE71-91E8-C623-2AA0E3B84E4C}"/>
              </a:ext>
            </a:extLst>
          </p:cNvPr>
          <p:cNvSpPr>
            <a:spLocks noGrp="1"/>
          </p:cNvSpPr>
          <p:nvPr>
            <p:ph type="body" sz="quarter" idx="19" hasCustomPrompt="1"/>
          </p:nvPr>
        </p:nvSpPr>
        <p:spPr>
          <a:xfrm>
            <a:off x="734790" y="1980938"/>
            <a:ext cx="9632528" cy="968855"/>
          </a:xfrm>
        </p:spPr>
        <p:txBody>
          <a:bodyPr wrap="square">
            <a:spAutoFit/>
          </a:bodyPr>
          <a:lstStyle>
            <a:lvl1pPr marL="342000" indent="-342000">
              <a:lnSpc>
                <a:spcPct val="114000"/>
              </a:lnSpc>
              <a:spcBef>
                <a:spcPts val="1000"/>
              </a:spcBef>
              <a:buFontTx/>
              <a:buBlip>
                <a:blip r:embed="rId5"/>
              </a:buBlip>
              <a:defRPr/>
            </a:lvl1pPr>
            <a:lvl2pPr marL="342000" indent="-342000">
              <a:lnSpc>
                <a:spcPct val="114000"/>
              </a:lnSpc>
              <a:spcBef>
                <a:spcPts val="1000"/>
              </a:spcBef>
              <a:defRPr/>
            </a:lvl2pPr>
            <a:lvl3pPr marL="342000" indent="-342000">
              <a:lnSpc>
                <a:spcPct val="114000"/>
              </a:lnSpc>
              <a:spcBef>
                <a:spcPts val="1000"/>
              </a:spcBef>
              <a:defRPr/>
            </a:lvl3pPr>
            <a:lvl4pPr marL="342000" indent="-342000">
              <a:lnSpc>
                <a:spcPct val="114000"/>
              </a:lnSpc>
              <a:spcBef>
                <a:spcPts val="1000"/>
              </a:spcBef>
              <a:defRPr/>
            </a:lvl4pPr>
            <a:lvl5pPr marL="342000" indent="-342000">
              <a:lnSpc>
                <a:spcPct val="114000"/>
              </a:lnSpc>
              <a:spcBef>
                <a:spcPts val="1000"/>
              </a:spcBef>
              <a:defRPr/>
            </a:lvl5pPr>
          </a:lstStyle>
          <a:p>
            <a:pPr lvl="0"/>
            <a:r>
              <a:rPr lang="en-US"/>
              <a:t>Click to add text</a:t>
            </a:r>
          </a:p>
          <a:p>
            <a:pPr lvl="0"/>
            <a:endParaRPr lang="en-US"/>
          </a:p>
        </p:txBody>
      </p:sp>
    </p:spTree>
    <p:custDataLst>
      <p:tags r:id="rId1"/>
    </p:custDataLst>
    <p:extLst>
      <p:ext uri="{BB962C8B-B14F-4D97-AF65-F5344CB8AC3E}">
        <p14:creationId xmlns:p14="http://schemas.microsoft.com/office/powerpoint/2010/main" val="15850367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ractice Project">
    <p:spTree>
      <p:nvGrpSpPr>
        <p:cNvPr id="1" name=""/>
        <p:cNvGrpSpPr/>
        <p:nvPr/>
      </p:nvGrpSpPr>
      <p:grpSpPr>
        <a:xfrm>
          <a:off x="0" y="0"/>
          <a:ext cx="0" cy="0"/>
          <a:chOff x="0" y="0"/>
          <a:chExt cx="0" cy="0"/>
        </a:xfrm>
      </p:grpSpPr>
      <p:pic>
        <p:nvPicPr>
          <p:cNvPr id="3" name="Picture 2" descr="A blue arrow pointing to a white rectangle&#10;&#10;Description automatically generated">
            <a:extLst>
              <a:ext uri="{FF2B5EF4-FFF2-40B4-BE49-F238E27FC236}">
                <a16:creationId xmlns:a16="http://schemas.microsoft.com/office/drawing/2014/main" id="{96657892-362A-F37C-A2F8-51A45BE902F8}"/>
              </a:ext>
            </a:extLst>
          </p:cNvPr>
          <p:cNvPicPr/>
          <p:nvPr userDrawn="1"/>
        </p:nvPicPr>
        <p:blipFill>
          <a:blip r:embed="rId3">
            <a:extLst>
              <a:ext uri="{28A0092B-C50C-407E-A947-70E740481C1C}">
                <a14:useLocalDpi xmlns:a14="http://schemas.microsoft.com/office/drawing/2010/main" val="0"/>
              </a:ext>
            </a:extLst>
          </a:blip>
          <a:stretch>
            <a:fillRect/>
          </a:stretch>
        </p:blipFill>
        <p:spPr>
          <a:xfrm>
            <a:off x="0" y="139700"/>
            <a:ext cx="16256000" cy="9144000"/>
          </a:xfrm>
          <a:prstGeom prst="rect">
            <a:avLst/>
          </a:prstGeom>
        </p:spPr>
      </p:pic>
      <p:pic>
        <p:nvPicPr>
          <p:cNvPr id="4" name="Picture 3" descr="A black background with a black square&#10;&#10;Description automatically generated with medium confidence">
            <a:extLst>
              <a:ext uri="{FF2B5EF4-FFF2-40B4-BE49-F238E27FC236}">
                <a16:creationId xmlns:a16="http://schemas.microsoft.com/office/drawing/2014/main" id="{6DDCF134-CF20-6E44-ABC8-EE9E7C9983AC}"/>
              </a:ext>
            </a:extLst>
          </p:cNvPr>
          <p:cNvPicPr/>
          <p:nvPr userDrawn="1"/>
        </p:nvPicPr>
        <p:blipFill>
          <a:blip r:embed="rId4">
            <a:extLst>
              <a:ext uri="{28A0092B-C50C-407E-A947-70E740481C1C}">
                <a14:useLocalDpi xmlns:a14="http://schemas.microsoft.com/office/drawing/2010/main" val="0"/>
              </a:ext>
            </a:extLst>
          </a:blip>
          <a:stretch>
            <a:fillRect/>
          </a:stretch>
        </p:blipFill>
        <p:spPr>
          <a:xfrm>
            <a:off x="0" y="852488"/>
            <a:ext cx="16256000" cy="9144000"/>
          </a:xfrm>
          <a:prstGeom prst="rect">
            <a:avLst/>
          </a:prstGeom>
        </p:spPr>
      </p:pic>
      <p:sp>
        <p:nvSpPr>
          <p:cNvPr id="5" name="Text Placeholder 6">
            <a:extLst>
              <a:ext uri="{FF2B5EF4-FFF2-40B4-BE49-F238E27FC236}">
                <a16:creationId xmlns:a16="http://schemas.microsoft.com/office/drawing/2014/main" id="{63E0DF35-6C1D-2D94-E202-E99EDCE6F683}"/>
              </a:ext>
            </a:extLst>
          </p:cNvPr>
          <p:cNvSpPr>
            <a:spLocks noGrp="1"/>
          </p:cNvSpPr>
          <p:nvPr>
            <p:ph type="body" sz="quarter" idx="10" hasCustomPrompt="1"/>
          </p:nvPr>
        </p:nvSpPr>
        <p:spPr>
          <a:xfrm>
            <a:off x="4840224" y="2267712"/>
            <a:ext cx="10277856" cy="5920945"/>
          </a:xfrm>
          <a:prstGeom prst="rect">
            <a:avLst/>
          </a:prstGeom>
        </p:spPr>
        <p:txBody>
          <a:bodyPr/>
          <a:lstStyle>
            <a:lvl1pPr marL="0" indent="0">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add project overview</a:t>
            </a:r>
          </a:p>
        </p:txBody>
      </p:sp>
      <p:sp>
        <p:nvSpPr>
          <p:cNvPr id="6" name="Google Shape;60;p31">
            <a:extLst>
              <a:ext uri="{FF2B5EF4-FFF2-40B4-BE49-F238E27FC236}">
                <a16:creationId xmlns:a16="http://schemas.microsoft.com/office/drawing/2014/main" id="{2069B2B0-74D9-6EC9-A7E7-FB0B482FF634}"/>
              </a:ext>
            </a:extLst>
          </p:cNvPr>
          <p:cNvSpPr/>
          <p:nvPr userDrawn="1"/>
        </p:nvSpPr>
        <p:spPr>
          <a:xfrm>
            <a:off x="5460365" y="267970"/>
            <a:ext cx="5335271" cy="52318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chemeClr val="tx1">
                    <a:lumMod val="75000"/>
                    <a:lumOff val="25000"/>
                  </a:schemeClr>
                </a:solidFill>
                <a:latin typeface="Open Sans"/>
                <a:ea typeface="Open Sans"/>
                <a:cs typeface="Open Sans"/>
                <a:sym typeface="Open Sans"/>
              </a:rPr>
              <a:t>Practice Project</a:t>
            </a:r>
            <a:endParaRPr lang="en-US" sz="1400" b="0" i="0" u="none" strike="noStrike" cap="none">
              <a:solidFill>
                <a:schemeClr val="tx1">
                  <a:lumMod val="75000"/>
                  <a:lumOff val="25000"/>
                </a:schemeClr>
              </a:solidFill>
              <a:latin typeface="Arial"/>
              <a:ea typeface="Arial"/>
              <a:cs typeface="Arial"/>
              <a:sym typeface="Arial"/>
            </a:endParaRPr>
          </a:p>
        </p:txBody>
      </p:sp>
      <p:sp>
        <p:nvSpPr>
          <p:cNvPr id="7" name="Text Placeholder 6">
            <a:extLst>
              <a:ext uri="{FF2B5EF4-FFF2-40B4-BE49-F238E27FC236}">
                <a16:creationId xmlns:a16="http://schemas.microsoft.com/office/drawing/2014/main" id="{B113240B-D19C-6E66-CF57-3D026B20E0EA}"/>
              </a:ext>
            </a:extLst>
          </p:cNvPr>
          <p:cNvSpPr>
            <a:spLocks noGrp="1"/>
          </p:cNvSpPr>
          <p:nvPr>
            <p:ph type="body" sz="quarter" idx="13" hasCustomPrompt="1"/>
          </p:nvPr>
        </p:nvSpPr>
        <p:spPr>
          <a:xfrm>
            <a:off x="4840224" y="1576578"/>
            <a:ext cx="10277856" cy="574675"/>
          </a:xfrm>
          <a:prstGeom prst="rect">
            <a:avLst/>
          </a:prstGeom>
        </p:spPr>
        <p:txBody>
          <a:bodyPr/>
          <a:lstStyle>
            <a:lvl1pPr marL="0" indent="0" algn="l">
              <a:lnSpc>
                <a:spcPct val="114000"/>
              </a:lnSpc>
              <a:spcBef>
                <a:spcPts val="0"/>
              </a:spcBef>
              <a:buFont typeface="Arial" panose="020B0604020202020204" pitchFamily="34" charset="0"/>
              <a:buNone/>
              <a:defRPr sz="2200" b="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r>
              <a:rPr lang="en-US"/>
              <a:t>Click to Add Project Name</a:t>
            </a:r>
          </a:p>
        </p:txBody>
      </p:sp>
      <p:sp>
        <p:nvSpPr>
          <p:cNvPr id="8" name="Brandline">
            <a:extLst>
              <a:ext uri="{FF2B5EF4-FFF2-40B4-BE49-F238E27FC236}">
                <a16:creationId xmlns:a16="http://schemas.microsoft.com/office/drawing/2014/main" id="{1E44A2A7-9B1F-B2CD-9E13-0443D7201C62}"/>
              </a:ext>
            </a:extLst>
          </p:cNvPr>
          <p:cNvSpPr/>
          <p:nvPr userDrawn="1"/>
        </p:nvSpPr>
        <p:spPr>
          <a:xfrm>
            <a:off x="6400800" y="816324"/>
            <a:ext cx="3468846"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erson sitting at a desk writing on a paper&#10;&#10;Description automatically generated">
            <a:extLst>
              <a:ext uri="{FF2B5EF4-FFF2-40B4-BE49-F238E27FC236}">
                <a16:creationId xmlns:a16="http://schemas.microsoft.com/office/drawing/2014/main" id="{BABBE4AB-C911-BF47-DD35-CF2F409FEE45}"/>
              </a:ext>
            </a:extLst>
          </p:cNvPr>
          <p:cNvPicPr/>
          <p:nvPr userDrawn="1"/>
        </p:nvPicPr>
        <p:blipFill>
          <a:blip r:embed="rId5">
            <a:extLst>
              <a:ext uri="{28A0092B-C50C-407E-A947-70E740481C1C}">
                <a14:useLocalDpi xmlns:a14="http://schemas.microsoft.com/office/drawing/2010/main" val="0"/>
              </a:ext>
            </a:extLst>
          </a:blip>
          <a:stretch>
            <a:fillRect/>
          </a:stretch>
        </p:blipFill>
        <p:spPr>
          <a:xfrm>
            <a:off x="159778" y="2451100"/>
            <a:ext cx="3232229" cy="3886200"/>
          </a:xfrm>
          <a:prstGeom prst="rect">
            <a:avLst/>
          </a:prstGeom>
        </p:spPr>
      </p:pic>
    </p:spTree>
    <p:custDataLst>
      <p:tags r:id="rId1"/>
    </p:custDataLst>
    <p:extLst>
      <p:ext uri="{BB962C8B-B14F-4D97-AF65-F5344CB8AC3E}">
        <p14:creationId xmlns:p14="http://schemas.microsoft.com/office/powerpoint/2010/main" val="31509420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End Project" preserve="1" userDrawn="1">
  <p:cSld name="Additional Resources">
    <p:spTree>
      <p:nvGrpSpPr>
        <p:cNvPr id="1" name="Shape 150"/>
        <p:cNvGrpSpPr/>
        <p:nvPr/>
      </p:nvGrpSpPr>
      <p:grpSpPr>
        <a:xfrm>
          <a:off x="0" y="0"/>
          <a:ext cx="0" cy="0"/>
          <a:chOff x="0" y="0"/>
          <a:chExt cx="0" cy="0"/>
        </a:xfrm>
      </p:grpSpPr>
      <p:pic>
        <p:nvPicPr>
          <p:cNvPr id="11" name="Picture 10" descr="A white rectangular object with black border&#10;&#10;Description automatically generated">
            <a:extLst>
              <a:ext uri="{FF2B5EF4-FFF2-40B4-BE49-F238E27FC236}">
                <a16:creationId xmlns:a16="http://schemas.microsoft.com/office/drawing/2014/main" id="{A1C0FA6B-1F84-3039-AE49-396336D832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65942" y="319314"/>
            <a:ext cx="14643100" cy="8236744"/>
          </a:xfrm>
          <a:prstGeom prst="rect">
            <a:avLst/>
          </a:prstGeom>
        </p:spPr>
      </p:pic>
      <p:sp>
        <p:nvSpPr>
          <p:cNvPr id="2" name="Text Placeholder 6">
            <a:extLst>
              <a:ext uri="{FF2B5EF4-FFF2-40B4-BE49-F238E27FC236}">
                <a16:creationId xmlns:a16="http://schemas.microsoft.com/office/drawing/2014/main" id="{EA35605C-2EDD-0BD1-F3BC-5BCA7F763AE8}"/>
              </a:ext>
            </a:extLst>
          </p:cNvPr>
          <p:cNvSpPr>
            <a:spLocks noGrp="1"/>
          </p:cNvSpPr>
          <p:nvPr>
            <p:ph type="body" sz="quarter" idx="10" hasCustomPrompt="1"/>
          </p:nvPr>
        </p:nvSpPr>
        <p:spPr>
          <a:xfrm>
            <a:off x="5321516" y="1524433"/>
            <a:ext cx="9815068" cy="5827343"/>
          </a:xfrm>
          <a:prstGeom prst="rect">
            <a:avLst/>
          </a:prstGeom>
        </p:spPr>
        <p:txBody>
          <a:bodyPr/>
          <a:lstStyle>
            <a:lvl1pPr marL="342000" indent="-342900">
              <a:lnSpc>
                <a:spcPct val="114000"/>
              </a:lnSpc>
              <a:spcBef>
                <a:spcPts val="1000"/>
              </a:spcBef>
              <a:buFont typeface="Arial" panose="020B0604020202020204" pitchFamily="34" charset="0"/>
              <a:buChar char="•"/>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r>
              <a:rPr lang="en-US"/>
              <a:t>Bullet point 1</a:t>
            </a:r>
          </a:p>
          <a:p>
            <a:pPr lvl="0"/>
            <a:r>
              <a:rPr lang="en-US"/>
              <a:t>Bullet point 2 </a:t>
            </a:r>
          </a:p>
          <a:p>
            <a:pPr lvl="0"/>
            <a:endParaRPr lang="en-US"/>
          </a:p>
        </p:txBody>
      </p:sp>
      <p:sp>
        <p:nvSpPr>
          <p:cNvPr id="8" name="Google Shape;60;p31">
            <a:extLst>
              <a:ext uri="{FF2B5EF4-FFF2-40B4-BE49-F238E27FC236}">
                <a16:creationId xmlns:a16="http://schemas.microsoft.com/office/drawing/2014/main" id="{1BB282A6-5AC6-C5B9-DCE6-C1C9E190BB26}"/>
              </a:ext>
            </a:extLst>
          </p:cNvPr>
          <p:cNvSpPr>
            <a:spLocks noGrp="1" noRot="1" noMove="1" noResize="1" noEditPoints="1" noAdjustHandles="1" noChangeArrowheads="1" noChangeShapeType="1"/>
          </p:cNvSpPr>
          <p:nvPr userDrawn="1"/>
        </p:nvSpPr>
        <p:spPr>
          <a:xfrm>
            <a:off x="5929497" y="267970"/>
            <a:ext cx="4397007" cy="52318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chemeClr val="tx1">
                    <a:lumMod val="75000"/>
                    <a:lumOff val="25000"/>
                  </a:schemeClr>
                </a:solidFill>
                <a:latin typeface="Open Sans"/>
                <a:ea typeface="Open Sans"/>
                <a:cs typeface="Open Sans"/>
                <a:sym typeface="Open Sans"/>
              </a:rPr>
              <a:t>Additional Resources</a:t>
            </a:r>
            <a:endParaRPr lang="en-US" sz="1400" b="0" i="0" u="none" strike="noStrike" cap="none">
              <a:solidFill>
                <a:schemeClr val="tx1">
                  <a:lumMod val="75000"/>
                  <a:lumOff val="25000"/>
                </a:schemeClr>
              </a:solidFill>
              <a:latin typeface="Arial"/>
              <a:ea typeface="Arial"/>
              <a:cs typeface="Arial"/>
              <a:sym typeface="Arial"/>
            </a:endParaRPr>
          </a:p>
        </p:txBody>
      </p:sp>
      <p:pic>
        <p:nvPicPr>
          <p:cNvPr id="12" name="Picture 11">
            <a:extLst>
              <a:ext uri="{FF2B5EF4-FFF2-40B4-BE49-F238E27FC236}">
                <a16:creationId xmlns:a16="http://schemas.microsoft.com/office/drawing/2014/main" id="{CB5A2BAD-9827-25F2-4D00-60124A7CD6D6}"/>
              </a:ext>
            </a:extLst>
          </p:cNvPr>
          <p:cNvPicPr>
            <a:picLocks noGrp="1" noRot="1" noChangeAspect="1" noMove="1" noResize="1" noEditPoints="1" noAdjustHandles="1" noChangeArrowheads="1" noChangeShapeType="1" noCrop="1"/>
          </p:cNvPicPr>
          <p:nvPr userDrawn="1"/>
        </p:nvPicPr>
        <p:blipFill rotWithShape="1">
          <a:blip r:embed="rId4">
            <a:extLst>
              <a:ext uri="{28A0092B-C50C-407E-A947-70E740481C1C}">
                <a14:useLocalDpi xmlns:a14="http://schemas.microsoft.com/office/drawing/2010/main" val="0"/>
              </a:ext>
            </a:extLst>
          </a:blip>
          <a:srcRect l="11008"/>
          <a:stretch/>
        </p:blipFill>
        <p:spPr>
          <a:xfrm>
            <a:off x="0" y="3210260"/>
            <a:ext cx="4741223" cy="2418192"/>
          </a:xfrm>
          <a:prstGeom prst="rect">
            <a:avLst/>
          </a:prstGeom>
        </p:spPr>
      </p:pic>
      <p:sp>
        <p:nvSpPr>
          <p:cNvPr id="3" name="Brandline">
            <a:extLst>
              <a:ext uri="{FF2B5EF4-FFF2-40B4-BE49-F238E27FC236}">
                <a16:creationId xmlns:a16="http://schemas.microsoft.com/office/drawing/2014/main" id="{FD181469-5F16-209F-6CF1-CD77793C651A}"/>
              </a:ext>
            </a:extLst>
          </p:cNvPr>
          <p:cNvSpPr>
            <a:spLocks noGrp="1" noRot="1" noMove="1" noResize="1" noEditPoints="1" noAdjustHandles="1" noChangeArrowheads="1" noChangeShapeType="1"/>
          </p:cNvSpPr>
          <p:nvPr userDrawn="1"/>
        </p:nvSpPr>
        <p:spPr>
          <a:xfrm>
            <a:off x="5803900" y="816324"/>
            <a:ext cx="466637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14373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What Next?" preserve="1" userDrawn="1">
  <p:cSld name="What Next?">
    <p:spTree>
      <p:nvGrpSpPr>
        <p:cNvPr id="1" name="Shape 202"/>
        <p:cNvGrpSpPr/>
        <p:nvPr/>
      </p:nvGrpSpPr>
      <p:grpSpPr>
        <a:xfrm>
          <a:off x="0" y="0"/>
          <a:ext cx="0" cy="0"/>
          <a:chOff x="0" y="0"/>
          <a:chExt cx="0" cy="0"/>
        </a:xfrm>
      </p:grpSpPr>
      <p:pic>
        <p:nvPicPr>
          <p:cNvPr id="203" name="Google Shape;203;p41"/>
          <p:cNvPicPr preferRelativeResize="0">
            <a:picLocks noGrp="1" noRot="1" noMove="1" noResize="1" noEditPoints="1" noAdjustHandles="1" noChangeArrowheads="1" noChangeShapeType="1" noCrop="1"/>
          </p:cNvPicPr>
          <p:nvPr/>
        </p:nvPicPr>
        <p:blipFill>
          <a:blip r:embed="rId3"/>
          <a:srcRect/>
          <a:stretch/>
        </p:blipFill>
        <p:spPr>
          <a:xfrm>
            <a:off x="0" y="0"/>
            <a:ext cx="16255999" cy="9143999"/>
          </a:xfrm>
          <a:prstGeom prst="rect">
            <a:avLst/>
          </a:prstGeom>
          <a:noFill/>
          <a:ln>
            <a:noFill/>
          </a:ln>
        </p:spPr>
      </p:pic>
      <p:sp>
        <p:nvSpPr>
          <p:cNvPr id="207" name="Google Shape;207;p41"/>
          <p:cNvSpPr>
            <a:spLocks noGrp="1" noRot="1" noMove="1" noResize="1" noEditPoints="1" noAdjustHandles="1" noChangeArrowheads="1" noChangeShapeType="1"/>
          </p:cNvSpPr>
          <p:nvPr/>
        </p:nvSpPr>
        <p:spPr>
          <a:xfrm>
            <a:off x="5718038" y="318215"/>
            <a:ext cx="4819925" cy="430887"/>
          </a:xfrm>
          <a:prstGeom prst="rect">
            <a:avLst/>
          </a:prstGeom>
          <a:noFill/>
          <a:ln>
            <a:noFill/>
          </a:ln>
        </p:spPr>
        <p:txBody>
          <a:bodyPr spcFirstLastPara="1" wrap="square" lIns="91425" tIns="0" rIns="91425" bIns="0" anchor="t" anchorCtr="0">
            <a:spAutoFit/>
          </a:bodyPr>
          <a:lstStyle/>
          <a:p>
            <a:pPr marL="0" lvl="0" indent="0" algn="ctr">
              <a:buSzPts val="2800"/>
              <a:buNone/>
            </a:pPr>
            <a:r>
              <a:rPr lang="en-US" sz="2800" b="1">
                <a:solidFill>
                  <a:schemeClr val="tx1">
                    <a:lumMod val="75000"/>
                    <a:lumOff val="25000"/>
                  </a:schemeClr>
                </a:solidFill>
                <a:latin typeface="Open Sans"/>
                <a:ea typeface="Open Sans"/>
                <a:cs typeface="Open Sans"/>
                <a:sym typeface="Open Sans"/>
              </a:rPr>
              <a:t>What’s Next?</a:t>
            </a:r>
            <a:endParaRPr sz="2800" b="1">
              <a:solidFill>
                <a:schemeClr val="tx1">
                  <a:lumMod val="75000"/>
                  <a:lumOff val="25000"/>
                </a:schemeClr>
              </a:solidFill>
              <a:latin typeface="Open Sans"/>
              <a:ea typeface="Open Sans"/>
              <a:cs typeface="Open Sans"/>
              <a:sym typeface="Arial"/>
            </a:endParaRPr>
          </a:p>
        </p:txBody>
      </p:sp>
      <p:sp>
        <p:nvSpPr>
          <p:cNvPr id="2" name="Text Placeholder 6">
            <a:extLst>
              <a:ext uri="{FF2B5EF4-FFF2-40B4-BE49-F238E27FC236}">
                <a16:creationId xmlns:a16="http://schemas.microsoft.com/office/drawing/2014/main" id="{D2FC2C7E-8A49-2CEC-03BB-CC867547C5FA}"/>
              </a:ext>
            </a:extLst>
          </p:cNvPr>
          <p:cNvSpPr>
            <a:spLocks noGrp="1" noRot="1" noMove="1" noResize="1" noEditPoints="1" noAdjustHandles="1" noChangeArrowheads="1" noChangeShapeType="1"/>
          </p:cNvSpPr>
          <p:nvPr>
            <p:ph type="body" sz="quarter" idx="10"/>
          </p:nvPr>
        </p:nvSpPr>
        <p:spPr>
          <a:xfrm>
            <a:off x="655084" y="1364776"/>
            <a:ext cx="8439490" cy="6823881"/>
          </a:xfrm>
          <a:prstGeom prst="rect">
            <a:avLst/>
          </a:prstGeom>
        </p:spPr>
        <p:txBody>
          <a:bodyPr/>
          <a:lstStyle>
            <a:lvl1pPr marL="0" indent="0">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3" name="Brandline">
            <a:extLst>
              <a:ext uri="{FF2B5EF4-FFF2-40B4-BE49-F238E27FC236}">
                <a16:creationId xmlns:a16="http://schemas.microsoft.com/office/drawing/2014/main" id="{F12BE2B2-BC3C-F401-94E2-8BDFB2182353}"/>
              </a:ext>
            </a:extLst>
          </p:cNvPr>
          <p:cNvSpPr>
            <a:spLocks noGrp="1" noRot="1" noMove="1" noResize="1" noEditPoints="1" noAdjustHandles="1" noChangeArrowheads="1" noChangeShapeType="1"/>
          </p:cNvSpPr>
          <p:nvPr userDrawn="1"/>
        </p:nvSpPr>
        <p:spPr>
          <a:xfrm>
            <a:off x="6692900" y="816324"/>
            <a:ext cx="288798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7996092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scussion-Content" preserve="1" userDrawn="1">
  <p:cSld name="QandA">
    <p:spTree>
      <p:nvGrpSpPr>
        <p:cNvPr id="1" name="Shape 161"/>
        <p:cNvGrpSpPr/>
        <p:nvPr/>
      </p:nvGrpSpPr>
      <p:grpSpPr>
        <a:xfrm>
          <a:off x="0" y="0"/>
          <a:ext cx="0" cy="0"/>
          <a:chOff x="0" y="0"/>
          <a:chExt cx="0" cy="0"/>
        </a:xfrm>
      </p:grpSpPr>
      <p:pic>
        <p:nvPicPr>
          <p:cNvPr id="2" name="Google Shape;55;p28">
            <a:extLst>
              <a:ext uri="{FF2B5EF4-FFF2-40B4-BE49-F238E27FC236}">
                <a16:creationId xmlns:a16="http://schemas.microsoft.com/office/drawing/2014/main" id="{A550541B-DFAF-618F-498E-A0C8F067CD7D}"/>
              </a:ext>
            </a:extLst>
          </p:cNvPr>
          <p:cNvPicPr preferRelativeResize="0">
            <a:picLocks noGrp="1" noRot="1" noMove="1" noResize="1" noEditPoints="1" noAdjustHandles="1" noChangeArrowheads="1" noChangeShapeType="1" noCrop="1"/>
          </p:cNvPicPr>
          <p:nvPr userDrawn="1"/>
        </p:nvPicPr>
        <p:blipFill>
          <a:blip r:embed="rId3"/>
          <a:srcRect/>
          <a:stretch/>
        </p:blipFill>
        <p:spPr>
          <a:xfrm>
            <a:off x="0" y="-1814"/>
            <a:ext cx="16255998" cy="9143999"/>
          </a:xfrm>
          <a:prstGeom prst="rect">
            <a:avLst/>
          </a:prstGeom>
          <a:noFill/>
          <a:ln>
            <a:noFill/>
          </a:ln>
        </p:spPr>
      </p:pic>
      <p:pic>
        <p:nvPicPr>
          <p:cNvPr id="5" name="Graphic 4">
            <a:extLst>
              <a:ext uri="{FF2B5EF4-FFF2-40B4-BE49-F238E27FC236}">
                <a16:creationId xmlns:a16="http://schemas.microsoft.com/office/drawing/2014/main" id="{82E131DA-8692-40F5-8051-6490DEBC3CDA}"/>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5706602" y="2108200"/>
            <a:ext cx="4842796" cy="5321300"/>
          </a:xfrm>
          <a:prstGeom prst="rect">
            <a:avLst/>
          </a:prstGeom>
        </p:spPr>
      </p:pic>
      <p:sp>
        <p:nvSpPr>
          <p:cNvPr id="6" name="Google Shape;60;p31">
            <a:extLst>
              <a:ext uri="{FF2B5EF4-FFF2-40B4-BE49-F238E27FC236}">
                <a16:creationId xmlns:a16="http://schemas.microsoft.com/office/drawing/2014/main" id="{E1DEFEB1-92EC-424A-7D59-ED327701D859}"/>
              </a:ext>
            </a:extLst>
          </p:cNvPr>
          <p:cNvSpPr>
            <a:spLocks noGrp="1" noRot="1" noMove="1" noResize="1" noEditPoints="1" noAdjustHandles="1" noChangeArrowheads="1" noChangeShapeType="1"/>
          </p:cNvSpPr>
          <p:nvPr userDrawn="1"/>
        </p:nvSpPr>
        <p:spPr>
          <a:xfrm>
            <a:off x="7421960" y="282000"/>
            <a:ext cx="1412081" cy="523180"/>
          </a:xfrm>
          <a:prstGeom prst="rect">
            <a:avLst/>
          </a:prstGeom>
          <a:noFill/>
          <a:ln>
            <a:noFill/>
          </a:ln>
        </p:spPr>
        <p:txBody>
          <a:bodyPr spcFirstLastPara="1" wrap="square" lIns="91425" tIns="45700" rIns="91425" bIns="45700" anchor="t" anchorCtr="0">
            <a:spAutoFit/>
          </a:bodyPr>
          <a:lstStyle/>
          <a:p>
            <a:pPr marL="0" marR="0" lvl="0" indent="-228600" algn="ctr" rtl="0">
              <a:lnSpc>
                <a:spcPct val="100000"/>
              </a:lnSpc>
              <a:spcBef>
                <a:spcPts val="0"/>
              </a:spcBef>
              <a:spcAft>
                <a:spcPts val="0"/>
              </a:spcAft>
              <a:buClr>
                <a:srgbClr val="3F3F3F"/>
              </a:buClr>
              <a:buSzPts val="2200"/>
              <a:buFont typeface="Arial"/>
              <a:buNone/>
            </a:pPr>
            <a:r>
              <a:rPr lang="en-US" sz="2800" b="1" i="0" u="none" strike="noStrike" cap="none">
                <a:solidFill>
                  <a:schemeClr val="tx1">
                    <a:lumMod val="75000"/>
                    <a:lumOff val="25000"/>
                  </a:schemeClr>
                </a:solidFill>
                <a:latin typeface="Open Sans"/>
                <a:ea typeface="Open Sans"/>
                <a:cs typeface="Open Sans"/>
                <a:sym typeface="Open Sans"/>
              </a:rPr>
              <a:t>Q&amp;A</a:t>
            </a:r>
          </a:p>
        </p:txBody>
      </p:sp>
      <p:sp>
        <p:nvSpPr>
          <p:cNvPr id="3" name="Brandline">
            <a:extLst>
              <a:ext uri="{FF2B5EF4-FFF2-40B4-BE49-F238E27FC236}">
                <a16:creationId xmlns:a16="http://schemas.microsoft.com/office/drawing/2014/main" id="{7F606CF9-6434-5C47-4B93-17E62FD13B97}"/>
              </a:ext>
            </a:extLst>
          </p:cNvPr>
          <p:cNvSpPr>
            <a:spLocks noGrp="1" noRot="1" noMove="1" noResize="1" noEditPoints="1" noAdjustHandles="1" noChangeArrowheads="1" noChangeShapeType="1"/>
          </p:cNvSpPr>
          <p:nvPr userDrawn="1"/>
        </p:nvSpPr>
        <p:spPr>
          <a:xfrm>
            <a:off x="7632701" y="816324"/>
            <a:ext cx="99425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97160004"/>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tags" Target="../tags/tag2.xml"/><Relationship Id="rId19" Type="http://schemas.openxmlformats.org/officeDocument/2006/relationships/image" Target="../media/image1.png"/><Relationship Id="rId20"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B8547DCB-0B93-88B9-E345-AFD101D616BF}"/>
              </a:ext>
            </a:extLst>
          </p:cNvPr>
          <p:cNvSpPr>
            <a:spLocks noGrp="1"/>
          </p:cNvSpPr>
          <p:nvPr>
            <p:ph type="title"/>
          </p:nvPr>
        </p:nvSpPr>
        <p:spPr>
          <a:xfrm>
            <a:off x="1117600" y="487363"/>
            <a:ext cx="14020800" cy="1766887"/>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14000"/>
              </a:lnSpc>
              <a:spcBef>
                <a:spcPts val="0"/>
              </a:spcBef>
              <a:spcAft>
                <a:spcPts val="0"/>
              </a:spcAft>
              <a:buClrTx/>
              <a:buSzTx/>
              <a:buFont typeface="Arial" panose="020B0604020202020204" pitchFamily="34" charset="0"/>
              <a:buNone/>
              <a:tabLst/>
              <a:defRPr/>
            </a:pPr>
            <a:r>
              <a:rPr lang="en-US"/>
              <a:t>Click to add lead-in line</a:t>
            </a:r>
          </a:p>
        </p:txBody>
      </p:sp>
      <p:sp>
        <p:nvSpPr>
          <p:cNvPr id="9" name="Text Placeholder 2">
            <a:extLst>
              <a:ext uri="{FF2B5EF4-FFF2-40B4-BE49-F238E27FC236}">
                <a16:creationId xmlns:a16="http://schemas.microsoft.com/office/drawing/2014/main" id="{4140D4C3-76A5-7AB4-F1FA-F4CE290D17B5}"/>
              </a:ext>
            </a:extLst>
          </p:cNvPr>
          <p:cNvSpPr>
            <a:spLocks noGrp="1"/>
          </p:cNvSpPr>
          <p:nvPr>
            <p:ph type="body" idx="1"/>
          </p:nvPr>
        </p:nvSpPr>
        <p:spPr>
          <a:xfrm>
            <a:off x="1117600" y="2433638"/>
            <a:ext cx="14020800" cy="5802312"/>
          </a:xfrm>
          <a:prstGeom prst="rect">
            <a:avLst/>
          </a:prstGeom>
        </p:spPr>
        <p:txBody>
          <a:bodyPr vert="horz" lIns="91440" tIns="45720" rIns="91440" bIns="45720" rtlCol="0">
            <a:normAutofit/>
          </a:bodyPr>
          <a:lstStyle/>
          <a:p>
            <a:pPr marL="0" lvl="0" indent="0">
              <a:lnSpc>
                <a:spcPct val="114000"/>
              </a:lnSpc>
              <a:buNone/>
            </a:pPr>
            <a:r>
              <a:rPr lang="en-GB"/>
              <a:t>Click to add text</a:t>
            </a:r>
          </a:p>
          <a:p>
            <a:pPr lvl="1">
              <a:lnSpc>
                <a:spcPct val="114000"/>
              </a:lnSpc>
              <a:spcBef>
                <a:spcPts val="1000"/>
              </a:spcBef>
            </a:pPr>
            <a:r>
              <a:rPr lang="en-GB"/>
              <a:t>Bullet point 1</a:t>
            </a:r>
          </a:p>
          <a:p>
            <a:pPr lvl="2">
              <a:lnSpc>
                <a:spcPct val="114000"/>
              </a:lnSpc>
              <a:spcBef>
                <a:spcPts val="1000"/>
              </a:spcBef>
              <a:buSzPct val="100000"/>
              <a:buFont typeface="Courier New" panose="02070309020205020404" pitchFamily="49" charset="0"/>
              <a:buChar char="o"/>
            </a:pPr>
            <a:r>
              <a:rPr lang="en-GB"/>
              <a:t>Sub-bullet point 1</a:t>
            </a:r>
          </a:p>
        </p:txBody>
      </p:sp>
      <p:pic>
        <p:nvPicPr>
          <p:cNvPr id="3" name="Picture 2" descr="A picture containing black, darkness&#10;&#10;Description automatically generated" hidden="1">
            <a:extLst>
              <a:ext uri="{FF2B5EF4-FFF2-40B4-BE49-F238E27FC236}">
                <a16:creationId xmlns:a16="http://schemas.microsoft.com/office/drawing/2014/main" id="{D0996812-ACEF-2708-D65E-97AE86E32B51}"/>
              </a:ext>
            </a:extLst>
          </p:cNvPr>
          <p:cNvPicPr>
            <a:picLocks noGrp="1" noRot="1" noChangeAspect="1" noMove="1" noResize="1" noEditPoints="1" noAdjustHandles="1" noChangeArrowheads="1" noChangeShapeType="1" noCrop="1"/>
          </p:cNvPicPr>
          <p:nvPr userDrawn="1"/>
        </p:nvPicPr>
        <p:blipFill>
          <a:blip r:embed="rId19">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pic>
        <p:nvPicPr>
          <p:cNvPr id="6" name="Picture 5" descr="A picture containing screenshot, black, darkness" hidden="1">
            <a:extLst>
              <a:ext uri="{FF2B5EF4-FFF2-40B4-BE49-F238E27FC236}">
                <a16:creationId xmlns:a16="http://schemas.microsoft.com/office/drawing/2014/main" id="{985A74AA-1EDE-C159-3D26-B856937B9D55}"/>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Tree>
    <p:custDataLst>
      <p:tags r:id="rId18"/>
    </p:custDataLst>
    <p:extLst>
      <p:ext uri="{BB962C8B-B14F-4D97-AF65-F5344CB8AC3E}">
        <p14:creationId xmlns:p14="http://schemas.microsoft.com/office/powerpoint/2010/main" val="3368593342"/>
      </p:ext>
    </p:extLst>
  </p:cSld>
  <p:clrMap bg1="lt1" tx1="dk1" bg2="lt2" tx2="dk2" accent1="accent1" accent2="accent2" accent3="accent3" accent4="accent4" accent5="accent5" accent6="accent6" hlink="hlink" folHlink="folHlink"/>
  <p:sldLayoutIdLst>
    <p:sldLayoutId id="2147483729" r:id="rId1"/>
    <p:sldLayoutId id="2147483726" r:id="rId2"/>
    <p:sldLayoutId id="2147483733" r:id="rId3"/>
    <p:sldLayoutId id="2147483734" r:id="rId4"/>
    <p:sldLayoutId id="2147483730" r:id="rId5"/>
    <p:sldLayoutId id="2147483683" r:id="rId6"/>
    <p:sldLayoutId id="2147483736" r:id="rId7"/>
    <p:sldLayoutId id="2147483684" r:id="rId8"/>
    <p:sldLayoutId id="2147483691" r:id="rId9"/>
    <p:sldLayoutId id="2147483735" r:id="rId10"/>
    <p:sldLayoutId id="2147483716" r:id="rId11"/>
    <p:sldLayoutId id="2147483690" r:id="rId12"/>
    <p:sldLayoutId id="2147483737" r:id="rId13"/>
    <p:sldLayoutId id="2147483694" r:id="rId14"/>
    <p:sldLayoutId id="2147483724" r:id="rId15"/>
    <p:sldLayoutId id="2147483720" r:id="rId16"/>
  </p:sldLayoutIdLst>
  <p:txStyles>
    <p:titleStyle>
      <a:lvl1pPr algn="l" defTabSz="914400" rtl="0" eaLnBrk="1" latinLnBrk="0" hangingPunct="1">
        <a:lnSpc>
          <a:spcPct val="114000"/>
        </a:lnSpc>
        <a:spcBef>
          <a:spcPct val="0"/>
        </a:spcBef>
        <a:buNone/>
        <a:defRPr lang="en-US" sz="2200" kern="1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1" userDrawn="1">
          <p15:clr>
            <a:srgbClr val="5ACBF0"/>
          </p15:clr>
        </p15:guide>
        <p15:guide id="2" pos="5120" userDrawn="1">
          <p15:clr>
            <a:srgbClr val="000000"/>
          </p15:clr>
        </p15:guide>
        <p15:guide id="3" orient="horz" pos="2880" userDrawn="1">
          <p15:clr>
            <a:srgbClr val="000000"/>
          </p15:clr>
        </p15:guide>
        <p15:guide id="4" orient="horz" pos="5239" userDrawn="1">
          <p15:clr>
            <a:srgbClr val="5ACBF0"/>
          </p15:clr>
        </p15:guide>
        <p15:guide id="5" pos="1015" userDrawn="1">
          <p15:clr>
            <a:srgbClr val="5ACBF0"/>
          </p15:clr>
        </p15:guide>
        <p15:guide id="6" pos="516" userDrawn="1">
          <p15:clr>
            <a:srgbClr val="F26B43"/>
          </p15:clr>
        </p15:guide>
        <p15:guide id="7" pos="9224" userDrawn="1">
          <p15:clr>
            <a:srgbClr val="5ACBF0"/>
          </p15:clr>
        </p15:guide>
        <p15:guide id="8" pos="9728" userDrawn="1">
          <p15:clr>
            <a:srgbClr val="F26B43"/>
          </p15:clr>
        </p15:guide>
        <p15:guide id="9" orient="horz" pos="249" userDrawn="1">
          <p15:clr>
            <a:srgbClr val="F26B43"/>
          </p15:clr>
        </p15:guide>
        <p15:guide id="10" orient="horz" pos="5511" userDrawn="1">
          <p15:clr>
            <a:srgbClr val="F26B43"/>
          </p15:clr>
        </p15:guide>
        <p15:guide id="11" pos="8576" userDrawn="1">
          <p15:clr>
            <a:srgbClr val="5ACBF0"/>
          </p15:clr>
        </p15:guide>
        <p15:guide id="12" pos="8192" userDrawn="1">
          <p15:clr>
            <a:srgbClr val="5ACBF0"/>
          </p15:clr>
        </p15:guide>
        <p15:guide id="13" pos="1664" userDrawn="1">
          <p15:clr>
            <a:srgbClr val="5ACBF0"/>
          </p15:clr>
        </p15:guide>
        <p15:guide id="14" pos="2048" userDrawn="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slideLayout" Target="../slideLayouts/slideLayout7.xml"/><Relationship Id="rId3" Type="http://schemas.openxmlformats.org/officeDocument/2006/relationships/notesSlide" Target="../notesSlides/notesSlide32.xml"/></Relationships>
</file>

<file path=ppt/slides/_rels/slide7.xml.rels><?xml version='1.0' encoding='UTF-8' standalone='yes'?>
<Relationships xmlns="http://schemas.openxmlformats.org/package/2006/relationships"><Relationship Id="rId1" Type="http://schemas.openxmlformats.org/officeDocument/2006/relationships/tags" Target="../tags/tag82.xml"/><Relationship Id="rId2" Type="http://schemas.openxmlformats.org/officeDocument/2006/relationships/slideLayout" Target="../slideLayouts/slideLayout6.xml"/><Relationship Id="rId3" Type="http://schemas.openxmlformats.org/officeDocument/2006/relationships/notesSlide" Target="../notesSlides/notesSlide64.xml"/></Relationships>
</file>

<file path=ppt/slides/_rels/slide8.xml.rels><?xml version='1.0' encoding='UTF-8' standalone='yes'?>
<Relationships xmlns="http://schemas.openxmlformats.org/package/2006/relationships"><Relationship Id="rId1" Type="http://schemas.openxmlformats.org/officeDocument/2006/relationships/tags" Target="../tags/tag83.xml"/><Relationship Id="rId2" Type="http://schemas.openxmlformats.org/officeDocument/2006/relationships/slideLayout" Target="../slideLayouts/slideLayout7.xml"/><Relationship Id="rId3" Type="http://schemas.openxmlformats.org/officeDocument/2006/relationships/notesSlide" Target="../notesSlides/notesSlide65.xml"/><Relationship Id="rId4" Type="http://schemas.openxmlformats.org/officeDocument/2006/relationships/image" Target="../media/image56.png"/></Relationships>
</file>

<file path=ppt/slides/_rels/slide9.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7.xml"/><Relationship Id="rId3" Type="http://schemas.openxmlformats.org/officeDocument/2006/relationships/notesSlide" Target="../notesSlides/notesSlide69.xml"/></Relationships>
</file>

<file path=ppt/slides/_rels/slide10.xml.rels><?xml version='1.0' encoding='UTF-8' standalone='yes'?>
<Relationships xmlns="http://schemas.openxmlformats.org/package/2006/relationships"><Relationship Id="rId1" Type="http://schemas.openxmlformats.org/officeDocument/2006/relationships/tags" Target="../tags/tag88.xml"/><Relationship Id="rId2" Type="http://schemas.openxmlformats.org/officeDocument/2006/relationships/slideLayout" Target="../slideLayouts/slideLayout7.xml"/><Relationship Id="rId3" Type="http://schemas.openxmlformats.org/officeDocument/2006/relationships/notesSlide" Target="../notesSlides/notesSlide70.xml"/><Relationship Id="rId4" Type="http://schemas.openxmlformats.org/officeDocument/2006/relationships/image" Target="../media/image57.png"/></Relationships>
</file>

<file path=ppt/slides/_rels/slide11.xml.rels><?xml version='1.0' encoding='UTF-8' standalone='yes'?>
<Relationships xmlns="http://schemas.openxmlformats.org/package/2006/relationships"><Relationship Id="rId1" Type="http://schemas.openxmlformats.org/officeDocument/2006/relationships/tags" Target="../tags/tag89.xml"/><Relationship Id="rId2" Type="http://schemas.openxmlformats.org/officeDocument/2006/relationships/slideLayout" Target="../slideLayouts/slideLayout7.xml"/><Relationship Id="rId3" Type="http://schemas.openxmlformats.org/officeDocument/2006/relationships/notesSlide" Target="../notesSlides/notesSlide71.xml"/></Relationships>
</file>

<file path=ppt/slides/_rels/slide12.xml.rels><?xml version='1.0' encoding='UTF-8' standalone='yes'?>
<Relationships xmlns="http://schemas.openxmlformats.org/package/2006/relationships"><Relationship Id="rId1" Type="http://schemas.openxmlformats.org/officeDocument/2006/relationships/tags" Target="../tags/tag94.xml"/><Relationship Id="rId2" Type="http://schemas.openxmlformats.org/officeDocument/2006/relationships/slideLayout" Target="../slideLayouts/slideLayout7.xml"/><Relationship Id="rId3" Type="http://schemas.openxmlformats.org/officeDocument/2006/relationships/notesSlide" Target="../notesSlides/notesSlide76.xml"/><Relationship Id="rId4" Type="http://schemas.openxmlformats.org/officeDocument/2006/relationships/image" Target="../media/image58.png"/></Relationships>
</file>

<file path=ppt/slides/_rels/slide13.xml.rels><?xml version='1.0' encoding='UTF-8' standalone='yes'?>
<Relationships xmlns="http://schemas.openxmlformats.org/package/2006/relationships"><Relationship Id="rId1" Type="http://schemas.openxmlformats.org/officeDocument/2006/relationships/tags" Target="../tags/tag96.xml"/><Relationship Id="rId2" Type="http://schemas.openxmlformats.org/officeDocument/2006/relationships/slideLayout" Target="../slideLayouts/slideLayout9.xml"/><Relationship Id="rId3" Type="http://schemas.openxmlformats.org/officeDocument/2006/relationships/notesSlide" Target="../notesSlides/notesSlide78.xml"/></Relationships>
</file>

<file path=ppt/slides/_rels/slide14.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Layout" Target="../slideLayouts/slideLayout6.xml"/><Relationship Id="rId3"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Layout" Target="../slideLayouts/slideLayout7.xml"/><Relationship Id="rId3" Type="http://schemas.openxmlformats.org/officeDocument/2006/relationships/notesSlide" Target="../notesSlides/notesSlide7.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Layout" Target="../slideLayouts/slideLayout7.xml"/><Relationship Id="rId3" Type="http://schemas.openxmlformats.org/officeDocument/2006/relationships/notesSlide" Target="../notesSlides/notesSlide10.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slideLayout" Target="../slideLayouts/slideLayout7.xml"/><Relationship Id="rId3" Type="http://schemas.openxmlformats.org/officeDocument/2006/relationships/notesSlide" Target="../notesSlides/notesSlide23.xml"/></Relationships>
</file>

<file path=ppt/slides/_rels/slide18.xml.rels><?xml version='1.0' encoding='UTF-8' standalone='yes'?>
<Relationships xmlns="http://schemas.openxmlformats.org/package/2006/relationships"><Relationship Id="rId1" Type="http://schemas.openxmlformats.org/officeDocument/2006/relationships/tags" Target="../tags/tag44.xml"/><Relationship Id="rId2" Type="http://schemas.openxmlformats.org/officeDocument/2006/relationships/slideLayout" Target="../slideLayouts/slideLayout7.xml"/><Relationship Id="rId3" Type="http://schemas.openxmlformats.org/officeDocument/2006/relationships/notesSlide" Target="../notesSlides/notesSlide26.xml"/></Relationships>
</file>

<file path=ppt/slides/_rels/slide19.xml.rels><?xml version='1.0' encoding='UTF-8' standalone='yes'?>
<Relationships xmlns="http://schemas.openxmlformats.org/package/2006/relationships"><Relationship Id="rId1" Type="http://schemas.openxmlformats.org/officeDocument/2006/relationships/tags" Target="../tags/tag45.xml"/><Relationship Id="rId2" Type="http://schemas.openxmlformats.org/officeDocument/2006/relationships/slideLayout" Target="../slideLayouts/slideLayout10.xml"/><Relationship Id="rId3" Type="http://schemas.openxmlformats.org/officeDocument/2006/relationships/notesSlide" Target="../notesSlides/notesSlide27.xml"/></Relationships>
</file>

<file path=ppt/slides/_rels/slide20.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slideLayout" Target="../slideLayouts/slideLayout9.xml"/><Relationship Id="rId3" Type="http://schemas.openxmlformats.org/officeDocument/2006/relationships/notesSlide" Target="../notesSlides/notesSlide28.xml"/></Relationships>
</file>

<file path=ppt/slides/_rels/slide21.xml.rels><?xml version='1.0' encoding='UTF-8' standalone='yes'?>
<Relationships xmlns="http://schemas.openxmlformats.org/package/2006/relationships"><Relationship Id="rId1" Type="http://schemas.openxmlformats.org/officeDocument/2006/relationships/tags" Target="../tags/tag51.xml"/><Relationship Id="rId2" Type="http://schemas.openxmlformats.org/officeDocument/2006/relationships/slideLayout" Target="../slideLayouts/slideLayout7.xml"/><Relationship Id="rId3" Type="http://schemas.openxmlformats.org/officeDocument/2006/relationships/notesSlide" Target="../notesSlides/notesSlide33.xml"/></Relationships>
</file>

<file path=ppt/slides/_rels/slide22.xml.rels><?xml version='1.0' encoding='UTF-8' standalone='yes'?>
<Relationships xmlns="http://schemas.openxmlformats.org/package/2006/relationships"><Relationship Id="rId1" Type="http://schemas.openxmlformats.org/officeDocument/2006/relationships/tags" Target="../tags/tag57.xml"/><Relationship Id="rId2" Type="http://schemas.openxmlformats.org/officeDocument/2006/relationships/slideLayout" Target="../slideLayouts/slideLayout7.xml"/><Relationship Id="rId3" Type="http://schemas.openxmlformats.org/officeDocument/2006/relationships/notesSlide" Target="../notesSlides/notesSlide39.xml"/><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tags" Target="../tags/tag58.xml"/><Relationship Id="rId2" Type="http://schemas.openxmlformats.org/officeDocument/2006/relationships/slideLayout" Target="../slideLayouts/slideLayout7.xml"/><Relationship Id="rId3" Type="http://schemas.openxmlformats.org/officeDocument/2006/relationships/notesSlide" Target="../notesSlides/notesSlide40.xml"/></Relationships>
</file>

<file path=ppt/slides/_rels/slide24.xml.rels><?xml version='1.0' encoding='UTF-8' standalone='yes'?>
<Relationships xmlns="http://schemas.openxmlformats.org/package/2006/relationships"><Relationship Id="rId1" Type="http://schemas.openxmlformats.org/officeDocument/2006/relationships/tags" Target="../tags/tag60.xml"/><Relationship Id="rId2" Type="http://schemas.openxmlformats.org/officeDocument/2006/relationships/slideLayout" Target="../slideLayouts/slideLayout7.xml"/><Relationship Id="rId3" Type="http://schemas.openxmlformats.org/officeDocument/2006/relationships/notesSlide" Target="../notesSlides/notesSlide42.xml"/></Relationships>
</file>

<file path=ppt/slides/_rels/slide25.xml.rels><?xml version='1.0' encoding='UTF-8' standalone='yes'?>
<Relationships xmlns="http://schemas.openxmlformats.org/package/2006/relationships"><Relationship Id="rId1" Type="http://schemas.openxmlformats.org/officeDocument/2006/relationships/tags" Target="../tags/tag68.xml"/><Relationship Id="rId2" Type="http://schemas.openxmlformats.org/officeDocument/2006/relationships/slideLayout" Target="../slideLayouts/slideLayout10.xml"/><Relationship Id="rId3" Type="http://schemas.openxmlformats.org/officeDocument/2006/relationships/notesSlide" Target="../notesSlides/notesSlide50.xml"/></Relationships>
</file>

<file path=ppt/slides/_rels/slide26.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slideLayout" Target="../slideLayouts/slideLayout9.xml"/><Relationship Id="rId3" Type="http://schemas.openxmlformats.org/officeDocument/2006/relationships/notesSlide" Target="../notesSlides/notesSlide51.xml"/></Relationships>
</file>

<file path=ppt/slides/_rels/slide27.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slideLayout" Target="../slideLayouts/slideLayout7.xml"/><Relationship Id="rId3" Type="http://schemas.openxmlformats.org/officeDocument/2006/relationships/notesSlide" Target="../notesSlides/notesSlide34.xml"/></Relationships>
</file>

<file path=ppt/slides/_rels/slide28.xml.rels><?xml version='1.0' encoding='UTF-8' standalone='yes'?>
<Relationships xmlns="http://schemas.openxmlformats.org/package/2006/relationships"><Relationship Id="rId1" Type="http://schemas.openxmlformats.org/officeDocument/2006/relationships/tags" Target="../tags/tag70.xml"/><Relationship Id="rId2" Type="http://schemas.openxmlformats.org/officeDocument/2006/relationships/slideLayout" Target="../slideLayouts/slideLayout6.xml"/><Relationship Id="rId3" Type="http://schemas.openxmlformats.org/officeDocument/2006/relationships/notesSlide" Target="../notesSlides/notesSlide52.xml"/></Relationships>
</file>

<file path=ppt/slides/_rels/slide29.xml.rels><?xml version='1.0' encoding='UTF-8' standalone='yes'?>
<Relationships xmlns="http://schemas.openxmlformats.org/package/2006/relationships"><Relationship Id="rId1" Type="http://schemas.openxmlformats.org/officeDocument/2006/relationships/tags" Target="../tags/tag71.xml"/><Relationship Id="rId2" Type="http://schemas.openxmlformats.org/officeDocument/2006/relationships/slideLayout" Target="../slideLayouts/slideLayout7.xml"/><Relationship Id="rId3" Type="http://schemas.openxmlformats.org/officeDocument/2006/relationships/notesSlide" Target="../notesSlides/notesSlide53.xml"/><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1" Type="http://schemas.openxmlformats.org/officeDocument/2006/relationships/tags" Target="../tags/tag79.xml"/><Relationship Id="rId2" Type="http://schemas.openxmlformats.org/officeDocument/2006/relationships/slideLayout" Target="../slideLayouts/slideLayout7.xml"/><Relationship Id="rId3" Type="http://schemas.openxmlformats.org/officeDocument/2006/relationships/notesSlide" Target="../notesSlides/notesSlide61.xml"/><Relationship Id="rId4" Type="http://schemas.openxmlformats.org/officeDocument/2006/relationships/image" Target="../media/image55.png"/></Relationships>
</file>

<file path=ppt/slides/_rels/slide31.xml.rels><?xml version='1.0' encoding='UTF-8' standalone='yes'?>
<Relationships xmlns="http://schemas.openxmlformats.org/package/2006/relationships"><Relationship Id="rId1" Type="http://schemas.openxmlformats.org/officeDocument/2006/relationships/tags" Target="../tags/tag97.xml"/><Relationship Id="rId2" Type="http://schemas.openxmlformats.org/officeDocument/2006/relationships/slideLayout" Target="../slideLayouts/slideLayout11.xml"/><Relationship Id="rId3" Type="http://schemas.openxmlformats.org/officeDocument/2006/relationships/notesSlide" Target="../notesSlides/notesSlide79.xml"/></Relationships>
</file>

<file path=ppt/slides/_rels/slide32.xml.rels><?xml version='1.0' encoding='UTF-8' standalone='yes'?>
<Relationships xmlns="http://schemas.openxmlformats.org/package/2006/relationships"><Relationship Id="rId1" Type="http://schemas.openxmlformats.org/officeDocument/2006/relationships/tags" Target="../tags/tag85.xml"/><Relationship Id="rId2" Type="http://schemas.openxmlformats.org/officeDocument/2006/relationships/slideLayout" Target="../slideLayouts/slideLayout7.xml"/><Relationship Id="rId3" Type="http://schemas.openxmlformats.org/officeDocument/2006/relationships/notesSlide" Target="../notesSlides/notesSlide67.xml"/></Relationships>
</file>

<file path=ppt/slides/_rels/slide33.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slideLayout" Target="../slideLayouts/slideLayout12.xml"/><Relationship Id="rId3" Type="http://schemas.openxmlformats.org/officeDocument/2006/relationships/notesSlide" Target="../notesSlides/notesSlide80.xml"/></Relationships>
</file>

<file path=ppt/slides/_rels/slide34.xml.rels><?xml version='1.0' encoding='UTF-8' standalone='yes'?>
<Relationships xmlns="http://schemas.openxmlformats.org/package/2006/relationships"><Relationship Id="rId1" Type="http://schemas.openxmlformats.org/officeDocument/2006/relationships/tags" Target="../tags/tag99.xml"/><Relationship Id="rId2" Type="http://schemas.openxmlformats.org/officeDocument/2006/relationships/slideLayout" Target="../slideLayouts/slideLayout16.xml"/><Relationship Id="rId3"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D1AF223-9F5C-3F93-0D63-6A11E12C5EBA}"/>
              </a:ext>
            </a:extLst>
          </p:cNvPr>
          <p:cNvSpPr>
            <a:spLocks noGrp="1"/>
          </p:cNvSpPr>
          <p:nvPr>
            <p:ph type="body" idx="10"/>
          </p:nvPr>
        </p:nvSpPr>
        <p:spPr>
          <a:xfrm>
            <a:off x="653386" y="4114800"/>
            <a:ext cx="7835706" cy="914400"/>
          </a:xfrm>
        </p:spPr>
        <p:txBody>
          <a:bodyPr/>
          <a:lstStyle/>
          <a:p>
            <a:pPr>
              <a:lnSpc>
                <a:spcPct val="113999"/>
              </a:lnSpc>
            </a:pPr>
            <a:r>
              <a:rPr lang="en-US" dirty="0"/>
              <a:t>Multi-Agent Ecosystems: Part - 1​</a:t>
            </a:r>
          </a:p>
        </p:txBody>
      </p:sp>
    </p:spTree>
    <p:custDataLst>
      <p:tags r:id="rId1"/>
    </p:custDataLst>
    <p:extLst>
      <p:ext uri="{BB962C8B-B14F-4D97-AF65-F5344CB8AC3E}">
        <p14:creationId xmlns:p14="http://schemas.microsoft.com/office/powerpoint/2010/main" val="581828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4592BC7-26FA-78AB-7950-8085B6D3F25A}"/>
              </a:ext>
            </a:extLst>
          </p:cNvPr>
          <p:cNvSpPr>
            <a:spLocks noGrp="1"/>
          </p:cNvSpPr>
          <p:nvPr>
            <p:ph type="body" idx="10"/>
          </p:nvPr>
        </p:nvSpPr>
        <p:spPr>
          <a:xfrm>
            <a:off x="653386" y="4114800"/>
            <a:ext cx="8161430" cy="914400"/>
          </a:xfrm>
        </p:spPr>
        <p:txBody>
          <a:bodyPr/>
          <a:lstStyle/>
          <a:p>
            <a:r>
              <a:rPr lang="en-US" dirty="0"/>
              <a:t>Designing Agentic Workflows with LangGraph and CrewAI</a:t>
            </a:r>
            <a:endParaRPr lang="en-US" dirty="0"/>
          </a:p>
        </p:txBody>
      </p:sp>
    </p:spTree>
    <p:custDataLst>
      <p:tags r:id="rId1"/>
    </p:custDataLst>
    <p:extLst>
      <p:ext uri="{BB962C8B-B14F-4D97-AF65-F5344CB8AC3E}">
        <p14:creationId xmlns:p14="http://schemas.microsoft.com/office/powerpoint/2010/main" val="710290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 name="Google Shape;24;p23">
            <a:extLst>
              <a:ext uri="{FF2B5EF4-FFF2-40B4-BE49-F238E27FC236}">
                <a16:creationId xmlns:a16="http://schemas.microsoft.com/office/drawing/2014/main" id="{B5829327-1B7A-9FBB-DADF-3FE357AB2FC9}"/>
              </a:ext>
            </a:extLst>
          </p:cNvPr>
          <p:cNvSpPr txBox="1">
            <a:spLocks noGrp="1"/>
          </p:cNvSpPr>
          <p:nvPr>
            <p:ph type="body" idx="10" hasCustomPrompt="1"/>
          </p:nvPr>
        </p:nvSpPr>
        <p:spPr>
          <a:xfrm>
            <a:off x="8128000" y="2250191"/>
            <a:ext cx="7315200" cy="4643629"/>
          </a:xfrm>
          <a:noFill/>
          <a:ln>
            <a:noFill/>
          </a:ln>
        </p:spPr>
        <p:txBody>
          <a:bodyPr spcFirstLastPara="1" wrap="square" lIns="91425" tIns="0" rIns="91425" bIns="108000" anchor="ctr" anchorCtr="0">
            <a:spAutoFit/>
          </a:bodyPr>
          <a:lstStyle>
            <a:lvl1pPr marL="342000" lvl="0" indent="-342900" algn="l">
              <a:lnSpc>
                <a:spcPct val="114000"/>
              </a:lnSpc>
              <a:spcBef>
                <a:spcPts val="1000"/>
              </a:spcBef>
              <a:spcAft>
                <a:spcPts val="0"/>
              </a:spcAft>
              <a:buClr>
                <a:schemeClr val="tx1">
                  <a:lumMod val="75000"/>
                  <a:lumOff val="25000"/>
                </a:schemeClr>
              </a:buClr>
              <a:buSzPts val="2200"/>
              <a:buFont typeface="Arial" panose="020B0604020202020204" pitchFamily="34" charset="0"/>
              <a:buChar char="•"/>
              <a:defRPr>
                <a:solidFill>
                  <a:schemeClr val="tx1">
                    <a:lumMod val="75000"/>
                    <a:lumOff val="25000"/>
                  </a:schemeClr>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lnSpc>
                <a:spcPct val="115000"/>
              </a:lnSpc>
            </a:pPr>
            <a:r>
              <a:rPr lang="en-US" dirty="0" b="1">
                <a:latin typeface="Open Sans" panose="020B0606030504020204" pitchFamily="34" charset="0"/>
              </a:rPr>
              <a:t>RAG:</a:t>
            </a:r>
            <a:r>
              <a:rPr lang="en-US" dirty="0" b="0">
                <a:latin typeface="Open Sans" panose="020B0606030504020204" pitchFamily="34" charset="0"/>
              </a:rPr>
              <a:t xml:space="preserve"> AI that looks things up before it answers, like an open-book exam.</a:t>
            </a:r>
            <a:endParaRPr lang="en-US" dirty="0">
              <a:latin typeface="Open Sans" panose="020B0606030504020204" pitchFamily="34" charset="0"/>
            </a:endParaRPr>
          </a:p>
          <a:p>
            <a:pPr>
              <a:lnSpc>
                <a:spcPct val="115000"/>
              </a:lnSpc>
            </a:pPr>
            <a:r>
              <a:rPr lang="en-US" dirty="0" b="1"/>
              <a:t>AI agent:</a:t>
            </a:r>
            <a:r>
              <a:rPr lang="en-US" dirty="0" b="0"/>
              <a:t xml:space="preserve"> AI that doesn’t just answer. It plans and takes action.</a:t>
            </a:r>
            <a:endParaRPr lang="en-US" dirty="0"/>
          </a:p>
          <a:p>
            <a:pPr>
              <a:lnSpc>
                <a:spcPct val="115000"/>
              </a:lnSpc>
            </a:pPr>
            <a:r>
              <a:rPr lang="en-US" dirty="0" err="1" b="1"/>
              <a:t>Agent loop:</a:t>
            </a:r>
            <a:r>
              <a:rPr lang="en-US" dirty="0" err="1" b="0"/>
              <a:t xml:space="preserve"> plan → act → check → repeat until the goal is met.</a:t>
            </a:r>
            <a:endParaRPr lang="en-US" dirty="0" err="1"/>
          </a:p>
          <a:p>
            <a:pPr>
              <a:lnSpc>
                <a:spcPct val="115000"/>
              </a:lnSpc>
            </a:pPr>
            <a:r>
              <a:rPr lang="en-US" dirty="0" b="1"/>
              <a:t>Teams of agents:</a:t>
            </a:r>
            <a:r>
              <a:rPr lang="en-US" dirty="0" b="0"/>
              <a:t xml:space="preserve"> a supervisor plus specialists beats one “do-everything” agent.</a:t>
            </a:r>
            <a:endParaRPr lang="en-US" dirty="0"/>
          </a:p>
          <a:p>
            <a:pPr>
              <a:lnSpc>
                <a:spcPct val="115000"/>
              </a:lnSpc>
            </a:pPr>
            <a:r>
              <a:rPr lang="en-US" dirty="0" b="1"/>
              <a:t>Today:</a:t>
            </a:r>
            <a:r>
              <a:rPr lang="en-US" dirty="0" b="0"/>
              <a:t xml:space="preserve"> the two most popular tools for building those teams.</a:t>
            </a:r>
            <a:endParaRPr lang="en-US"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3" name="Text Placeholder 2">
            <a:extLst>
              <a:ext uri="{FF2B5EF4-FFF2-40B4-BE49-F238E27FC236}">
                <a16:creationId xmlns:a16="http://schemas.microsoft.com/office/drawing/2014/main" id="{C60C7ACD-CDC1-8359-1680-9560358405D4}"/>
              </a:ext>
            </a:extLst>
          </p:cNvPr>
          <p:cNvSpPr>
            <a:spLocks noGrp="1"/>
          </p:cNvSpPr>
          <p:nvPr>
            <p:ph type="body" sz="quarter" idx="12"/>
          </p:nvPr>
        </p:nvSpPr>
        <p:spPr>
          <a:xfrm>
            <a:off x="7858897" y="1937837"/>
            <a:ext cx="7584303" cy="5907899"/>
          </a:xfrm>
        </p:spPr>
        <p:txBody>
          <a:bodyPr/>
          <a:lstStyle/>
          <a:p>
            <a:pPr>
              <a:lnSpc>
                <a:spcPct val="115000"/>
              </a:lnSpc>
            </a:pPr>
            <a:r>
              <a:rPr lang="en-US" dirty="0" b="1">
                <a:solidFill>
                  <a:srgbClr val="404040"/>
                </a:solidFill>
                <a:latin typeface="Open Sans" pitchFamily="2" charset="0"/>
              </a:rPr>
              <a:t>Picture this:</a:t>
            </a:r>
            <a:r>
              <a:rPr lang="en-US" dirty="0" b="0">
                <a:solidFill>
                  <a:srgbClr val="404040"/>
                </a:solidFill>
                <a:latin typeface="Open Sans" pitchFamily="2" charset="0"/>
              </a:rPr>
              <a:t xml:space="preserve"> you’re organising a big family wedding. Caterer, decorator, photographer, DJ, and travel for 300 guests.</a:t>
            </a:r>
            <a:endParaRPr lang="en-US" dirty="0">
              <a:solidFill>
                <a:srgbClr val="404040"/>
              </a:solidFill>
              <a:latin typeface="Open Sans" pitchFamily="2" charset="0"/>
            </a:endParaRPr>
          </a:p>
          <a:p>
            <a:pPr>
              <a:lnSpc>
                <a:spcPct val="115000"/>
              </a:lnSpc>
            </a:pPr>
            <a:endParaRPr lang="en-US" dirty="0">
              <a:solidFill>
                <a:srgbClr val="404040"/>
              </a:solidFill>
              <a:latin typeface="Open Sans" pitchFamily="2" charset="0"/>
            </a:endParaRPr>
          </a:p>
          <a:p>
            <a:pPr>
              <a:lnSpc>
                <a:spcPct val="115000"/>
              </a:lnSpc>
            </a:pPr>
            <a:r>
              <a:rPr lang="en-US" dirty="0" b="1">
                <a:solidFill>
                  <a:srgbClr val="404040"/>
                </a:solidFill>
                <a:latin typeface="Open Sans" pitchFamily="2" charset="0"/>
              </a:rPr>
              <a:t>Option A:</a:t>
            </a:r>
            <a:r>
              <a:rPr lang="en-US" dirty="0" b="0">
                <a:solidFill>
                  <a:srgbClr val="404040"/>
                </a:solidFill>
                <a:latin typeface="Open Sans" pitchFamily="2" charset="0"/>
              </a:rPr>
              <a:t xml:space="preserve"> one person handles everything.</a:t>
            </a:r>
            <a:endParaRPr lang="en-US" dirty="0">
              <a:solidFill>
                <a:srgbClr val="404040"/>
              </a:solidFill>
              <a:latin typeface="Open Sans" pitchFamily="2" charset="0"/>
            </a:endParaRPr>
          </a:p>
          <a:p>
            <a:pPr>
              <a:lnSpc>
                <a:spcPct val="115000"/>
              </a:lnSpc>
            </a:pPr>
            <a:r>
              <a:rPr lang="en-US" dirty="0" b="1">
                <a:solidFill>
                  <a:srgbClr val="404040"/>
                </a:solidFill>
                <a:latin typeface="Open Sans" pitchFamily="2" charset="0"/>
              </a:rPr>
              <a:t>Option B:</a:t>
            </a:r>
            <a:r>
              <a:rPr lang="en-US" dirty="0" b="0">
                <a:solidFill>
                  <a:srgbClr val="404040"/>
                </a:solidFill>
                <a:latin typeface="Open Sans" pitchFamily="2" charset="0"/>
              </a:rPr>
              <a:t xml:space="preserve"> a team, each with one clear job, plus a wedding planner who keeps everyone in sync.</a:t>
            </a:r>
            <a:endParaRPr lang="en-US" dirty="0">
              <a:solidFill>
                <a:srgbClr val="404040"/>
              </a:solidFill>
              <a:latin typeface="Open Sans" pitchFamily="2" charset="0"/>
            </a:endParaRPr>
          </a:p>
          <a:p>
            <a:pPr>
              <a:lnSpc>
                <a:spcPct val="115000"/>
              </a:lnSpc>
            </a:pPr>
            <a:endParaRPr lang="en-US" dirty="0">
              <a:solidFill>
                <a:srgbClr val="404040"/>
              </a:solidFill>
              <a:latin typeface="Open Sans" pitchFamily="2" charset="0"/>
            </a:endParaRPr>
          </a:p>
          <a:p>
            <a:pPr>
              <a:lnSpc>
                <a:spcPct val="115000"/>
              </a:lnSpc>
            </a:pPr>
            <a:r>
              <a:rPr lang="en-US" dirty="0">
                <a:solidFill>
                  <a:srgbClr val="404040"/>
                </a:solidFill>
                <a:latin typeface="Open Sans" pitchFamily="2" charset="0"/>
              </a:rPr>
              <a:t>Now replace the people with AI agents.</a:t>
            </a:r>
            <a:endParaRPr lang="en-US" dirty="0">
              <a:solidFill>
                <a:srgbClr val="404040"/>
              </a:solidFill>
              <a:latin typeface="Open Sans" pitchFamily="2" charset="0"/>
            </a:endParaRPr>
          </a:p>
          <a:p>
            <a:pPr>
              <a:lnSpc>
                <a:spcPct val="115000"/>
              </a:lnSpc>
            </a:pPr>
            <a:endParaRPr lang="en-US" dirty="0">
              <a:solidFill>
                <a:srgbClr val="404040"/>
              </a:solidFill>
              <a:latin typeface="Open Sans" pitchFamily="2" charset="0"/>
            </a:endParaRPr>
          </a:p>
          <a:p>
            <a:pPr>
              <a:lnSpc>
                <a:spcPct val="115000"/>
              </a:lnSpc>
            </a:pPr>
            <a:r>
              <a:rPr lang="en-US" dirty="0" b="1">
                <a:solidFill>
                  <a:srgbClr val="404040"/>
                </a:solidFill>
                <a:latin typeface="Open Sans" pitchFamily="2" charset="0"/>
              </a:rPr>
              <a:t>How would you design this AI team?</a:t>
            </a:r>
            <a:r>
              <a:rPr lang="en-US" dirty="0" b="0">
                <a:solidFill>
                  <a:srgbClr val="404040"/>
                </a:solidFill>
                <a:latin typeface="Open Sans" pitchFamily="2" charset="0"/>
              </a:rPr>
              <a:t xml:space="preserve"> Who does what, in what order, and who checks the work?</a:t>
            </a:r>
            <a:endParaRPr lang="en-US" dirty="0">
              <a:solidFill>
                <a:srgbClr val="404040"/>
              </a:solidFill>
              <a:latin typeface="Open Sans" pitchFamily="2" charset="0"/>
            </a:endParaRPr>
          </a:p>
        </p:txBody>
      </p:sp>
    </p:spTree>
    <p:custDataLst>
      <p:tags r:id="rId1"/>
    </p:custDataLst>
    <p:extLst>
      <p:ext uri="{BB962C8B-B14F-4D97-AF65-F5344CB8AC3E}">
        <p14:creationId xmlns:p14="http://schemas.microsoft.com/office/powerpoint/2010/main" val="102420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6A12A0-9788-DF6C-5F0B-E7D4B1C44D00}"/>
              </a:ext>
            </a:extLst>
          </p:cNvPr>
          <p:cNvSpPr>
            <a:spLocks noGrp="1"/>
          </p:cNvSpPr>
          <p:nvPr>
            <p:ph type="body" sz="quarter" idx="16"/>
          </p:nvPr>
        </p:nvSpPr>
        <p:spPr>
          <a:xfrm>
            <a:off x="734790" y="2695575"/>
            <a:ext cx="8934503" cy="4474174"/>
          </a:xfrm>
        </p:spPr>
        <p:txBody>
          <a:bodyPr/>
          <a:lstStyle/>
          <a:p>
            <a:pPr lvl="0">
              <a:lnSpc>
                <a:spcPct val="115000"/>
              </a:lnSpc>
            </a:pPr>
            <a:r>
              <a:rPr lang="en-US" dirty="0">
                <a:solidFill>
                  <a:srgbClr val="404040"/>
                </a:solidFill>
              </a:rPr>
              <a:t>Explain what LangGraph does, using the idea of a flowchart</a:t>
            </a:r>
            <a:endParaRPr lang="en-US" dirty="0">
              <a:solidFill>
                <a:srgbClr val="404040"/>
              </a:solidFill>
            </a:endParaRPr>
          </a:p>
          <a:p>
            <a:pPr lvl="0">
              <a:lnSpc>
                <a:spcPct val="115000"/>
              </a:lnSpc>
            </a:pPr>
            <a:r>
              <a:rPr lang="en-US" dirty="0"/>
              <a:t>Build a small AI team in CrewAI, with clear roles and tools</a:t>
            </a:r>
            <a:endParaRPr lang="en-US" dirty="0"/>
          </a:p>
          <a:p>
            <a:pPr lvl="0">
              <a:lnSpc>
                <a:spcPct val="115000"/>
              </a:lnSpc>
            </a:pPr>
            <a:r>
              <a:rPr lang="en-US" dirty="0"/>
              <a:t>Choose how agents share work: one by one, all at once, or under a boss</a:t>
            </a:r>
            <a:endParaRPr lang="en-US" dirty="0"/>
          </a:p>
          <a:p>
            <a:pPr lvl="0">
              <a:lnSpc>
                <a:spcPct val="115000"/>
              </a:lnSpc>
            </a:pPr>
            <a:r>
              <a:rPr lang="en-US" dirty="0"/>
              <a:t>Plan for failure with backups, quality checks, and the speed vs. accuracy trade-off</a:t>
            </a:r>
            <a:endParaRPr lang="en-US" dirty="0"/>
          </a:p>
          <a:p>
            <a:pPr lvl="0">
              <a:lnSpc>
                <a:spcPct val="115000"/>
              </a:lnSpc>
            </a:pPr>
            <a:r>
              <a:rPr lang="en-US" dirty="0"/>
              <a:t>Decide when to use LangGraph and when to use CrewAI</a:t>
            </a:r>
            <a:endParaRPr lang="en-US" dirty="0"/>
          </a:p>
        </p:txBody>
      </p:sp>
    </p:spTree>
    <p:custDataLst>
      <p:tags r:id="rId1"/>
    </p:custDataLst>
    <p:extLst>
      <p:ext uri="{BB962C8B-B14F-4D97-AF65-F5344CB8AC3E}">
        <p14:creationId xmlns:p14="http://schemas.microsoft.com/office/powerpoint/2010/main" val="1109232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BE09C-8C66-10BD-9866-529DC4C6091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058BF18-73C3-073A-EBB9-EE16EC7E2EF9}"/>
              </a:ext>
            </a:extLst>
          </p:cNvPr>
          <p:cNvSpPr>
            <a:spLocks noGrp="1"/>
          </p:cNvSpPr>
          <p:nvPr>
            <p:ph type="title"/>
          </p:nvPr>
        </p:nvSpPr>
        <p:spPr/>
        <p:txBody>
          <a:bodyPr>
            <a:normAutofit/>
          </a:bodyPr>
          <a:lstStyle/>
          <a:p>
            <a:r>
              <a:rPr lang="en-US" dirty="0"/>
              <a:t>Today’s Plan: Learn a Little, See It Live</a:t>
            </a:r>
            <a:endParaRPr lang="en-US" dirty="0"/>
          </a:p>
        </p:txBody>
      </p:sp>
      <p:sp>
        <p:nvSpPr>
          <p:cNvPr id="24" name="Brandline_LVC">
            <a:extLst>
              <a:ext uri="{FF2B5EF4-FFF2-40B4-BE49-F238E27FC236}">
                <a16:creationId xmlns:a16="http://schemas.microsoft.com/office/drawing/2014/main" id="{3DE2E9DD-B0EC-923B-90F7-3752F3FA1C49}"/>
              </a:ext>
            </a:extLst>
          </p:cNvPr>
          <p:cNvSpPr/>
          <p:nvPr/>
        </p:nvSpPr>
        <p:spPr>
          <a:xfrm>
            <a:off x="4000501" y="816324"/>
            <a:ext cx="825309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0F8EF564-7A70-DEF0-409B-2848E4F636F5}"/>
              </a:ext>
            </a:extLst>
          </p:cNvPr>
          <p:cNvSpPr txBox="1"/>
          <p:nvPr/>
        </p:nvSpPr>
        <p:spPr>
          <a:xfrm>
            <a:off x="819523" y="1415454"/>
            <a:ext cx="14707772" cy="457176"/>
          </a:xfrm>
          <a:prstGeom prst="rect">
            <a:avLst/>
          </a:prstGeom>
          <a:noFill/>
        </p:spPr>
        <p:txBody>
          <a:bodyPr wrap="square" rtlCol="0">
            <a:spAutoFit/>
          </a:bodyPr>
          <a:lstStyle/>
          <a:p>
            <a:pPr algn="ctr">
              <a:lnSpc>
                <a:spcPct val="115000"/>
              </a:lnSpc>
            </a:pPr>
            <a:r>
              <a:rPr lang="en-US" sz="2200" dirty="0">
                <a:solidFill>
                  <a:srgbClr val="404040"/>
                </a:solidFill>
                <a:latin typeface="Open Sans" pitchFamily="2" charset="0"/>
              </a:rPr>
              <a:t>Short theory, then a live demo. Then repeat.</a:t>
            </a:r>
            <a:endParaRPr lang="en-US" sz="2200" dirty="0">
              <a:solidFill>
                <a:srgbClr val="404040"/>
              </a:solidFill>
              <a:latin typeface="Open Sans" pitchFamily="2" charset="0"/>
            </a:endParaRPr>
          </a:p>
        </p:txBody>
      </p:sp>
      <p:graphicFrame>
        <p:nvGraphicFramePr>
          <p:cNvPr id="25" name="Table 24">
            <a:extLst>
              <a:ext uri="{FF2B5EF4-FFF2-40B4-BE49-F238E27FC236}">
                <a16:creationId xmlns:a16="http://schemas.microsoft.com/office/drawing/2014/main" id="{0C129F11-060D-589F-83EB-B8EC2C8AEEB6}"/>
              </a:ext>
            </a:extLst>
          </p:cNvPr>
          <p:cNvGraphicFramePr>
            <a:graphicFrameLocks noGrp="1"/>
          </p:cNvGraphicFramePr>
          <p:nvPr>
            <p:extLst>
              <p:ext uri="{D42A27DB-BD31-4B8C-83A1-F6EECF244321}">
                <p14:modId xmlns:p14="http://schemas.microsoft.com/office/powerpoint/2010/main" val="1318946255"/>
              </p:ext>
            </p:extLst>
          </p:nvPr>
        </p:nvGraphicFramePr>
        <p:xfrm>
          <a:off x="2093728" y="2760300"/>
          <a:ext cx="12141570" cy="5340837"/>
        </p:xfrm>
        <a:graphic>
          <a:graphicData uri="http://schemas.openxmlformats.org/drawingml/2006/table">
            <a:tbl>
              <a:tblPr firstRow="1" bandRow="1">
                <a:tableStyleId>{93296810-A885-4BE3-A3E7-6D5BEEA58F35}</a:tableStyleId>
              </a:tblPr>
              <a:tblGrid>
                <a:gridCol w="6070785">
                  <a:extLst>
                    <a:ext uri="{9D8B030D-6E8A-4147-A177-3AD203B41FA5}">
                      <a16:colId xmlns:a16="http://schemas.microsoft.com/office/drawing/2014/main" val="940989262"/>
                    </a:ext>
                  </a:extLst>
                </a:gridCol>
                <a:gridCol w="6070785">
                  <a:extLst>
                    <a:ext uri="{9D8B030D-6E8A-4147-A177-3AD203B41FA5}">
                      <a16:colId xmlns:a16="http://schemas.microsoft.com/office/drawing/2014/main" val="2770394162"/>
                    </a:ext>
                  </a:extLst>
                </a:gridCol>
              </a:tblGrid>
              <a:tr h="701357">
                <a:tc>
                  <a:txBody>
                    <a:bodyPr/>
                    <a:lstStyle/>
                    <a:p>
                      <a:pPr algn="ctr"/>
                      <a:r>
                        <a:rPr lang="en-US" sz="2200" dirty="0"/>
                        <a:t>What we learn</a:t>
                      </a:r>
                      <a:endParaRPr 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dirty="0"/>
                        <a:t>What you see live</a:t>
                      </a:r>
                      <a:endParaRPr lang="en-US" sz="2200" dirty="0"/>
                    </a:p>
                  </a:txBody>
                  <a:tcPr anchor="ctr"/>
                </a:tc>
                <a:extLst>
                  <a:ext uri="{0D108BD9-81ED-4DB2-BD59-A6C34878D82A}">
                    <a16:rowId xmlns:a16="http://schemas.microsoft.com/office/drawing/2014/main" val="615777882"/>
                  </a:ext>
                </a:extLst>
              </a:tr>
              <a:tr h="927896">
                <a:tc>
                  <a:txBody>
                    <a:bodyPr/>
                    <a:lstStyle/>
                    <a:p>
                      <a:pPr algn="ctr">
                        <a:lnSpc>
                          <a:spcPct val="115000"/>
                        </a:lnSpc>
                        <a:buNone/>
                      </a:pPr>
                      <a:r>
                        <a:rPr lang="en-US" sz="2200" dirty="0">
                          <a:solidFill>
                            <a:schemeClr val="tx1">
                              <a:lumMod val="75000"/>
                              <a:lumOff val="25000"/>
                            </a:schemeClr>
                          </a:solidFill>
                          <a:latin typeface="+mn-lt"/>
                        </a:rPr>
                        <a:t>Part 1: LangGraph, a flowchart for AI</a:t>
                      </a:r>
                      <a:endParaRPr lang="en-US" sz="2200" dirty="0">
                        <a:solidFill>
                          <a:schemeClr val="tx1">
                            <a:lumMod val="75000"/>
                            <a:lumOff val="25000"/>
                          </a:schemeClr>
                        </a:solidFill>
                        <a:latin typeface="+mn-lt"/>
                      </a:endParaRPr>
                    </a:p>
                  </a:txBody>
                  <a:tcPr anchor="ctr"/>
                </a:tc>
                <a:tc>
                  <a:txBody>
                    <a:bodyPr/>
                    <a:lstStyle/>
                    <a:p>
                      <a:pPr algn="ctr"/>
                      <a:r>
                        <a:rPr lang="en-US" sz="2200" dirty="0">
                          <a:solidFill>
                            <a:schemeClr val="tx1">
                              <a:lumMod val="75000"/>
                              <a:lumOff val="25000"/>
                            </a:schemeClr>
                          </a:solidFill>
                          <a:latin typeface="+mn-lt"/>
                        </a:rPr>
                        <a:t>Demo 1: A research agent that searches the web</a:t>
                      </a:r>
                      <a:endParaRPr lang="en-US" sz="2200" dirty="0">
                        <a:solidFill>
                          <a:schemeClr val="tx1">
                            <a:lumMod val="75000"/>
                            <a:lumOff val="25000"/>
                          </a:schemeClr>
                        </a:solidFill>
                        <a:latin typeface="+mn-lt"/>
                      </a:endParaRPr>
                    </a:p>
                  </a:txBody>
                  <a:tcPr anchor="ctr"/>
                </a:tc>
                <a:extLst>
                  <a:ext uri="{0D108BD9-81ED-4DB2-BD59-A6C34878D82A}">
                    <a16:rowId xmlns:a16="http://schemas.microsoft.com/office/drawing/2014/main" val="2811714083"/>
                  </a:ext>
                </a:extLst>
              </a:tr>
              <a:tr h="927896">
                <a:tc>
                  <a:txBody>
                    <a:bodyPr/>
                    <a:lstStyle/>
                    <a:p>
                      <a:pPr algn="ctr"/>
                      <a:r>
                        <a:rPr lang="en-US" sz="2200" dirty="0">
                          <a:solidFill>
                            <a:schemeClr val="tx1">
                              <a:lumMod val="75000"/>
                              <a:lumOff val="25000"/>
                            </a:schemeClr>
                          </a:solidFill>
                          <a:latin typeface="+mn-lt"/>
                        </a:rPr>
                        <a:t>Part 2: CrewAI, a team of AI workers</a:t>
                      </a:r>
                      <a:endParaRPr lang="en-US" sz="2200" dirty="0">
                        <a:solidFill>
                          <a:schemeClr val="tx1">
                            <a:lumMod val="75000"/>
                            <a:lumOff val="25000"/>
                          </a:schemeClr>
                        </a:solidFill>
                        <a:latin typeface="+mn-lt"/>
                      </a:endParaRPr>
                    </a:p>
                  </a:txBody>
                  <a:tcPr anchor="ctr"/>
                </a:tc>
                <a:tc>
                  <a:txBody>
                    <a:bodyPr/>
                    <a:lstStyle/>
                    <a:p>
                      <a:pPr algn="ctr"/>
                      <a:r>
                        <a:rPr lang="en-US" sz="2200" dirty="0">
                          <a:solidFill>
                            <a:schemeClr val="tx1">
                              <a:lumMod val="75000"/>
                              <a:lumOff val="25000"/>
                            </a:schemeClr>
                          </a:solidFill>
                          <a:latin typeface="+mn-lt"/>
                        </a:rPr>
                        <a:t>Demo 2: A “receptionist” agent that routes questions</a:t>
                      </a:r>
                      <a:endParaRPr lang="en-US" sz="2200" dirty="0">
                        <a:solidFill>
                          <a:schemeClr val="tx1">
                            <a:lumMod val="75000"/>
                            <a:lumOff val="25000"/>
                          </a:schemeClr>
                        </a:solidFill>
                        <a:latin typeface="+mn-lt"/>
                      </a:endParaRPr>
                    </a:p>
                  </a:txBody>
                  <a:tcPr anchor="ctr"/>
                </a:tc>
                <a:extLst>
                  <a:ext uri="{0D108BD9-81ED-4DB2-BD59-A6C34878D82A}">
                    <a16:rowId xmlns:a16="http://schemas.microsoft.com/office/drawing/2014/main" val="1350389288"/>
                  </a:ext>
                </a:extLst>
              </a:tr>
              <a:tr h="927896">
                <a:tc>
                  <a:txBody>
                    <a:bodyPr/>
                    <a:lstStyle/>
                    <a:p>
                      <a:pPr algn="ctr"/>
                      <a:r>
                        <a:rPr lang="en-US" sz="2200" dirty="0">
                          <a:solidFill>
                            <a:schemeClr val="tx1">
                              <a:lumMod val="75000"/>
                              <a:lumOff val="25000"/>
                            </a:schemeClr>
                          </a:solidFill>
                          <a:latin typeface="+mn-lt"/>
                        </a:rPr>
                        <a:t>Part 2 (contd.): How the team shares work</a:t>
                      </a:r>
                      <a:endParaRPr lang="en-US" sz="2200" dirty="0">
                        <a:solidFill>
                          <a:schemeClr val="tx1">
                            <a:lumMod val="75000"/>
                            <a:lumOff val="25000"/>
                          </a:schemeClr>
                        </a:solidFill>
                        <a:latin typeface="+mn-lt"/>
                      </a:endParaRPr>
                    </a:p>
                  </a:txBody>
                  <a:tcPr anchor="ctr"/>
                </a:tc>
                <a:tc>
                  <a:txBody>
                    <a:bodyPr/>
                    <a:lstStyle/>
                    <a:p>
                      <a:pPr algn="ctr"/>
                      <a:r>
                        <a:rPr lang="en-US" sz="2200" dirty="0">
                          <a:solidFill>
                            <a:schemeClr val="tx1">
                              <a:lumMod val="75000"/>
                              <a:lumOff val="25000"/>
                            </a:schemeClr>
                          </a:solidFill>
                          <a:latin typeface="+mn-lt"/>
                        </a:rPr>
                        <a:t>Demo 3: Agents working one by one vs. all at once</a:t>
                      </a:r>
                      <a:endParaRPr lang="en-US" sz="2200" dirty="0">
                        <a:solidFill>
                          <a:schemeClr val="tx1">
                            <a:lumMod val="75000"/>
                            <a:lumOff val="25000"/>
                          </a:schemeClr>
                        </a:solidFill>
                        <a:latin typeface="+mn-lt"/>
                      </a:endParaRPr>
                    </a:p>
                  </a:txBody>
                  <a:tcPr anchor="ctr"/>
                </a:tc>
                <a:extLst>
                  <a:ext uri="{0D108BD9-81ED-4DB2-BD59-A6C34878D82A}">
                    <a16:rowId xmlns:a16="http://schemas.microsoft.com/office/drawing/2014/main" val="4229503215"/>
                  </a:ext>
                </a:extLst>
              </a:tr>
              <a:tr h="927896">
                <a:tc>
                  <a:txBody>
                    <a:bodyPr/>
                    <a:lstStyle/>
                    <a:p>
                      <a:pPr algn="ctr">
                        <a:buNone/>
                      </a:pPr>
                      <a:r>
                        <a:rPr lang="en-US" sz="2200" dirty="0">
                          <a:solidFill>
                            <a:schemeClr val="tx1">
                              <a:lumMod val="75000"/>
                              <a:lumOff val="25000"/>
                            </a:schemeClr>
                          </a:solidFill>
                          <a:latin typeface="+mn-lt"/>
                        </a:rPr>
                        <a:t>Part 3: A2A, a common language for agents</a:t>
                      </a:r>
                      <a:endParaRPr lang="en-US" sz="2200" dirty="0">
                        <a:solidFill>
                          <a:schemeClr val="tx1">
                            <a:lumMod val="75000"/>
                            <a:lumOff val="25000"/>
                          </a:schemeClr>
                        </a:solidFill>
                        <a:latin typeface="+mn-lt"/>
                      </a:endParaRPr>
                    </a:p>
                  </a:txBody>
                  <a:tcPr anchor="ctr"/>
                </a:tc>
                <a:tc>
                  <a:txBody>
                    <a:bodyPr/>
                    <a:lstStyle/>
                    <a:p>
                      <a:pPr algn="ctr"/>
                      <a:r>
                        <a:rPr lang="en-IN" sz="2200" dirty="0">
                          <a:solidFill>
                            <a:schemeClr val="tx1">
                              <a:lumMod val="75000"/>
                              <a:lumOff val="25000"/>
                            </a:schemeClr>
                          </a:solidFill>
                          <a:latin typeface="+mn-lt"/>
                        </a:rPr>
                        <a:t>Guided practice: agents from different tools working together</a:t>
                      </a:r>
                      <a:endParaRPr lang="en-IN" sz="2200" dirty="0">
                        <a:solidFill>
                          <a:schemeClr val="tx1">
                            <a:lumMod val="75000"/>
                            <a:lumOff val="25000"/>
                          </a:schemeClr>
                        </a:solidFill>
                        <a:latin typeface="+mn-lt"/>
                      </a:endParaRPr>
                    </a:p>
                  </a:txBody>
                  <a:tcPr anchor="ctr"/>
                </a:tc>
                <a:extLst>
                  <a:ext uri="{0D108BD9-81ED-4DB2-BD59-A6C34878D82A}">
                    <a16:rowId xmlns:a16="http://schemas.microsoft.com/office/drawing/2014/main" val="3509314201"/>
                  </a:ext>
                </a:extLst>
              </a:tr>
              <a:tr h="927896">
                <a:tc>
                  <a:txBody>
                    <a:bodyPr/>
                    <a:lstStyle/>
                    <a:p>
                      <a:pPr algn="ctr"/>
                      <a:r>
                        <a:rPr lang="en-US" sz="2200" dirty="0">
                          <a:solidFill>
                            <a:schemeClr val="tx1">
                              <a:lumMod val="75000"/>
                              <a:lumOff val="25000"/>
                            </a:schemeClr>
                          </a:solidFill>
                          <a:latin typeface="+mn-lt"/>
                        </a:rPr>
                        <a:t>Wrap-up: LangGraph or CrewAI?</a:t>
                      </a:r>
                      <a:endParaRPr lang="en-US" sz="2200" dirty="0">
                        <a:solidFill>
                          <a:schemeClr val="tx1">
                            <a:lumMod val="75000"/>
                            <a:lumOff val="25000"/>
                          </a:schemeClr>
                        </a:solidFill>
                        <a:latin typeface="+mn-lt"/>
                      </a:endParaRPr>
                    </a:p>
                  </a:txBody>
                  <a:tcPr anchor="ctr"/>
                </a:tc>
                <a:tc>
                  <a:txBody>
                    <a:bodyPr/>
                    <a:lstStyle/>
                    <a:p>
                      <a:pPr algn="ctr">
                        <a:buNone/>
                      </a:pPr>
                      <a:r>
                        <a:rPr lang="en-US" sz="2200" dirty="0">
                          <a:solidFill>
                            <a:schemeClr val="tx1">
                              <a:lumMod val="75000"/>
                              <a:lumOff val="25000"/>
                            </a:schemeClr>
                          </a:solidFill>
                          <a:latin typeface="+mn-lt"/>
                        </a:rPr>
                        <a:t>Jargon buster, key takeaways, and Q&amp;A</a:t>
                      </a:r>
                      <a:endParaRPr lang="en-US" sz="2200" dirty="0">
                        <a:solidFill>
                          <a:schemeClr val="tx1">
                            <a:lumMod val="75000"/>
                            <a:lumOff val="25000"/>
                          </a:schemeClr>
                        </a:solidFill>
                        <a:latin typeface="+mn-lt"/>
                      </a:endParaRPr>
                    </a:p>
                  </a:txBody>
                  <a:tcPr anchor="ctr"/>
                </a:tc>
                <a:extLst>
                  <a:ext uri="{0D108BD9-81ED-4DB2-BD59-A6C34878D82A}">
                    <a16:rowId xmlns:a16="http://schemas.microsoft.com/office/drawing/2014/main" val="2939038818"/>
                  </a:ext>
                </a:extLst>
              </a:tr>
            </a:tbl>
          </a:graphicData>
        </a:graphic>
      </p:graphicFrame>
    </p:spTree>
    <p:custDataLst>
      <p:tags r:id="rId1"/>
    </p:custDataLst>
    <p:extLst>
      <p:ext uri="{BB962C8B-B14F-4D97-AF65-F5344CB8AC3E}">
        <p14:creationId xmlns:p14="http://schemas.microsoft.com/office/powerpoint/2010/main" val="847163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59FAA-0983-580C-CAAD-A1196DC59B8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15C610D-AE02-90DC-3FA9-3F436791EE83}"/>
              </a:ext>
            </a:extLst>
          </p:cNvPr>
          <p:cNvSpPr>
            <a:spLocks noGrp="1"/>
          </p:cNvSpPr>
          <p:nvPr>
            <p:ph type="body" idx="10"/>
          </p:nvPr>
        </p:nvSpPr>
        <p:spPr>
          <a:xfrm>
            <a:off x="0" y="4114800"/>
            <a:ext cx="16256001" cy="914400"/>
          </a:xfrm>
        </p:spPr>
        <p:txBody>
          <a:bodyPr/>
          <a:lstStyle/>
          <a:p>
            <a:r>
              <a:rPr lang="en-US" dirty="0"/>
              <a:t>Part 1: LangGraph, a Flowchart for AI Agents</a:t>
            </a:r>
            <a:endParaRPr lang="en-US" dirty="0"/>
          </a:p>
        </p:txBody>
      </p:sp>
    </p:spTree>
    <p:custDataLst>
      <p:tags r:id="rId1"/>
    </p:custDataLst>
    <p:extLst>
      <p:ext uri="{BB962C8B-B14F-4D97-AF65-F5344CB8AC3E}">
        <p14:creationId xmlns:p14="http://schemas.microsoft.com/office/powerpoint/2010/main" val="2890998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8A53D-6B46-0FC2-B8AC-02434AAE12F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C04E22-21DA-00D7-6774-E549F60C8C68}"/>
              </a:ext>
            </a:extLst>
          </p:cNvPr>
          <p:cNvSpPr>
            <a:spLocks noGrp="1"/>
          </p:cNvSpPr>
          <p:nvPr>
            <p:ph type="title"/>
          </p:nvPr>
        </p:nvSpPr>
        <p:spPr/>
        <p:txBody>
          <a:bodyPr>
            <a:normAutofit/>
          </a:bodyPr>
          <a:lstStyle/>
          <a:p>
            <a:r>
              <a:rPr lang="en-IN" dirty="0"/>
              <a:t>LangGraph: A Flowchart Your AI Follows</a:t>
            </a:r>
            <a:endParaRPr lang="en-IN" dirty="0"/>
          </a:p>
        </p:txBody>
      </p:sp>
      <p:sp>
        <p:nvSpPr>
          <p:cNvPr id="24" name="Brandline_LVC">
            <a:extLst>
              <a:ext uri="{FF2B5EF4-FFF2-40B4-BE49-F238E27FC236}">
                <a16:creationId xmlns:a16="http://schemas.microsoft.com/office/drawing/2014/main" id="{A6B0F7E6-52F5-32A9-69FC-181D3FE8FB3D}"/>
              </a:ext>
            </a:extLst>
          </p:cNvPr>
          <p:cNvSpPr/>
          <p:nvPr/>
        </p:nvSpPr>
        <p:spPr>
          <a:xfrm>
            <a:off x="5689600" y="816324"/>
            <a:ext cx="488561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C118284F-34BB-C92F-F07A-DAD532CC98A4}"/>
              </a:ext>
            </a:extLst>
          </p:cNvPr>
          <p:cNvSpPr txBox="1"/>
          <p:nvPr/>
        </p:nvSpPr>
        <p:spPr>
          <a:xfrm>
            <a:off x="1614913" y="1440870"/>
            <a:ext cx="13377871" cy="457176"/>
          </a:xfrm>
          <a:prstGeom prst="rect">
            <a:avLst/>
          </a:prstGeom>
          <a:noFill/>
        </p:spPr>
        <p:txBody>
          <a:bodyPr wrap="square" rtlCol="0">
            <a:spAutoFit/>
          </a:bodyPr>
          <a:lstStyle/>
          <a:p>
            <a:pPr algn="ctr">
              <a:lnSpc>
                <a:spcPct val="115000"/>
              </a:lnSpc>
            </a:pPr>
            <a:r>
              <a:rPr lang="en-US" sz="2200" dirty="0">
                <a:solidFill>
                  <a:srgbClr val="404040"/>
                </a:solidFill>
                <a:latin typeface="Open Sans" pitchFamily="2" charset="0"/>
              </a:rPr>
              <a:t>A framework is a ready-made toolkit for builders. LangGraph lets AI follow a flowchart: steps, arrows, and decisions.</a:t>
            </a:r>
            <a:endParaRPr lang="en-US" sz="2200" dirty="0">
              <a:solidFill>
                <a:srgbClr val="404040"/>
              </a:solidFill>
              <a:latin typeface="Open Sans" pitchFamily="2" charset="0"/>
            </a:endParaRPr>
          </a:p>
        </p:txBody>
      </p:sp>
      <p:sp>
        <p:nvSpPr>
          <p:cNvPr id="3" name="Text Placeholder 21">
            <a:extLst>
              <a:ext uri="{FF2B5EF4-FFF2-40B4-BE49-F238E27FC236}">
                <a16:creationId xmlns:a16="http://schemas.microsoft.com/office/drawing/2014/main" id="{84F912FA-BECA-BD6C-1A66-CAB841E0D50F}"/>
              </a:ext>
            </a:extLst>
          </p:cNvPr>
          <p:cNvSpPr txBox="1">
            <a:spLocks/>
          </p:cNvSpPr>
          <p:nvPr/>
        </p:nvSpPr>
        <p:spPr>
          <a:xfrm>
            <a:off x="2067234" y="7634145"/>
            <a:ext cx="12476577" cy="693531"/>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404040"/>
                </a:solidFill>
                <a:latin typeface="Open Sans" pitchFamily="2" charset="0"/>
              </a:rPr>
              <a:t>Chatbots that remember the conversation, claim and approval processes, and research assistants that search and double-check.</a:t>
            </a:r>
            <a:endParaRPr lang="en-US" dirty="0">
              <a:solidFill>
                <a:srgbClr val="404040"/>
              </a:solidFill>
              <a:latin typeface="Open Sans" pitchFamily="2" charset="0"/>
            </a:endParaRPr>
          </a:p>
        </p:txBody>
      </p:sp>
      <p:sp>
        <p:nvSpPr>
          <p:cNvPr id="4" name="Rectangle: Rounded Corners 3">
            <a:extLst>
              <a:ext uri="{FF2B5EF4-FFF2-40B4-BE49-F238E27FC236}">
                <a16:creationId xmlns:a16="http://schemas.microsoft.com/office/drawing/2014/main" id="{72CB588E-7109-B764-7941-6EFB848E5A5F}"/>
              </a:ext>
            </a:extLst>
          </p:cNvPr>
          <p:cNvSpPr/>
          <p:nvPr/>
        </p:nvSpPr>
        <p:spPr>
          <a:xfrm>
            <a:off x="1712188" y="7347023"/>
            <a:ext cx="12831623" cy="1102201"/>
          </a:xfrm>
          <a:prstGeom prst="round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Rectangle: Rounded Corners 27">
            <a:extLst>
              <a:ext uri="{FF2B5EF4-FFF2-40B4-BE49-F238E27FC236}">
                <a16:creationId xmlns:a16="http://schemas.microsoft.com/office/drawing/2014/main" id="{66EDC697-A4F8-BB0B-B958-D2A87D1557C4}"/>
              </a:ext>
            </a:extLst>
          </p:cNvPr>
          <p:cNvSpPr/>
          <p:nvPr/>
        </p:nvSpPr>
        <p:spPr>
          <a:xfrm>
            <a:off x="2030240" y="6971421"/>
            <a:ext cx="3111154" cy="574245"/>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200" b="1" dirty="0"/>
              <a:t>Where is it used?</a:t>
            </a:r>
          </a:p>
        </p:txBody>
      </p:sp>
      <p:pic>
        <p:nvPicPr>
          <p:cNvPr id="9" name="Picture 8" descr="A black background with a black square&#10;&#10;AI-generated content may be incorrect.">
            <a:extLst>
              <a:ext uri="{FF2B5EF4-FFF2-40B4-BE49-F238E27FC236}">
                <a16:creationId xmlns:a16="http://schemas.microsoft.com/office/drawing/2014/main" id="{837AB9F9-4B99-8128-6650-E165F5EB43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6410" y="2387600"/>
            <a:ext cx="4368800" cy="4368800"/>
          </a:xfrm>
          <a:prstGeom prst="rect">
            <a:avLst/>
          </a:prstGeom>
        </p:spPr>
      </p:pic>
    </p:spTree>
    <p:custDataLst>
      <p:tags r:id="rId1"/>
    </p:custDataLst>
    <p:extLst>
      <p:ext uri="{BB962C8B-B14F-4D97-AF65-F5344CB8AC3E}">
        <p14:creationId xmlns:p14="http://schemas.microsoft.com/office/powerpoint/2010/main" val="4026139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D98BE-9DAE-24FC-B7F8-4041AF5CC70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C63134B-DBB6-411F-EF47-0762811C0BE5}"/>
              </a:ext>
            </a:extLst>
          </p:cNvPr>
          <p:cNvSpPr>
            <a:spLocks noGrp="1"/>
          </p:cNvSpPr>
          <p:nvPr>
            <p:ph type="title"/>
          </p:nvPr>
        </p:nvSpPr>
        <p:spPr/>
        <p:txBody>
          <a:bodyPr>
            <a:normAutofit/>
          </a:bodyPr>
          <a:lstStyle/>
          <a:p>
            <a:r>
              <a:rPr lang="en-US" dirty="0"/>
              <a:t>Five Words You’ll Hear in the Demo</a:t>
            </a:r>
            <a:endParaRPr lang="en-US" dirty="0"/>
          </a:p>
        </p:txBody>
      </p:sp>
      <p:sp>
        <p:nvSpPr>
          <p:cNvPr id="24" name="Brandline_LVC">
            <a:extLst>
              <a:ext uri="{FF2B5EF4-FFF2-40B4-BE49-F238E27FC236}">
                <a16:creationId xmlns:a16="http://schemas.microsoft.com/office/drawing/2014/main" id="{E8D646E0-694B-A6C4-E0D4-4E2EFB43FBCE}"/>
              </a:ext>
            </a:extLst>
          </p:cNvPr>
          <p:cNvSpPr/>
          <p:nvPr/>
        </p:nvSpPr>
        <p:spPr>
          <a:xfrm>
            <a:off x="5207000" y="816324"/>
            <a:ext cx="5846046"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59B5781B-31B6-F5B1-EE6C-E8E482593F00}"/>
              </a:ext>
            </a:extLst>
          </p:cNvPr>
          <p:cNvSpPr txBox="1"/>
          <p:nvPr/>
        </p:nvSpPr>
        <p:spPr>
          <a:xfrm>
            <a:off x="1614913" y="1440870"/>
            <a:ext cx="13377871" cy="846514"/>
          </a:xfrm>
          <a:prstGeom prst="rect">
            <a:avLst/>
          </a:prstGeom>
          <a:noFill/>
        </p:spPr>
        <p:txBody>
          <a:bodyPr wrap="square" rtlCol="0">
            <a:spAutoFit/>
          </a:bodyPr>
          <a:lstStyle/>
          <a:p>
            <a:pPr algn="ctr">
              <a:lnSpc>
                <a:spcPct val="115000"/>
              </a:lnSpc>
            </a:pPr>
            <a:r>
              <a:rPr lang="en-US" sz="2200" dirty="0">
                <a:solidFill>
                  <a:srgbClr val="404040"/>
                </a:solidFill>
                <a:latin typeface="Open Sans" pitchFamily="2" charset="0"/>
              </a:rPr>
              <a:t>Think of a railway map. These five words describe every LangGraph flowchart:</a:t>
            </a:r>
            <a:endParaRPr lang="en-US" sz="2200" dirty="0">
              <a:solidFill>
                <a:srgbClr val="404040"/>
              </a:solidFill>
              <a:latin typeface="Open Sans" pitchFamily="2" charset="0"/>
            </a:endParaRPr>
          </a:p>
        </p:txBody>
      </p:sp>
      <p:grpSp>
        <p:nvGrpSpPr>
          <p:cNvPr id="19" name="Group 18">
            <a:extLst>
              <a:ext uri="{FF2B5EF4-FFF2-40B4-BE49-F238E27FC236}">
                <a16:creationId xmlns:a16="http://schemas.microsoft.com/office/drawing/2014/main" id="{DF336919-0A5C-38CF-E1DA-752E7A42E710}"/>
              </a:ext>
            </a:extLst>
          </p:cNvPr>
          <p:cNvGrpSpPr/>
          <p:nvPr/>
        </p:nvGrpSpPr>
        <p:grpSpPr>
          <a:xfrm>
            <a:off x="1729881" y="3779522"/>
            <a:ext cx="12796238" cy="2532297"/>
            <a:chOff x="2196546" y="4176677"/>
            <a:chExt cx="12074901" cy="1715508"/>
          </a:xfrm>
        </p:grpSpPr>
        <p:sp>
          <p:nvSpPr>
            <p:cNvPr id="9" name="Text_Box">
              <a:extLst>
                <a:ext uri="{FF2B5EF4-FFF2-40B4-BE49-F238E27FC236}">
                  <a16:creationId xmlns:a16="http://schemas.microsoft.com/office/drawing/2014/main" id="{37A99CEE-82CD-9FA6-383C-6310FC6B217C}"/>
                </a:ext>
              </a:extLst>
            </p:cNvPr>
            <p:cNvSpPr/>
            <p:nvPr/>
          </p:nvSpPr>
          <p:spPr>
            <a:xfrm>
              <a:off x="5503219" y="4635565"/>
              <a:ext cx="1785740" cy="79773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200" dirty="0">
                  <a:solidFill>
                    <a:schemeClr val="bg1"/>
                  </a:solidFill>
                  <a:latin typeface="+mj-lt"/>
                  <a:ea typeface="Open Sans" panose="020B0606030504020204" pitchFamily="34" charset="0"/>
                  <a:cs typeface="Open Sans" panose="020B0606030504020204" pitchFamily="34" charset="0"/>
                </a:rPr>
                <a:t>Nodes</a:t>
              </a:r>
              <a:endParaRPr lang="en-US" sz="2200" dirty="0">
                <a:solidFill>
                  <a:schemeClr val="bg1"/>
                </a:solidFill>
                <a:latin typeface="+mj-lt"/>
                <a:ea typeface="Open Sans" panose="020B0606030504020204" pitchFamily="34" charset="0"/>
                <a:cs typeface="Open Sans" panose="020B0606030504020204" pitchFamily="34" charset="0"/>
              </a:endParaRPr>
            </a:p>
            <a:p>
              <a:pPr algn="ctr"/>
              <a:r>
                <a:rPr lang="en-US" sz="1760" dirty="0" b="0">
                  <a:solidFill>
                    <a:schemeClr val="bg1"/>
                  </a:solidFill>
                  <a:latin typeface="+mj-lt"/>
                  <a:ea typeface="Open Sans" panose="020B0606030504020204" pitchFamily="34" charset="0"/>
                  <a:cs typeface="Open Sans" panose="020B0606030504020204" pitchFamily="34" charset="0"/>
                </a:rPr>
                <a:t>the steps</a:t>
              </a:r>
              <a:endParaRPr lang="en-US" sz="2200" dirty="0">
                <a:solidFill>
                  <a:schemeClr val="bg1"/>
                </a:solidFill>
                <a:latin typeface="+mj-lt"/>
                <a:ea typeface="Open Sans" panose="020B0606030504020204" pitchFamily="34" charset="0"/>
                <a:cs typeface="Open Sans" panose="020B0606030504020204" pitchFamily="34" charset="0"/>
              </a:endParaRPr>
            </a:p>
          </p:txBody>
        </p:sp>
        <p:sp>
          <p:nvSpPr>
            <p:cNvPr id="10" name="Text_Box">
              <a:extLst>
                <a:ext uri="{FF2B5EF4-FFF2-40B4-BE49-F238E27FC236}">
                  <a16:creationId xmlns:a16="http://schemas.microsoft.com/office/drawing/2014/main" id="{D1CEB11A-3463-F6AE-CD15-5BF14BFF3CA3}"/>
                </a:ext>
              </a:extLst>
            </p:cNvPr>
            <p:cNvSpPr/>
            <p:nvPr/>
          </p:nvSpPr>
          <p:spPr>
            <a:xfrm>
              <a:off x="5503219" y="4635565"/>
              <a:ext cx="1785740" cy="79773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200" dirty="0">
                  <a:solidFill>
                    <a:schemeClr val="bg1"/>
                  </a:solidFill>
                  <a:latin typeface="+mj-lt"/>
                  <a:ea typeface="Open Sans" panose="020B0606030504020204" pitchFamily="34" charset="0"/>
                  <a:cs typeface="Open Sans" panose="020B0606030504020204" pitchFamily="34" charset="0"/>
                </a:rPr>
                <a:t>Edges</a:t>
              </a:r>
              <a:endParaRPr lang="en-US" sz="2200" dirty="0">
                <a:solidFill>
                  <a:schemeClr val="bg1"/>
                </a:solidFill>
                <a:latin typeface="+mj-lt"/>
                <a:ea typeface="Open Sans" panose="020B0606030504020204" pitchFamily="34" charset="0"/>
                <a:cs typeface="Open Sans" panose="020B0606030504020204" pitchFamily="34" charset="0"/>
              </a:endParaRPr>
            </a:p>
            <a:p>
              <a:pPr algn="ctr"/>
              <a:r>
                <a:rPr lang="en-US" sz="1760" dirty="0" b="0">
                  <a:solidFill>
                    <a:schemeClr val="bg1"/>
                  </a:solidFill>
                  <a:latin typeface="+mj-lt"/>
                  <a:ea typeface="Open Sans" panose="020B0606030504020204" pitchFamily="34" charset="0"/>
                  <a:cs typeface="Open Sans" panose="020B0606030504020204" pitchFamily="34" charset="0"/>
                </a:rPr>
                <a:t>the arrows</a:t>
              </a:r>
              <a:endParaRPr lang="en-US" sz="2200" dirty="0">
                <a:solidFill>
                  <a:schemeClr val="bg1"/>
                </a:solidFill>
                <a:latin typeface="+mj-lt"/>
                <a:ea typeface="Open Sans" panose="020B0606030504020204" pitchFamily="34" charset="0"/>
                <a:cs typeface="Open Sans" panose="020B0606030504020204" pitchFamily="34" charset="0"/>
              </a:endParaRPr>
            </a:p>
          </p:txBody>
        </p:sp>
        <p:sp>
          <p:nvSpPr>
            <p:cNvPr id="11" name="Text_Box">
              <a:extLst>
                <a:ext uri="{FF2B5EF4-FFF2-40B4-BE49-F238E27FC236}">
                  <a16:creationId xmlns:a16="http://schemas.microsoft.com/office/drawing/2014/main" id="{B37C698D-11A3-6193-3F69-13386BBD6DD8}"/>
                </a:ext>
              </a:extLst>
            </p:cNvPr>
            <p:cNvSpPr/>
            <p:nvPr/>
          </p:nvSpPr>
          <p:spPr>
            <a:xfrm>
              <a:off x="5639406" y="4635565"/>
              <a:ext cx="1785740" cy="79773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200" dirty="0">
                  <a:solidFill>
                    <a:schemeClr val="bg1"/>
                  </a:solidFill>
                  <a:latin typeface="+mj-lt"/>
                  <a:ea typeface="Open Sans" panose="020B0606030504020204" pitchFamily="34" charset="0"/>
                  <a:cs typeface="Open Sans" panose="020B0606030504020204" pitchFamily="34" charset="0"/>
                </a:rPr>
                <a:t>State</a:t>
              </a:r>
              <a:endParaRPr lang="en-US" sz="2200" dirty="0">
                <a:solidFill>
                  <a:schemeClr val="bg1"/>
                </a:solidFill>
                <a:latin typeface="+mj-lt"/>
                <a:ea typeface="Open Sans" panose="020B0606030504020204" pitchFamily="34" charset="0"/>
                <a:cs typeface="Open Sans" panose="020B0606030504020204" pitchFamily="34" charset="0"/>
              </a:endParaRPr>
            </a:p>
            <a:p>
              <a:pPr algn="ctr"/>
              <a:r>
                <a:rPr lang="en-US" sz="1760" dirty="0" b="0">
                  <a:solidFill>
                    <a:schemeClr val="bg1"/>
                  </a:solidFill>
                  <a:latin typeface="+mj-lt"/>
                  <a:ea typeface="Open Sans" panose="020B0606030504020204" pitchFamily="34" charset="0"/>
                  <a:cs typeface="Open Sans" panose="020B0606030504020204" pitchFamily="34" charset="0"/>
                </a:rPr>
                <a:t>shared notes</a:t>
              </a:r>
              <a:endParaRPr lang="en-US" sz="2200" dirty="0">
                <a:solidFill>
                  <a:schemeClr val="bg1"/>
                </a:solidFill>
                <a:latin typeface="+mj-lt"/>
                <a:ea typeface="Open Sans" panose="020B0606030504020204" pitchFamily="34" charset="0"/>
                <a:cs typeface="Open Sans" panose="020B0606030504020204" pitchFamily="34" charset="0"/>
              </a:endParaRPr>
            </a:p>
          </p:txBody>
        </p:sp>
        <p:sp>
          <p:nvSpPr>
            <p:cNvPr id="12" name="Text_Box">
              <a:extLst>
                <a:ext uri="{FF2B5EF4-FFF2-40B4-BE49-F238E27FC236}">
                  <a16:creationId xmlns:a16="http://schemas.microsoft.com/office/drawing/2014/main" id="{914B488D-AEB7-89D6-A072-1B04F2B3DF45}"/>
                </a:ext>
              </a:extLst>
            </p:cNvPr>
            <p:cNvSpPr/>
            <p:nvPr/>
          </p:nvSpPr>
          <p:spPr>
            <a:xfrm>
              <a:off x="9461409" y="4635565"/>
              <a:ext cx="1785740" cy="79773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200" dirty="0">
                  <a:solidFill>
                    <a:schemeClr val="bg1"/>
                  </a:solidFill>
                  <a:latin typeface="+mj-lt"/>
                  <a:ea typeface="Open Sans" panose="020B0606030504020204" pitchFamily="34" charset="0"/>
                  <a:cs typeface="Open Sans" panose="020B0606030504020204" pitchFamily="34" charset="0"/>
                </a:rPr>
                <a:t>Guards</a:t>
              </a:r>
              <a:endParaRPr lang="en-US" sz="2200" dirty="0">
                <a:solidFill>
                  <a:schemeClr val="bg1"/>
                </a:solidFill>
                <a:latin typeface="+mj-lt"/>
                <a:ea typeface="Open Sans" panose="020B0606030504020204" pitchFamily="34" charset="0"/>
                <a:cs typeface="Open Sans" panose="020B0606030504020204" pitchFamily="34" charset="0"/>
              </a:endParaRPr>
            </a:p>
            <a:p>
              <a:pPr algn="ctr"/>
              <a:r>
                <a:rPr lang="en-US" sz="1760" dirty="0" b="0">
                  <a:solidFill>
                    <a:schemeClr val="bg1"/>
                  </a:solidFill>
                  <a:latin typeface="+mj-lt"/>
                  <a:ea typeface="Open Sans" panose="020B0606030504020204" pitchFamily="34" charset="0"/>
                  <a:cs typeface="Open Sans" panose="020B0606030504020204" pitchFamily="34" charset="0"/>
                </a:rPr>
                <a:t>if/then checks</a:t>
              </a:r>
              <a:endParaRPr lang="en-US" sz="2200" dirty="0">
                <a:solidFill>
                  <a:schemeClr val="bg1"/>
                </a:solidFill>
                <a:latin typeface="+mj-lt"/>
                <a:ea typeface="Open Sans" panose="020B0606030504020204" pitchFamily="34" charset="0"/>
                <a:cs typeface="Open Sans" panose="020B0606030504020204" pitchFamily="34" charset="0"/>
              </a:endParaRPr>
            </a:p>
          </p:txBody>
        </p:sp>
        <p:sp>
          <p:nvSpPr>
            <p:cNvPr id="13" name="Text_Box">
              <a:extLst>
                <a:ext uri="{FF2B5EF4-FFF2-40B4-BE49-F238E27FC236}">
                  <a16:creationId xmlns:a16="http://schemas.microsoft.com/office/drawing/2014/main" id="{2681248A-3FE1-38CE-55E4-79BD3DC216B9}"/>
                </a:ext>
              </a:extLst>
            </p:cNvPr>
            <p:cNvSpPr/>
            <p:nvPr/>
          </p:nvSpPr>
          <p:spPr>
            <a:xfrm>
              <a:off x="9499176" y="4635565"/>
              <a:ext cx="1785740" cy="79773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200" dirty="0">
                  <a:solidFill>
                    <a:schemeClr val="bg1"/>
                  </a:solidFill>
                  <a:latin typeface="+mj-lt"/>
                  <a:ea typeface="Open Sans" panose="020B0606030504020204" pitchFamily="34" charset="0"/>
                  <a:cs typeface="Open Sans" panose="020B0606030504020204" pitchFamily="34" charset="0"/>
                </a:rPr>
                <a:t>Cycles</a:t>
              </a:r>
              <a:endParaRPr lang="en-US" sz="2200" dirty="0">
                <a:solidFill>
                  <a:schemeClr val="bg1"/>
                </a:solidFill>
                <a:latin typeface="+mj-lt"/>
                <a:ea typeface="Open Sans" panose="020B0606030504020204" pitchFamily="34" charset="0"/>
                <a:cs typeface="Open Sans" panose="020B0606030504020204" pitchFamily="34" charset="0"/>
              </a:endParaRPr>
            </a:p>
            <a:p>
              <a:pPr algn="ctr"/>
              <a:r>
                <a:rPr lang="en-US" sz="1760" dirty="0" b="0">
                  <a:solidFill>
                    <a:schemeClr val="bg1"/>
                  </a:solidFill>
                  <a:latin typeface="+mj-lt"/>
                  <a:ea typeface="Open Sans" panose="020B0606030504020204" pitchFamily="34" charset="0"/>
                  <a:cs typeface="Open Sans" panose="020B0606030504020204" pitchFamily="34" charset="0"/>
                </a:rPr>
                <a:t>loop back</a:t>
              </a:r>
              <a:endParaRPr lang="en-US" sz="2200" dirty="0">
                <a:solidFill>
                  <a:schemeClr val="bg1"/>
                </a:solidFill>
                <a:latin typeface="+mj-lt"/>
                <a:ea typeface="Open Sans" panose="020B0606030504020204" pitchFamily="34" charset="0"/>
                <a:cs typeface="Open Sans" panose="020B0606030504020204" pitchFamily="34" charset="0"/>
              </a:endParaRPr>
            </a:p>
          </p:txBody>
        </p:sp>
        <p:sp>
          <p:nvSpPr>
            <p:cNvPr id="14" name="Freeform 6">
              <a:extLst>
                <a:ext uri="{FF2B5EF4-FFF2-40B4-BE49-F238E27FC236}">
                  <a16:creationId xmlns:a16="http://schemas.microsoft.com/office/drawing/2014/main" id="{F3B9BBC9-B001-D625-84C3-46978A833F3D}"/>
                </a:ext>
              </a:extLst>
            </p:cNvPr>
            <p:cNvSpPr>
              <a:spLocks noChangeArrowheads="1"/>
            </p:cNvSpPr>
            <p:nvPr/>
          </p:nvSpPr>
          <p:spPr bwMode="auto">
            <a:xfrm>
              <a:off x="2196546" y="4176677"/>
              <a:ext cx="2306998" cy="1715508"/>
            </a:xfrm>
            <a:custGeom>
              <a:avLst/>
              <a:gdLst>
                <a:gd name="T0" fmla="*/ 1020 w 2040"/>
                <a:gd name="T1" fmla="*/ 0 h 2039"/>
                <a:gd name="T2" fmla="*/ 1020 w 2040"/>
                <a:gd name="T3" fmla="*/ 0 h 2039"/>
                <a:gd name="T4" fmla="*/ 2039 w 2040"/>
                <a:gd name="T5" fmla="*/ 1019 h 2039"/>
                <a:gd name="T6" fmla="*/ 2039 w 2040"/>
                <a:gd name="T7" fmla="*/ 1019 h 2039"/>
                <a:gd name="T8" fmla="*/ 1020 w 2040"/>
                <a:gd name="T9" fmla="*/ 2038 h 2039"/>
                <a:gd name="T10" fmla="*/ 1020 w 2040"/>
                <a:gd name="T11" fmla="*/ 2038 h 2039"/>
                <a:gd name="T12" fmla="*/ 0 w 2040"/>
                <a:gd name="T13" fmla="*/ 1019 h 2039"/>
                <a:gd name="T14" fmla="*/ 0 w 2040"/>
                <a:gd name="T15" fmla="*/ 1019 h 2039"/>
                <a:gd name="T16" fmla="*/ 1020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20" y="0"/>
                  </a:moveTo>
                  <a:lnTo>
                    <a:pt x="1020" y="0"/>
                  </a:lnTo>
                  <a:cubicBezTo>
                    <a:pt x="1582" y="0"/>
                    <a:pt x="2039" y="456"/>
                    <a:pt x="2039" y="1019"/>
                  </a:cubicBezTo>
                  <a:lnTo>
                    <a:pt x="2039" y="1019"/>
                  </a:lnTo>
                  <a:cubicBezTo>
                    <a:pt x="2039" y="1581"/>
                    <a:pt x="1582" y="2038"/>
                    <a:pt x="1020" y="2038"/>
                  </a:cubicBezTo>
                  <a:lnTo>
                    <a:pt x="1020" y="2038"/>
                  </a:lnTo>
                  <a:cubicBezTo>
                    <a:pt x="457" y="2038"/>
                    <a:pt x="0" y="1581"/>
                    <a:pt x="0" y="1019"/>
                  </a:cubicBezTo>
                  <a:lnTo>
                    <a:pt x="0" y="1019"/>
                  </a:lnTo>
                  <a:cubicBezTo>
                    <a:pt x="0" y="456"/>
                    <a:pt x="457" y="0"/>
                    <a:pt x="1020" y="0"/>
                  </a:cubicBezTo>
                </a:path>
              </a:pathLst>
            </a:custGeom>
            <a:noFill/>
            <a:ln>
              <a:solidFill>
                <a:schemeClr val="accent6">
                  <a:lumMod val="50000"/>
                </a:schemeClr>
              </a:solidFill>
            </a:ln>
            <a:effectLst/>
          </p:spPr>
          <p:txBody>
            <a:bodyPr wrap="none" anchor="ctr"/>
            <a:lstStyle/>
            <a:p>
              <a:endParaRPr lang="en-GB" sz="2200" dirty="0">
                <a:solidFill>
                  <a:schemeClr val="bg1"/>
                </a:solidFill>
                <a:latin typeface="+mj-lt"/>
              </a:endParaRPr>
            </a:p>
          </p:txBody>
        </p:sp>
        <p:sp>
          <p:nvSpPr>
            <p:cNvPr id="15" name="Freeform 7">
              <a:extLst>
                <a:ext uri="{FF2B5EF4-FFF2-40B4-BE49-F238E27FC236}">
                  <a16:creationId xmlns:a16="http://schemas.microsoft.com/office/drawing/2014/main" id="{F07A727A-3C81-4CC6-2104-B882E5DE9D72}"/>
                </a:ext>
              </a:extLst>
            </p:cNvPr>
            <p:cNvSpPr>
              <a:spLocks noChangeArrowheads="1"/>
            </p:cNvSpPr>
            <p:nvPr/>
          </p:nvSpPr>
          <p:spPr bwMode="auto">
            <a:xfrm>
              <a:off x="4689486" y="4176677"/>
              <a:ext cx="2306998" cy="1715508"/>
            </a:xfrm>
            <a:custGeom>
              <a:avLst/>
              <a:gdLst>
                <a:gd name="T0" fmla="*/ 1019 w 2040"/>
                <a:gd name="T1" fmla="*/ 0 h 2039"/>
                <a:gd name="T2" fmla="*/ 1019 w 2040"/>
                <a:gd name="T3" fmla="*/ 0 h 2039"/>
                <a:gd name="T4" fmla="*/ 2039 w 2040"/>
                <a:gd name="T5" fmla="*/ 1019 h 2039"/>
                <a:gd name="T6" fmla="*/ 2039 w 2040"/>
                <a:gd name="T7" fmla="*/ 1019 h 2039"/>
                <a:gd name="T8" fmla="*/ 1019 w 2040"/>
                <a:gd name="T9" fmla="*/ 2038 h 2039"/>
                <a:gd name="T10" fmla="*/ 1019 w 2040"/>
                <a:gd name="T11" fmla="*/ 2038 h 2039"/>
                <a:gd name="T12" fmla="*/ 0 w 2040"/>
                <a:gd name="T13" fmla="*/ 1019 h 2039"/>
                <a:gd name="T14" fmla="*/ 0 w 2040"/>
                <a:gd name="T15" fmla="*/ 1019 h 2039"/>
                <a:gd name="T16" fmla="*/ 1019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19" y="0"/>
                  </a:moveTo>
                  <a:lnTo>
                    <a:pt x="1019" y="0"/>
                  </a:lnTo>
                  <a:cubicBezTo>
                    <a:pt x="1582" y="0"/>
                    <a:pt x="2039" y="456"/>
                    <a:pt x="2039" y="1019"/>
                  </a:cubicBezTo>
                  <a:lnTo>
                    <a:pt x="2039" y="1019"/>
                  </a:lnTo>
                  <a:cubicBezTo>
                    <a:pt x="2039" y="1581"/>
                    <a:pt x="1582" y="2038"/>
                    <a:pt x="1019" y="2038"/>
                  </a:cubicBezTo>
                  <a:lnTo>
                    <a:pt x="1019" y="2038"/>
                  </a:lnTo>
                  <a:cubicBezTo>
                    <a:pt x="456" y="2038"/>
                    <a:pt x="0" y="1581"/>
                    <a:pt x="0" y="1019"/>
                  </a:cubicBezTo>
                  <a:lnTo>
                    <a:pt x="0" y="1019"/>
                  </a:lnTo>
                  <a:cubicBezTo>
                    <a:pt x="0" y="456"/>
                    <a:pt x="456" y="0"/>
                    <a:pt x="1019" y="0"/>
                  </a:cubicBezTo>
                </a:path>
              </a:pathLst>
            </a:custGeom>
            <a:noFill/>
            <a:ln>
              <a:solidFill>
                <a:schemeClr val="accent2">
                  <a:lumMod val="50000"/>
                </a:schemeClr>
              </a:solidFill>
            </a:ln>
            <a:effectLst/>
          </p:spPr>
          <p:txBody>
            <a:bodyPr wrap="none" anchor="ctr"/>
            <a:lstStyle/>
            <a:p>
              <a:endParaRPr lang="en-GB" sz="2200" dirty="0">
                <a:solidFill>
                  <a:schemeClr val="bg1"/>
                </a:solidFill>
                <a:latin typeface="+mj-lt"/>
              </a:endParaRPr>
            </a:p>
          </p:txBody>
        </p:sp>
        <p:sp>
          <p:nvSpPr>
            <p:cNvPr id="16" name="Freeform 8">
              <a:extLst>
                <a:ext uri="{FF2B5EF4-FFF2-40B4-BE49-F238E27FC236}">
                  <a16:creationId xmlns:a16="http://schemas.microsoft.com/office/drawing/2014/main" id="{D42436E1-C17D-3C67-AB42-06BBF527C154}"/>
                </a:ext>
              </a:extLst>
            </p:cNvPr>
            <p:cNvSpPr>
              <a:spLocks noChangeArrowheads="1"/>
            </p:cNvSpPr>
            <p:nvPr/>
          </p:nvSpPr>
          <p:spPr bwMode="auto">
            <a:xfrm>
              <a:off x="7197158" y="4176677"/>
              <a:ext cx="2302018" cy="1715508"/>
            </a:xfrm>
            <a:custGeom>
              <a:avLst/>
              <a:gdLst>
                <a:gd name="T0" fmla="*/ 1019 w 2039"/>
                <a:gd name="T1" fmla="*/ 0 h 2039"/>
                <a:gd name="T2" fmla="*/ 1019 w 2039"/>
                <a:gd name="T3" fmla="*/ 0 h 2039"/>
                <a:gd name="T4" fmla="*/ 2038 w 2039"/>
                <a:gd name="T5" fmla="*/ 1019 h 2039"/>
                <a:gd name="T6" fmla="*/ 2038 w 2039"/>
                <a:gd name="T7" fmla="*/ 1019 h 2039"/>
                <a:gd name="T8" fmla="*/ 1019 w 2039"/>
                <a:gd name="T9" fmla="*/ 2038 h 2039"/>
                <a:gd name="T10" fmla="*/ 1019 w 2039"/>
                <a:gd name="T11" fmla="*/ 2038 h 2039"/>
                <a:gd name="T12" fmla="*/ 0 w 2039"/>
                <a:gd name="T13" fmla="*/ 1019 h 2039"/>
                <a:gd name="T14" fmla="*/ 0 w 2039"/>
                <a:gd name="T15" fmla="*/ 1019 h 2039"/>
                <a:gd name="T16" fmla="*/ 1019 w 2039"/>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9" h="2039">
                  <a:moveTo>
                    <a:pt x="1019" y="0"/>
                  </a:moveTo>
                  <a:lnTo>
                    <a:pt x="1019" y="0"/>
                  </a:lnTo>
                  <a:cubicBezTo>
                    <a:pt x="1581" y="0"/>
                    <a:pt x="2038" y="456"/>
                    <a:pt x="2038" y="1019"/>
                  </a:cubicBezTo>
                  <a:lnTo>
                    <a:pt x="2038" y="1019"/>
                  </a:lnTo>
                  <a:cubicBezTo>
                    <a:pt x="2038" y="1581"/>
                    <a:pt x="1581" y="2038"/>
                    <a:pt x="1019" y="2038"/>
                  </a:cubicBezTo>
                  <a:lnTo>
                    <a:pt x="1019" y="2038"/>
                  </a:lnTo>
                  <a:cubicBezTo>
                    <a:pt x="456" y="2038"/>
                    <a:pt x="0" y="1581"/>
                    <a:pt x="0" y="1019"/>
                  </a:cubicBezTo>
                  <a:lnTo>
                    <a:pt x="0" y="1019"/>
                  </a:lnTo>
                  <a:cubicBezTo>
                    <a:pt x="0" y="456"/>
                    <a:pt x="456" y="0"/>
                    <a:pt x="1019" y="0"/>
                  </a:cubicBezTo>
                </a:path>
              </a:pathLst>
            </a:custGeom>
            <a:noFill/>
            <a:ln>
              <a:solidFill>
                <a:srgbClr val="00B050"/>
              </a:solidFill>
            </a:ln>
            <a:effectLst/>
          </p:spPr>
          <p:txBody>
            <a:bodyPr wrap="none" anchor="ctr"/>
            <a:lstStyle/>
            <a:p>
              <a:endParaRPr lang="en-GB" sz="2200" dirty="0">
                <a:solidFill>
                  <a:schemeClr val="bg1"/>
                </a:solidFill>
                <a:latin typeface="+mj-lt"/>
              </a:endParaRPr>
            </a:p>
          </p:txBody>
        </p:sp>
        <p:sp>
          <p:nvSpPr>
            <p:cNvPr id="17" name="Freeform 9">
              <a:extLst>
                <a:ext uri="{FF2B5EF4-FFF2-40B4-BE49-F238E27FC236}">
                  <a16:creationId xmlns:a16="http://schemas.microsoft.com/office/drawing/2014/main" id="{1DD4C43B-6C92-C1D9-82AF-5079281E37AB}"/>
                </a:ext>
              </a:extLst>
            </p:cNvPr>
            <p:cNvSpPr>
              <a:spLocks noChangeArrowheads="1"/>
            </p:cNvSpPr>
            <p:nvPr/>
          </p:nvSpPr>
          <p:spPr bwMode="auto">
            <a:xfrm>
              <a:off x="9560683" y="4176677"/>
              <a:ext cx="2306998" cy="1715508"/>
            </a:xfrm>
            <a:custGeom>
              <a:avLst/>
              <a:gdLst>
                <a:gd name="T0" fmla="*/ 1020 w 2040"/>
                <a:gd name="T1" fmla="*/ 0 h 2039"/>
                <a:gd name="T2" fmla="*/ 1020 w 2040"/>
                <a:gd name="T3" fmla="*/ 0 h 2039"/>
                <a:gd name="T4" fmla="*/ 2039 w 2040"/>
                <a:gd name="T5" fmla="*/ 1019 h 2039"/>
                <a:gd name="T6" fmla="*/ 2039 w 2040"/>
                <a:gd name="T7" fmla="*/ 1019 h 2039"/>
                <a:gd name="T8" fmla="*/ 1020 w 2040"/>
                <a:gd name="T9" fmla="*/ 2038 h 2039"/>
                <a:gd name="T10" fmla="*/ 1020 w 2040"/>
                <a:gd name="T11" fmla="*/ 2038 h 2039"/>
                <a:gd name="T12" fmla="*/ 0 w 2040"/>
                <a:gd name="T13" fmla="*/ 1019 h 2039"/>
                <a:gd name="T14" fmla="*/ 0 w 2040"/>
                <a:gd name="T15" fmla="*/ 1019 h 2039"/>
                <a:gd name="T16" fmla="*/ 1020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20" y="0"/>
                  </a:moveTo>
                  <a:lnTo>
                    <a:pt x="1020" y="0"/>
                  </a:lnTo>
                  <a:cubicBezTo>
                    <a:pt x="1582" y="0"/>
                    <a:pt x="2039" y="456"/>
                    <a:pt x="2039" y="1019"/>
                  </a:cubicBezTo>
                  <a:lnTo>
                    <a:pt x="2039" y="1019"/>
                  </a:lnTo>
                  <a:cubicBezTo>
                    <a:pt x="2039" y="1581"/>
                    <a:pt x="1582" y="2038"/>
                    <a:pt x="1020" y="2038"/>
                  </a:cubicBezTo>
                  <a:lnTo>
                    <a:pt x="1020" y="2038"/>
                  </a:lnTo>
                  <a:cubicBezTo>
                    <a:pt x="456" y="2038"/>
                    <a:pt x="0" y="1581"/>
                    <a:pt x="0" y="1019"/>
                  </a:cubicBezTo>
                  <a:lnTo>
                    <a:pt x="0" y="1019"/>
                  </a:lnTo>
                  <a:cubicBezTo>
                    <a:pt x="0" y="456"/>
                    <a:pt x="456" y="0"/>
                    <a:pt x="1020" y="0"/>
                  </a:cubicBezTo>
                </a:path>
              </a:pathLst>
            </a:custGeom>
            <a:noFill/>
            <a:ln>
              <a:solidFill>
                <a:schemeClr val="accent3">
                  <a:lumMod val="50000"/>
                </a:schemeClr>
              </a:solidFill>
            </a:ln>
            <a:effectLst/>
          </p:spPr>
          <p:txBody>
            <a:bodyPr wrap="none" anchor="ctr"/>
            <a:lstStyle/>
            <a:p>
              <a:endParaRPr lang="en-GB" sz="2200" dirty="0">
                <a:solidFill>
                  <a:schemeClr val="bg1"/>
                </a:solidFill>
                <a:latin typeface="+mj-lt"/>
              </a:endParaRPr>
            </a:p>
          </p:txBody>
        </p:sp>
        <p:sp>
          <p:nvSpPr>
            <p:cNvPr id="18" name="Freeform 10">
              <a:extLst>
                <a:ext uri="{FF2B5EF4-FFF2-40B4-BE49-F238E27FC236}">
                  <a16:creationId xmlns:a16="http://schemas.microsoft.com/office/drawing/2014/main" id="{109696FE-9DBD-9FE3-7CFB-12431E97D678}"/>
                </a:ext>
              </a:extLst>
            </p:cNvPr>
            <p:cNvSpPr>
              <a:spLocks noChangeArrowheads="1"/>
            </p:cNvSpPr>
            <p:nvPr/>
          </p:nvSpPr>
          <p:spPr bwMode="auto">
            <a:xfrm>
              <a:off x="11969429" y="4176677"/>
              <a:ext cx="2302018" cy="1715508"/>
            </a:xfrm>
            <a:custGeom>
              <a:avLst/>
              <a:gdLst>
                <a:gd name="T0" fmla="*/ 1019 w 2039"/>
                <a:gd name="T1" fmla="*/ 0 h 2039"/>
                <a:gd name="T2" fmla="*/ 1019 w 2039"/>
                <a:gd name="T3" fmla="*/ 0 h 2039"/>
                <a:gd name="T4" fmla="*/ 2038 w 2039"/>
                <a:gd name="T5" fmla="*/ 1019 h 2039"/>
                <a:gd name="T6" fmla="*/ 2038 w 2039"/>
                <a:gd name="T7" fmla="*/ 1019 h 2039"/>
                <a:gd name="T8" fmla="*/ 1019 w 2039"/>
                <a:gd name="T9" fmla="*/ 2038 h 2039"/>
                <a:gd name="T10" fmla="*/ 1019 w 2039"/>
                <a:gd name="T11" fmla="*/ 2038 h 2039"/>
                <a:gd name="T12" fmla="*/ 0 w 2039"/>
                <a:gd name="T13" fmla="*/ 1019 h 2039"/>
                <a:gd name="T14" fmla="*/ 0 w 2039"/>
                <a:gd name="T15" fmla="*/ 1019 h 2039"/>
                <a:gd name="T16" fmla="*/ 1019 w 2039"/>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9" h="2039">
                  <a:moveTo>
                    <a:pt x="1019" y="0"/>
                  </a:moveTo>
                  <a:lnTo>
                    <a:pt x="1019" y="0"/>
                  </a:lnTo>
                  <a:cubicBezTo>
                    <a:pt x="1582" y="0"/>
                    <a:pt x="2038" y="456"/>
                    <a:pt x="2038" y="1019"/>
                  </a:cubicBezTo>
                  <a:lnTo>
                    <a:pt x="2038" y="1019"/>
                  </a:lnTo>
                  <a:cubicBezTo>
                    <a:pt x="2038" y="1581"/>
                    <a:pt x="1582" y="2038"/>
                    <a:pt x="1019" y="2038"/>
                  </a:cubicBezTo>
                  <a:lnTo>
                    <a:pt x="1019" y="2038"/>
                  </a:lnTo>
                  <a:cubicBezTo>
                    <a:pt x="456" y="2038"/>
                    <a:pt x="0" y="1581"/>
                    <a:pt x="0" y="1019"/>
                  </a:cubicBezTo>
                  <a:lnTo>
                    <a:pt x="0" y="1019"/>
                  </a:lnTo>
                  <a:cubicBezTo>
                    <a:pt x="0" y="456"/>
                    <a:pt x="456" y="0"/>
                    <a:pt x="1019" y="0"/>
                  </a:cubicBezTo>
                </a:path>
              </a:pathLst>
            </a:custGeom>
            <a:noFill/>
            <a:ln>
              <a:solidFill>
                <a:schemeClr val="accent5">
                  <a:lumMod val="50000"/>
                </a:schemeClr>
              </a:solidFill>
            </a:ln>
            <a:effectLst/>
          </p:spPr>
          <p:txBody>
            <a:bodyPr wrap="none" anchor="ctr"/>
            <a:lstStyle/>
            <a:p>
              <a:endParaRPr lang="en-GB" sz="2200" dirty="0">
                <a:solidFill>
                  <a:schemeClr val="bg1"/>
                </a:solidFill>
                <a:latin typeface="+mj-lt"/>
              </a:endParaRPr>
            </a:p>
          </p:txBody>
        </p:sp>
      </p:grpSp>
      <p:sp>
        <p:nvSpPr>
          <p:cNvPr id="20" name="Text_Box">
            <a:extLst>
              <a:ext uri="{FF2B5EF4-FFF2-40B4-BE49-F238E27FC236}">
                <a16:creationId xmlns:a16="http://schemas.microsoft.com/office/drawing/2014/main" id="{BA08C1E5-FC03-B472-BDC2-F8303B4A2BCC}"/>
              </a:ext>
            </a:extLst>
          </p:cNvPr>
          <p:cNvSpPr/>
          <p:nvPr/>
        </p:nvSpPr>
        <p:spPr>
          <a:xfrm>
            <a:off x="2059418" y="4770056"/>
            <a:ext cx="1785740" cy="79773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15000"/>
              </a:lnSpc>
            </a:pPr>
            <a:r>
              <a:rPr lang="en-US" sz="2200" b="1" dirty="0">
                <a:solidFill>
                  <a:srgbClr val="404040"/>
                </a:solidFill>
                <a:latin typeface="Open Sans" pitchFamily="2" charset="0"/>
                <a:ea typeface="Open Sans" panose="020B0606030504020204" pitchFamily="34" charset="0"/>
                <a:cs typeface="Open Sans" panose="020B0606030504020204" pitchFamily="34" charset="0"/>
              </a:rPr>
              <a:t>Nodes</a:t>
            </a:r>
            <a:endParaRPr lang="en-US" sz="2200" b="1" dirty="0">
              <a:solidFill>
                <a:srgbClr val="404040"/>
              </a:solidFill>
              <a:latin typeface="Open Sans" pitchFamily="2" charset="0"/>
              <a:ea typeface="Open Sans" panose="020B0606030504020204" pitchFamily="34" charset="0"/>
              <a:cs typeface="Open Sans" panose="020B0606030504020204" pitchFamily="34" charset="0"/>
            </a:endParaRPr>
          </a:p>
          <a:p>
            <a:pPr algn="ctr">
              <a:lnSpc>
                <a:spcPct val="115000"/>
              </a:lnSpc>
            </a:pPr>
            <a:r>
              <a:rPr lang="en-US" sz="1760" b="0" dirty="0">
                <a:solidFill>
                  <a:srgbClr val="404040"/>
                </a:solidFill>
                <a:latin typeface="Open Sans" pitchFamily="2" charset="0"/>
                <a:ea typeface="Open Sans" panose="020B0606030504020204" pitchFamily="34" charset="0"/>
                <a:cs typeface="Open Sans" panose="020B0606030504020204" pitchFamily="34" charset="0"/>
              </a:rPr>
              <a:t>the steps</a:t>
            </a:r>
            <a:endParaRPr lang="en-US" sz="2200" b="1" dirty="0">
              <a:solidFill>
                <a:srgbClr val="404040"/>
              </a:solidFill>
              <a:latin typeface="Open Sans" pitchFamily="2" charset="0"/>
              <a:ea typeface="Open Sans" panose="020B0606030504020204" pitchFamily="34" charset="0"/>
              <a:cs typeface="Open Sans" panose="020B0606030504020204" pitchFamily="34" charset="0"/>
            </a:endParaRPr>
          </a:p>
        </p:txBody>
      </p:sp>
      <p:sp>
        <p:nvSpPr>
          <p:cNvPr id="21" name="Text_Box">
            <a:extLst>
              <a:ext uri="{FF2B5EF4-FFF2-40B4-BE49-F238E27FC236}">
                <a16:creationId xmlns:a16="http://schemas.microsoft.com/office/drawing/2014/main" id="{BC7BFFDC-B2BF-756F-D0A5-E6F8F94AD192}"/>
              </a:ext>
            </a:extLst>
          </p:cNvPr>
          <p:cNvSpPr/>
          <p:nvPr/>
        </p:nvSpPr>
        <p:spPr>
          <a:xfrm>
            <a:off x="4678195" y="4770056"/>
            <a:ext cx="1785740" cy="79773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15000"/>
              </a:lnSpc>
            </a:pPr>
            <a:r>
              <a:rPr lang="en-US" sz="2200" b="1" dirty="0">
                <a:solidFill>
                  <a:srgbClr val="404040"/>
                </a:solidFill>
                <a:latin typeface="Open Sans" pitchFamily="2" charset="0"/>
                <a:ea typeface="Open Sans" panose="020B0606030504020204" pitchFamily="34" charset="0"/>
                <a:cs typeface="Open Sans" panose="020B0606030504020204" pitchFamily="34" charset="0"/>
              </a:rPr>
              <a:t>Edges</a:t>
            </a:r>
            <a:endParaRPr lang="en-US" sz="2200" b="1" dirty="0">
              <a:solidFill>
                <a:srgbClr val="404040"/>
              </a:solidFill>
              <a:latin typeface="Open Sans" pitchFamily="2" charset="0"/>
              <a:ea typeface="Open Sans" panose="020B0606030504020204" pitchFamily="34" charset="0"/>
              <a:cs typeface="Open Sans" panose="020B0606030504020204" pitchFamily="34" charset="0"/>
            </a:endParaRPr>
          </a:p>
          <a:p>
            <a:pPr algn="ctr">
              <a:lnSpc>
                <a:spcPct val="115000"/>
              </a:lnSpc>
            </a:pPr>
            <a:r>
              <a:rPr lang="en-US" sz="1760" b="0" dirty="0">
                <a:solidFill>
                  <a:srgbClr val="404040"/>
                </a:solidFill>
                <a:latin typeface="Open Sans" pitchFamily="2" charset="0"/>
                <a:ea typeface="Open Sans" panose="020B0606030504020204" pitchFamily="34" charset="0"/>
                <a:cs typeface="Open Sans" panose="020B0606030504020204" pitchFamily="34" charset="0"/>
              </a:rPr>
              <a:t>the arrows</a:t>
            </a:r>
            <a:endParaRPr lang="en-US" sz="2200" b="1" dirty="0">
              <a:solidFill>
                <a:srgbClr val="404040"/>
              </a:solidFill>
              <a:latin typeface="Open Sans" pitchFamily="2" charset="0"/>
              <a:ea typeface="Open Sans" panose="020B0606030504020204" pitchFamily="34" charset="0"/>
              <a:cs typeface="Open Sans" panose="020B0606030504020204" pitchFamily="34" charset="0"/>
            </a:endParaRPr>
          </a:p>
        </p:txBody>
      </p:sp>
      <p:sp>
        <p:nvSpPr>
          <p:cNvPr id="22" name="Text_Box">
            <a:extLst>
              <a:ext uri="{FF2B5EF4-FFF2-40B4-BE49-F238E27FC236}">
                <a16:creationId xmlns:a16="http://schemas.microsoft.com/office/drawing/2014/main" id="{2F854167-EAC1-F911-AF27-40B98CA4E26E}"/>
              </a:ext>
            </a:extLst>
          </p:cNvPr>
          <p:cNvSpPr/>
          <p:nvPr/>
        </p:nvSpPr>
        <p:spPr>
          <a:xfrm>
            <a:off x="7310853" y="4770056"/>
            <a:ext cx="1785740" cy="79773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15000"/>
              </a:lnSpc>
            </a:pPr>
            <a:r>
              <a:rPr lang="en-US" sz="2200" b="1" dirty="0">
                <a:solidFill>
                  <a:srgbClr val="404040"/>
                </a:solidFill>
                <a:latin typeface="Open Sans" pitchFamily="2" charset="0"/>
                <a:ea typeface="Open Sans" panose="020B0606030504020204" pitchFamily="34" charset="0"/>
                <a:cs typeface="Open Sans" panose="020B0606030504020204" pitchFamily="34" charset="0"/>
              </a:rPr>
              <a:t>State</a:t>
            </a:r>
            <a:endParaRPr lang="en-US" sz="2200" b="1" dirty="0">
              <a:solidFill>
                <a:srgbClr val="404040"/>
              </a:solidFill>
              <a:latin typeface="Open Sans" pitchFamily="2" charset="0"/>
              <a:ea typeface="Open Sans" panose="020B0606030504020204" pitchFamily="34" charset="0"/>
              <a:cs typeface="Open Sans" panose="020B0606030504020204" pitchFamily="34" charset="0"/>
            </a:endParaRPr>
          </a:p>
          <a:p>
            <a:pPr algn="ctr">
              <a:lnSpc>
                <a:spcPct val="115000"/>
              </a:lnSpc>
            </a:pPr>
            <a:r>
              <a:rPr lang="en-US" sz="1760" b="0" dirty="0">
                <a:solidFill>
                  <a:srgbClr val="404040"/>
                </a:solidFill>
                <a:latin typeface="Open Sans" pitchFamily="2" charset="0"/>
                <a:ea typeface="Open Sans" panose="020B0606030504020204" pitchFamily="34" charset="0"/>
                <a:cs typeface="Open Sans" panose="020B0606030504020204" pitchFamily="34" charset="0"/>
              </a:rPr>
              <a:t>shared notes</a:t>
            </a:r>
            <a:endParaRPr lang="en-US" sz="2200" b="1" dirty="0">
              <a:solidFill>
                <a:srgbClr val="404040"/>
              </a:solidFill>
              <a:latin typeface="Open Sans" pitchFamily="2" charset="0"/>
              <a:ea typeface="Open Sans" panose="020B0606030504020204" pitchFamily="34" charset="0"/>
              <a:cs typeface="Open Sans" panose="020B0606030504020204" pitchFamily="34" charset="0"/>
            </a:endParaRPr>
          </a:p>
        </p:txBody>
      </p:sp>
      <p:sp>
        <p:nvSpPr>
          <p:cNvPr id="23" name="Text_Box">
            <a:extLst>
              <a:ext uri="{FF2B5EF4-FFF2-40B4-BE49-F238E27FC236}">
                <a16:creationId xmlns:a16="http://schemas.microsoft.com/office/drawing/2014/main" id="{F2A78CE1-6DC0-4969-E9D8-2B16AB3EEBD4}"/>
              </a:ext>
            </a:extLst>
          </p:cNvPr>
          <p:cNvSpPr/>
          <p:nvPr/>
        </p:nvSpPr>
        <p:spPr>
          <a:xfrm>
            <a:off x="9884227" y="4770055"/>
            <a:ext cx="1785740" cy="79773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15000"/>
              </a:lnSpc>
            </a:pPr>
            <a:r>
              <a:rPr lang="en-US" sz="2200" b="1" dirty="0">
                <a:solidFill>
                  <a:srgbClr val="404040"/>
                </a:solidFill>
                <a:latin typeface="Open Sans" pitchFamily="2" charset="0"/>
                <a:ea typeface="Open Sans" panose="020B0606030504020204" pitchFamily="34" charset="0"/>
                <a:cs typeface="Open Sans" panose="020B0606030504020204" pitchFamily="34" charset="0"/>
              </a:rPr>
              <a:t>Guards</a:t>
            </a:r>
            <a:endParaRPr lang="en-US" sz="2200" b="1" dirty="0">
              <a:solidFill>
                <a:srgbClr val="404040"/>
              </a:solidFill>
              <a:latin typeface="Open Sans" pitchFamily="2" charset="0"/>
              <a:ea typeface="Open Sans" panose="020B0606030504020204" pitchFamily="34" charset="0"/>
              <a:cs typeface="Open Sans" panose="020B0606030504020204" pitchFamily="34" charset="0"/>
            </a:endParaRPr>
          </a:p>
          <a:p>
            <a:pPr algn="ctr">
              <a:lnSpc>
                <a:spcPct val="115000"/>
              </a:lnSpc>
            </a:pPr>
            <a:r>
              <a:rPr lang="en-US" sz="1760" b="0" dirty="0">
                <a:solidFill>
                  <a:srgbClr val="404040"/>
                </a:solidFill>
                <a:latin typeface="Open Sans" pitchFamily="2" charset="0"/>
                <a:ea typeface="Open Sans" panose="020B0606030504020204" pitchFamily="34" charset="0"/>
                <a:cs typeface="Open Sans" panose="020B0606030504020204" pitchFamily="34" charset="0"/>
              </a:rPr>
              <a:t>if/then checks</a:t>
            </a:r>
            <a:endParaRPr lang="en-US" sz="2200" b="1" dirty="0">
              <a:solidFill>
                <a:srgbClr val="404040"/>
              </a:solidFill>
              <a:latin typeface="Open Sans" pitchFamily="2" charset="0"/>
              <a:ea typeface="Open Sans" panose="020B0606030504020204" pitchFamily="34" charset="0"/>
              <a:cs typeface="Open Sans" panose="020B0606030504020204" pitchFamily="34" charset="0"/>
            </a:endParaRPr>
          </a:p>
        </p:txBody>
      </p:sp>
      <p:sp>
        <p:nvSpPr>
          <p:cNvPr id="25" name="Text_Box">
            <a:extLst>
              <a:ext uri="{FF2B5EF4-FFF2-40B4-BE49-F238E27FC236}">
                <a16:creationId xmlns:a16="http://schemas.microsoft.com/office/drawing/2014/main" id="{0328C139-108A-A217-2897-416615F28AA2}"/>
              </a:ext>
            </a:extLst>
          </p:cNvPr>
          <p:cNvSpPr/>
          <p:nvPr/>
        </p:nvSpPr>
        <p:spPr>
          <a:xfrm>
            <a:off x="12410050" y="4770055"/>
            <a:ext cx="1785740" cy="79773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15000"/>
              </a:lnSpc>
            </a:pPr>
            <a:r>
              <a:rPr lang="en-US" sz="2200" b="1" dirty="0">
                <a:solidFill>
                  <a:srgbClr val="404040"/>
                </a:solidFill>
                <a:latin typeface="Open Sans" pitchFamily="2" charset="0"/>
                <a:ea typeface="Open Sans" panose="020B0606030504020204" pitchFamily="34" charset="0"/>
                <a:cs typeface="Open Sans" panose="020B0606030504020204" pitchFamily="34" charset="0"/>
              </a:rPr>
              <a:t>Cycles</a:t>
            </a:r>
            <a:endParaRPr lang="en-US" sz="2200" b="1" dirty="0">
              <a:solidFill>
                <a:srgbClr val="404040"/>
              </a:solidFill>
              <a:latin typeface="Open Sans" pitchFamily="2" charset="0"/>
              <a:ea typeface="Open Sans" panose="020B0606030504020204" pitchFamily="34" charset="0"/>
              <a:cs typeface="Open Sans" panose="020B0606030504020204" pitchFamily="34" charset="0"/>
            </a:endParaRPr>
          </a:p>
          <a:p>
            <a:pPr algn="ctr">
              <a:lnSpc>
                <a:spcPct val="115000"/>
              </a:lnSpc>
            </a:pPr>
            <a:r>
              <a:rPr lang="en-US" sz="1760" b="0" dirty="0">
                <a:solidFill>
                  <a:srgbClr val="404040"/>
                </a:solidFill>
                <a:latin typeface="Open Sans" pitchFamily="2" charset="0"/>
                <a:ea typeface="Open Sans" panose="020B0606030504020204" pitchFamily="34" charset="0"/>
                <a:cs typeface="Open Sans" panose="020B0606030504020204" pitchFamily="34" charset="0"/>
              </a:rPr>
              <a:t>loop back</a:t>
            </a:r>
            <a:endParaRPr lang="en-US" sz="2200" b="1" dirty="0">
              <a:solidFill>
                <a:srgbClr val="404040"/>
              </a:solidFill>
              <a:latin typeface="Open Sans" pitchFamily="2" charset="0"/>
              <a:ea typeface="Open Sans" panose="020B0606030504020204" pitchFamily="34" charset="0"/>
              <a:cs typeface="Open Sans" panose="020B0606030504020204" pitchFamily="34" charset="0"/>
            </a:endParaRPr>
          </a:p>
        </p:txBody>
      </p:sp>
    </p:spTree>
    <p:custDataLst>
      <p:tags r:id="rId1"/>
    </p:custDataLst>
    <p:extLst>
      <p:ext uri="{BB962C8B-B14F-4D97-AF65-F5344CB8AC3E}">
        <p14:creationId xmlns:p14="http://schemas.microsoft.com/office/powerpoint/2010/main" val="3428424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19C78-3789-0A02-D3AB-FBAC9DCACF5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B98AE17-0C52-0064-853C-4E11A65BCAD7}"/>
              </a:ext>
            </a:extLst>
          </p:cNvPr>
          <p:cNvSpPr>
            <a:spLocks noGrp="1"/>
          </p:cNvSpPr>
          <p:nvPr>
            <p:ph type="title"/>
          </p:nvPr>
        </p:nvSpPr>
        <p:spPr/>
        <p:txBody>
          <a:bodyPr>
            <a:normAutofit/>
          </a:bodyPr>
          <a:lstStyle/>
          <a:p>
            <a:r>
              <a:rPr lang="en-US" dirty="0"/>
              <a:t>Example: An Electricity Bill Helper</a:t>
            </a:r>
            <a:endParaRPr lang="en-US" dirty="0"/>
          </a:p>
        </p:txBody>
      </p:sp>
      <p:sp>
        <p:nvSpPr>
          <p:cNvPr id="24" name="Brandline_LVC">
            <a:extLst>
              <a:ext uri="{FF2B5EF4-FFF2-40B4-BE49-F238E27FC236}">
                <a16:creationId xmlns:a16="http://schemas.microsoft.com/office/drawing/2014/main" id="{7FC96ABE-71CD-9173-4AA5-FEA359BFA206}"/>
              </a:ext>
            </a:extLst>
          </p:cNvPr>
          <p:cNvSpPr/>
          <p:nvPr/>
        </p:nvSpPr>
        <p:spPr>
          <a:xfrm>
            <a:off x="4203700" y="816324"/>
            <a:ext cx="785026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F1E91DAA-3136-F7CE-6B64-866C14C496FB}"/>
              </a:ext>
            </a:extLst>
          </p:cNvPr>
          <p:cNvSpPr txBox="1"/>
          <p:nvPr/>
        </p:nvSpPr>
        <p:spPr>
          <a:xfrm>
            <a:off x="1614913" y="1440870"/>
            <a:ext cx="13377871" cy="846514"/>
          </a:xfrm>
          <a:prstGeom prst="rect">
            <a:avLst/>
          </a:prstGeom>
          <a:noFill/>
        </p:spPr>
        <p:txBody>
          <a:bodyPr wrap="square" rtlCol="0">
            <a:spAutoFit/>
          </a:bodyPr>
          <a:lstStyle/>
          <a:p>
            <a:pPr algn="ctr">
              <a:lnSpc>
                <a:spcPct val="115000"/>
              </a:lnSpc>
            </a:pPr>
            <a:r>
              <a:rPr lang="en-US" sz="2200" dirty="0">
                <a:solidFill>
                  <a:srgbClr val="404040"/>
                </a:solidFill>
                <a:latin typeface="Open Sans" pitchFamily="2" charset="0"/>
              </a:rPr>
              <a:t>A customer asks a question (node). An arrow decides where to go next (edge). A calculator tool runs, and the notes (state) loop back until the answer is ready.</a:t>
            </a:r>
            <a:endParaRPr lang="en-US" sz="2200" dirty="0">
              <a:solidFill>
                <a:srgbClr val="404040"/>
              </a:solidFill>
              <a:latin typeface="Open Sans" pitchFamily="2" charset="0"/>
            </a:endParaRPr>
          </a:p>
        </p:txBody>
      </p:sp>
      <p:pic>
        <p:nvPicPr>
          <p:cNvPr id="14" name="Picture 13" descr="A diagram of a state&#10;&#10;AI-generated content may be incorrect.">
            <a:extLst>
              <a:ext uri="{FF2B5EF4-FFF2-40B4-BE49-F238E27FC236}">
                <a16:creationId xmlns:a16="http://schemas.microsoft.com/office/drawing/2014/main" id="{4F0C35CA-126A-A21C-307C-055ADD59006C}"/>
              </a:ext>
            </a:extLst>
          </p:cNvPr>
          <p:cNvPicPr>
            <a:picLocks noChangeAspect="1"/>
          </p:cNvPicPr>
          <p:nvPr/>
        </p:nvPicPr>
        <p:blipFill>
          <a:blip r:embed="rId4" cstate="print"/>
          <a:stretch>
            <a:fillRect/>
          </a:stretch>
        </p:blipFill>
        <p:spPr>
          <a:xfrm>
            <a:off x="4590622" y="2657035"/>
            <a:ext cx="7899694" cy="5370234"/>
          </a:xfrm>
          <a:prstGeom prst="rect">
            <a:avLst/>
          </a:prstGeom>
        </p:spPr>
      </p:pic>
      <p:grpSp>
        <p:nvGrpSpPr>
          <p:cNvPr id="6" name="Group 5">
            <a:extLst>
              <a:ext uri="{FF2B5EF4-FFF2-40B4-BE49-F238E27FC236}">
                <a16:creationId xmlns:a16="http://schemas.microsoft.com/office/drawing/2014/main" id="{BF909AA1-6DA1-9C7F-40BA-F0379C0EE2E1}"/>
              </a:ext>
            </a:extLst>
          </p:cNvPr>
          <p:cNvGrpSpPr/>
          <p:nvPr/>
        </p:nvGrpSpPr>
        <p:grpSpPr>
          <a:xfrm>
            <a:off x="6916680" y="4764271"/>
            <a:ext cx="1541821" cy="341055"/>
            <a:chOff x="6916680" y="4764271"/>
            <a:chExt cx="1541821" cy="341055"/>
          </a:xfrm>
        </p:grpSpPr>
        <p:sp>
          <p:nvSpPr>
            <p:cNvPr id="3" name="Rectangle 2">
              <a:extLst>
                <a:ext uri="{FF2B5EF4-FFF2-40B4-BE49-F238E27FC236}">
                  <a16:creationId xmlns:a16="http://schemas.microsoft.com/office/drawing/2014/main" id="{242ACF69-565C-7C7A-DF87-CFD0475F25B3}"/>
                </a:ext>
              </a:extLst>
            </p:cNvPr>
            <p:cNvSpPr/>
            <p:nvPr/>
          </p:nvSpPr>
          <p:spPr>
            <a:xfrm>
              <a:off x="7299434" y="4840014"/>
              <a:ext cx="828566" cy="22071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FD96B999-587B-7788-EE69-C6E180FC657B}"/>
                </a:ext>
              </a:extLst>
            </p:cNvPr>
            <p:cNvSpPr txBox="1"/>
            <p:nvPr/>
          </p:nvSpPr>
          <p:spPr>
            <a:xfrm>
              <a:off x="6916680" y="4764271"/>
              <a:ext cx="1541821" cy="341055"/>
            </a:xfrm>
            <a:prstGeom prst="rect">
              <a:avLst/>
            </a:prstGeom>
            <a:noFill/>
          </p:spPr>
          <p:txBody>
            <a:bodyPr wrap="square" rtlCol="0">
              <a:spAutoFit/>
            </a:bodyPr>
            <a:lstStyle/>
            <a:p>
              <a:pPr algn="ctr">
                <a:lnSpc>
                  <a:spcPct val="115000"/>
                </a:lnSpc>
              </a:pPr>
              <a:r>
                <a:rPr lang="en-US" sz="1500" dirty="0">
                  <a:latin typeface="Open Sans" pitchFamily="2" charset="0"/>
                </a:rPr>
                <a:t>monthly</a:t>
              </a:r>
              <a:endParaRPr lang="en-IN" sz="1500" dirty="0">
                <a:latin typeface="Open Sans" pitchFamily="2" charset="0"/>
              </a:endParaRPr>
            </a:p>
          </p:txBody>
        </p:sp>
      </p:grpSp>
    </p:spTree>
    <p:custDataLst>
      <p:tags r:id="rId1"/>
    </p:custDataLst>
    <p:extLst>
      <p:ext uri="{BB962C8B-B14F-4D97-AF65-F5344CB8AC3E}">
        <p14:creationId xmlns:p14="http://schemas.microsoft.com/office/powerpoint/2010/main" val="729916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B60F0-8A89-37CD-0D10-8AE81C006FB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CBB852-1B35-3B0D-3824-CFBC7EE84DE4}"/>
              </a:ext>
            </a:extLst>
          </p:cNvPr>
          <p:cNvSpPr>
            <a:spLocks noGrp="1"/>
          </p:cNvSpPr>
          <p:nvPr>
            <p:ph type="title"/>
          </p:nvPr>
        </p:nvSpPr>
        <p:spPr/>
        <p:txBody>
          <a:bodyPr>
            <a:normAutofit/>
          </a:bodyPr>
          <a:lstStyle/>
          <a:p>
            <a:r>
              <a:rPr lang="en-IN" dirty="0"/>
              <a:t>Three Superpowers of LangGraph</a:t>
            </a:r>
            <a:endParaRPr lang="en-IN" dirty="0"/>
          </a:p>
        </p:txBody>
      </p:sp>
      <p:sp>
        <p:nvSpPr>
          <p:cNvPr id="24" name="Brandline_LVC">
            <a:extLst>
              <a:ext uri="{FF2B5EF4-FFF2-40B4-BE49-F238E27FC236}">
                <a16:creationId xmlns:a16="http://schemas.microsoft.com/office/drawing/2014/main" id="{25EE04C6-6F3C-C688-975A-F5056879BB2A}"/>
              </a:ext>
            </a:extLst>
          </p:cNvPr>
          <p:cNvSpPr/>
          <p:nvPr/>
        </p:nvSpPr>
        <p:spPr>
          <a:xfrm>
            <a:off x="5029200" y="816324"/>
            <a:ext cx="6215142"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BBA7711F-16F2-2CA1-75F7-FE8AC9B3CB4E}"/>
              </a:ext>
            </a:extLst>
          </p:cNvPr>
          <p:cNvSpPr txBox="1"/>
          <p:nvPr/>
        </p:nvSpPr>
        <p:spPr>
          <a:xfrm>
            <a:off x="1614913" y="1440870"/>
            <a:ext cx="13377871" cy="846514"/>
          </a:xfrm>
          <a:prstGeom prst="rect">
            <a:avLst/>
          </a:prstGeom>
          <a:noFill/>
        </p:spPr>
        <p:txBody>
          <a:bodyPr wrap="square" rtlCol="0">
            <a:spAutoFit/>
          </a:bodyPr>
          <a:lstStyle/>
          <a:p>
            <a:pPr algn="ctr">
              <a:lnSpc>
                <a:spcPct val="115000"/>
              </a:lnSpc>
            </a:pPr>
            <a:r>
              <a:rPr lang="en-US" sz="2200" dirty="0">
                <a:solidFill>
                  <a:srgbClr val="404040"/>
                </a:solidFill>
                <a:latin typeface="Open Sans" pitchFamily="2" charset="0"/>
              </a:rPr>
              <a:t>Because LangGraph carries shared notes (called state) through the flowchart, it can do three useful things:</a:t>
            </a:r>
            <a:endParaRPr lang="en-US" sz="2200" dirty="0">
              <a:solidFill>
                <a:srgbClr val="404040"/>
              </a:solidFill>
              <a:latin typeface="Open Sans" pitchFamily="2" charset="0"/>
            </a:endParaRPr>
          </a:p>
        </p:txBody>
      </p:sp>
      <p:sp>
        <p:nvSpPr>
          <p:cNvPr id="4" name="Rectangle: Rounded Corners 3">
            <a:extLst>
              <a:ext uri="{FF2B5EF4-FFF2-40B4-BE49-F238E27FC236}">
                <a16:creationId xmlns:a16="http://schemas.microsoft.com/office/drawing/2014/main" id="{8188D0CC-C5D0-3566-404F-D54089F68E8B}"/>
              </a:ext>
            </a:extLst>
          </p:cNvPr>
          <p:cNvSpPr/>
          <p:nvPr/>
        </p:nvSpPr>
        <p:spPr>
          <a:xfrm>
            <a:off x="2004018" y="3205955"/>
            <a:ext cx="12831623" cy="1102201"/>
          </a:xfrm>
          <a:prstGeom prst="round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Rounded Corners 5">
            <a:extLst>
              <a:ext uri="{FF2B5EF4-FFF2-40B4-BE49-F238E27FC236}">
                <a16:creationId xmlns:a16="http://schemas.microsoft.com/office/drawing/2014/main" id="{C49060F5-CC58-B85E-FC30-8589A3BF6704}"/>
              </a:ext>
            </a:extLst>
          </p:cNvPr>
          <p:cNvSpPr/>
          <p:nvPr/>
        </p:nvSpPr>
        <p:spPr>
          <a:xfrm>
            <a:off x="2322069" y="2830353"/>
            <a:ext cx="4292739" cy="574245"/>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t>Remembers everything</a:t>
            </a:r>
            <a:endParaRPr lang="en-US" sz="2200" b="1" dirty="0"/>
          </a:p>
        </p:txBody>
      </p:sp>
      <p:sp>
        <p:nvSpPr>
          <p:cNvPr id="7" name="Text Placeholder 21">
            <a:extLst>
              <a:ext uri="{FF2B5EF4-FFF2-40B4-BE49-F238E27FC236}">
                <a16:creationId xmlns:a16="http://schemas.microsoft.com/office/drawing/2014/main" id="{204C12FC-2DBB-F51F-FFCE-EB5426430425}"/>
              </a:ext>
            </a:extLst>
          </p:cNvPr>
          <p:cNvSpPr txBox="1">
            <a:spLocks/>
          </p:cNvSpPr>
          <p:nvPr/>
        </p:nvSpPr>
        <p:spPr>
          <a:xfrm>
            <a:off x="2278338" y="3610417"/>
            <a:ext cx="12282983" cy="693531"/>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algn="l"/>
            <a:r>
              <a:rPr lang="en-US" dirty="0"/>
              <a:t>Every step sees what earlier steps found, like a case file passed from desk to desk.</a:t>
            </a:r>
            <a:endParaRPr lang="en-US" dirty="0"/>
          </a:p>
        </p:txBody>
      </p:sp>
      <p:sp>
        <p:nvSpPr>
          <p:cNvPr id="8" name="Rectangle: Rounded Corners 7">
            <a:extLst>
              <a:ext uri="{FF2B5EF4-FFF2-40B4-BE49-F238E27FC236}">
                <a16:creationId xmlns:a16="http://schemas.microsoft.com/office/drawing/2014/main" id="{6EDACF70-9DDA-45BF-3D69-D406F8EE5EEA}"/>
              </a:ext>
            </a:extLst>
          </p:cNvPr>
          <p:cNvSpPr/>
          <p:nvPr/>
        </p:nvSpPr>
        <p:spPr>
          <a:xfrm>
            <a:off x="2081840" y="5268219"/>
            <a:ext cx="12831623" cy="1102201"/>
          </a:xfrm>
          <a:prstGeom prst="round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Rectangle: Rounded Corners 8">
            <a:extLst>
              <a:ext uri="{FF2B5EF4-FFF2-40B4-BE49-F238E27FC236}">
                <a16:creationId xmlns:a16="http://schemas.microsoft.com/office/drawing/2014/main" id="{CF8449B7-DF02-A9C3-AD9F-C3EC1DC354BF}"/>
              </a:ext>
            </a:extLst>
          </p:cNvPr>
          <p:cNvSpPr/>
          <p:nvPr/>
        </p:nvSpPr>
        <p:spPr>
          <a:xfrm>
            <a:off x="2399891" y="4892617"/>
            <a:ext cx="4292739" cy="574245"/>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t>Pause and resume</a:t>
            </a:r>
            <a:endParaRPr lang="en-US" sz="2200" b="1" dirty="0"/>
          </a:p>
        </p:txBody>
      </p:sp>
      <p:sp>
        <p:nvSpPr>
          <p:cNvPr id="10" name="Text Placeholder 21">
            <a:extLst>
              <a:ext uri="{FF2B5EF4-FFF2-40B4-BE49-F238E27FC236}">
                <a16:creationId xmlns:a16="http://schemas.microsoft.com/office/drawing/2014/main" id="{42B08C36-0E05-E64C-194B-CA8DCEA59557}"/>
              </a:ext>
            </a:extLst>
          </p:cNvPr>
          <p:cNvSpPr txBox="1">
            <a:spLocks/>
          </p:cNvSpPr>
          <p:nvPr/>
        </p:nvSpPr>
        <p:spPr>
          <a:xfrm>
            <a:off x="2356160" y="5672681"/>
            <a:ext cx="12282983" cy="693531"/>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algn="l"/>
            <a:r>
              <a:rPr lang="en-US" dirty="0"/>
              <a:t>It can stop and pick up later without losing work, like a saved game.</a:t>
            </a:r>
            <a:endParaRPr lang="en-US" dirty="0"/>
          </a:p>
        </p:txBody>
      </p:sp>
      <p:sp>
        <p:nvSpPr>
          <p:cNvPr id="11" name="Rectangle: Rounded Corners 10">
            <a:extLst>
              <a:ext uri="{FF2B5EF4-FFF2-40B4-BE49-F238E27FC236}">
                <a16:creationId xmlns:a16="http://schemas.microsoft.com/office/drawing/2014/main" id="{90F558A3-5631-F5D3-B2B9-C1A08EB86FD2}"/>
              </a:ext>
            </a:extLst>
          </p:cNvPr>
          <p:cNvSpPr/>
          <p:nvPr/>
        </p:nvSpPr>
        <p:spPr>
          <a:xfrm>
            <a:off x="2120750" y="7311027"/>
            <a:ext cx="12831623" cy="1102201"/>
          </a:xfrm>
          <a:prstGeom prst="round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Rounded Corners 11">
            <a:extLst>
              <a:ext uri="{FF2B5EF4-FFF2-40B4-BE49-F238E27FC236}">
                <a16:creationId xmlns:a16="http://schemas.microsoft.com/office/drawing/2014/main" id="{762C2153-7CA5-D6B2-6645-C400D1C36445}"/>
              </a:ext>
            </a:extLst>
          </p:cNvPr>
          <p:cNvSpPr/>
          <p:nvPr/>
        </p:nvSpPr>
        <p:spPr>
          <a:xfrm>
            <a:off x="2438801" y="6935425"/>
            <a:ext cx="4292739" cy="574245"/>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t>Human-in-the-loop</a:t>
            </a:r>
            <a:endParaRPr lang="en-US" sz="2200" b="1" dirty="0"/>
          </a:p>
        </p:txBody>
      </p:sp>
      <p:sp>
        <p:nvSpPr>
          <p:cNvPr id="13" name="Text Placeholder 21">
            <a:extLst>
              <a:ext uri="{FF2B5EF4-FFF2-40B4-BE49-F238E27FC236}">
                <a16:creationId xmlns:a16="http://schemas.microsoft.com/office/drawing/2014/main" id="{85B5FCDB-3319-960E-3CC0-D0FD090ED802}"/>
              </a:ext>
            </a:extLst>
          </p:cNvPr>
          <p:cNvSpPr txBox="1">
            <a:spLocks/>
          </p:cNvSpPr>
          <p:nvPr/>
        </p:nvSpPr>
        <p:spPr>
          <a:xfrm>
            <a:off x="2395070" y="7715489"/>
            <a:ext cx="12282983" cy="693531"/>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algn="l"/>
            <a:r>
              <a:rPr lang="en-US" dirty="0"/>
              <a:t>A person approves before a risky step, like a manager signing off a big refund.</a:t>
            </a:r>
            <a:endParaRPr lang="en-US" dirty="0"/>
          </a:p>
        </p:txBody>
      </p:sp>
    </p:spTree>
    <p:custDataLst>
      <p:tags r:id="rId1"/>
    </p:custDataLst>
    <p:extLst>
      <p:ext uri="{BB962C8B-B14F-4D97-AF65-F5344CB8AC3E}">
        <p14:creationId xmlns:p14="http://schemas.microsoft.com/office/powerpoint/2010/main" val="2728370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629B2-BACF-EE76-4A65-192DA9DA031E}"/>
            </a:ext>
          </a:extLst>
        </p:cNvPr>
        <p:cNvGrpSpPr/>
        <p:nvPr/>
      </p:nvGrpSpPr>
      <p:grpSpPr>
        <a:xfrm>
          <a:off x="0" y="0"/>
          <a:ext cx="0" cy="0"/>
          <a:chOff x="0" y="0"/>
          <a:chExt cx="0" cy="0"/>
        </a:xfrm>
      </p:grpSpPr>
      <p:sp>
        <p:nvSpPr>
          <p:cNvPr id="22" name="Text Placeholder 21">
            <a:extLst>
              <a:ext uri="{FF2B5EF4-FFF2-40B4-BE49-F238E27FC236}">
                <a16:creationId xmlns:a16="http://schemas.microsoft.com/office/drawing/2014/main" id="{93CAD705-13F0-EC7E-1FB8-3F55D13B2CB9}"/>
              </a:ext>
            </a:extLst>
          </p:cNvPr>
          <p:cNvSpPr>
            <a:spLocks noGrp="1"/>
          </p:cNvSpPr>
          <p:nvPr>
            <p:ph type="body" idx="10"/>
          </p:nvPr>
        </p:nvSpPr>
        <p:spPr>
          <a:xfrm>
            <a:off x="1977680" y="1512833"/>
            <a:ext cx="12459665" cy="908634"/>
          </a:xfrm>
        </p:spPr>
        <p:txBody>
          <a:bodyPr>
            <a:noAutofit/>
          </a:bodyPr>
          <a:lstStyle/>
          <a:p>
            <a:pPr algn="l"/>
            <a:r>
              <a:rPr lang="en-US" b="1" dirty="0">
                <a:solidFill>
                  <a:srgbClr val="404040"/>
                </a:solidFill>
                <a:latin typeface="Open Sans" pitchFamily="2" charset="0"/>
              </a:rPr>
              <a:t>The problem:</a:t>
            </a:r>
            <a:r>
              <a:rPr lang="en-US" b="0" dirty="0">
                <a:solidFill>
                  <a:srgbClr val="404040"/>
                </a:solidFill>
                <a:latin typeface="Open Sans" pitchFamily="2" charset="0"/>
              </a:rPr>
              <a:t xml:space="preserve"> claims bounced between teams by email. Approvals were slow, documents got lost, and nobody knew the status.</a:t>
            </a:r>
            <a:endParaRPr lang="en-US" b="1" dirty="0">
              <a:solidFill>
                <a:srgbClr val="404040"/>
              </a:solidFill>
              <a:latin typeface="Open Sans" pitchFamily="2" charset="0"/>
            </a:endParaRPr>
          </a:p>
          <a:p>
            <a:pPr algn="l"/>
            <a:r>
              <a:rPr lang="en-US" dirty="0" b="1"/>
              <a:t>The fix:</a:t>
            </a:r>
            <a:r>
              <a:rPr lang="en-US" dirty="0" b="0"/>
              <a:t xml:space="preserve"> each team becomes an AI agent, and LangGraph draws the route every claim must follow, including a loop back when a document is missing.</a:t>
            </a:r>
            <a:endParaRPr lang="en-US" dirty="0"/>
          </a:p>
        </p:txBody>
      </p:sp>
      <p:sp>
        <p:nvSpPr>
          <p:cNvPr id="5" name="Title 4">
            <a:extLst>
              <a:ext uri="{FF2B5EF4-FFF2-40B4-BE49-F238E27FC236}">
                <a16:creationId xmlns:a16="http://schemas.microsoft.com/office/drawing/2014/main" id="{D4F6F4B0-84F4-5743-056E-8F252B58F219}"/>
              </a:ext>
            </a:extLst>
          </p:cNvPr>
          <p:cNvSpPr>
            <a:spLocks noGrp="1"/>
          </p:cNvSpPr>
          <p:nvPr>
            <p:ph type="title"/>
          </p:nvPr>
        </p:nvSpPr>
        <p:spPr/>
        <p:txBody>
          <a:bodyPr>
            <a:normAutofit/>
          </a:bodyPr>
          <a:lstStyle/>
          <a:p>
            <a:pPr>
              <a:lnSpc>
                <a:spcPct val="115000"/>
              </a:lnSpc>
            </a:pPr>
            <a:r>
              <a:rPr lang="en-IN" dirty="0"/>
              <a:t>LangGraph in Action: Insurance Claims</a:t>
            </a:r>
            <a:endParaRPr lang="en-IN" dirty="0"/>
          </a:p>
        </p:txBody>
      </p:sp>
      <p:sp>
        <p:nvSpPr>
          <p:cNvPr id="24" name="Brandline_LVC">
            <a:extLst>
              <a:ext uri="{FF2B5EF4-FFF2-40B4-BE49-F238E27FC236}">
                <a16:creationId xmlns:a16="http://schemas.microsoft.com/office/drawing/2014/main" id="{52B6E061-B3FD-8EF3-CF18-0D69D2A1BF7F}"/>
              </a:ext>
            </a:extLst>
          </p:cNvPr>
          <p:cNvSpPr/>
          <p:nvPr/>
        </p:nvSpPr>
        <p:spPr>
          <a:xfrm>
            <a:off x="5753100" y="869664"/>
            <a:ext cx="475265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0" name="Picture 19">
            <a:extLst>
              <a:ext uri="{FF2B5EF4-FFF2-40B4-BE49-F238E27FC236}">
                <a16:creationId xmlns:a16="http://schemas.microsoft.com/office/drawing/2014/main" id="{E0069228-3701-BE97-DCE1-43F1B183C8DF}"/>
              </a:ext>
            </a:extLst>
          </p:cNvPr>
          <p:cNvPicPr>
            <a:picLocks noChangeAspect="1"/>
          </p:cNvPicPr>
          <p:nvPr/>
        </p:nvPicPr>
        <p:blipFill>
          <a:blip r:embed="rId4"/>
          <a:stretch>
            <a:fillRect/>
          </a:stretch>
        </p:blipFill>
        <p:spPr>
          <a:xfrm>
            <a:off x="4263383" y="4347001"/>
            <a:ext cx="8033265" cy="4192800"/>
          </a:xfrm>
          <a:prstGeom prst="rect">
            <a:avLst/>
          </a:prstGeom>
        </p:spPr>
      </p:pic>
    </p:spTree>
    <p:custDataLst>
      <p:tags r:id="rId1"/>
    </p:custDataLst>
    <p:extLst>
      <p:ext uri="{BB962C8B-B14F-4D97-AF65-F5344CB8AC3E}">
        <p14:creationId xmlns:p14="http://schemas.microsoft.com/office/powerpoint/2010/main" val="168921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161A-0830-23C7-A7C6-3437157C3BD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66FB0B7E-C8A4-CBEE-45D8-1FEB5F1BFFB4}"/>
              </a:ext>
            </a:extLst>
          </p:cNvPr>
          <p:cNvSpPr>
            <a:spLocks noGrp="1"/>
          </p:cNvSpPr>
          <p:nvPr>
            <p:ph type="title"/>
          </p:nvPr>
        </p:nvSpPr>
        <p:spPr>
          <a:xfrm>
            <a:off x="2421576" y="329928"/>
            <a:ext cx="9696532" cy="1137649"/>
          </a:xfrm>
        </p:spPr>
        <p:txBody>
          <a:bodyPr/>
          <a:lstStyle/>
          <a:p>
            <a:r>
              <a:rPr lang="en-US" dirty="0"/>
              <a:t>A Research Agent with LangGraph</a:t>
            </a:r>
            <a:endParaRPr lang="en-US" dirty="0"/>
          </a:p>
        </p:txBody>
      </p:sp>
      <p:sp>
        <p:nvSpPr>
          <p:cNvPr id="4" name="Text Placeholder 3">
            <a:extLst>
              <a:ext uri="{FF2B5EF4-FFF2-40B4-BE49-F238E27FC236}">
                <a16:creationId xmlns:a16="http://schemas.microsoft.com/office/drawing/2014/main" id="{87813F37-4146-54A0-18F9-4EFD12F458D4}"/>
              </a:ext>
            </a:extLst>
          </p:cNvPr>
          <p:cNvSpPr>
            <a:spLocks noGrp="1"/>
          </p:cNvSpPr>
          <p:nvPr>
            <p:ph type="body" sz="quarter" idx="11"/>
          </p:nvPr>
        </p:nvSpPr>
        <p:spPr>
          <a:xfrm>
            <a:off x="1279501" y="2556374"/>
            <a:ext cx="13696999" cy="1186286"/>
          </a:xfrm>
        </p:spPr>
        <p:txBody>
          <a:bodyPr>
            <a:noAutofit/>
          </a:bodyPr>
          <a:lstStyle/>
          <a:p>
            <a:pPr>
              <a:lnSpc>
                <a:spcPct val="115000"/>
              </a:lnSpc>
            </a:pPr>
            <a:r>
              <a:rPr lang="en-US" b="1"/>
              <a:t>Scenario:</a:t>
            </a:r>
            <a:r>
              <a:rPr lang="en-US" b="0"/>
              <a:t xml:space="preserve"> A fintech product lead wants to keep up with new ways to stop UPI fraud, but reading the news every day takes hours. We’ll build an agent that searches the web with Tavily (a search engine made for AI) and writes a short summary of what it finds.</a:t>
            </a:r>
            <a:endParaRPr lang="en-US" b="1"/>
          </a:p>
        </p:txBody>
      </p:sp>
      <p:sp>
        <p:nvSpPr>
          <p:cNvPr id="5" name="Text Placeholder 4">
            <a:extLst>
              <a:ext uri="{FF2B5EF4-FFF2-40B4-BE49-F238E27FC236}">
                <a16:creationId xmlns:a16="http://schemas.microsoft.com/office/drawing/2014/main" id="{61FD1B4F-5F1C-1CB8-0BB9-DEEB353FED7D}"/>
              </a:ext>
            </a:extLst>
          </p:cNvPr>
          <p:cNvSpPr>
            <a:spLocks noGrp="1"/>
          </p:cNvSpPr>
          <p:nvPr>
            <p:ph type="body" sz="quarter" idx="14"/>
          </p:nvPr>
        </p:nvSpPr>
        <p:spPr>
          <a:xfrm>
            <a:off x="13416914" y="1793560"/>
            <a:ext cx="565786" cy="574675"/>
          </a:xfrm>
        </p:spPr>
        <p:txBody>
          <a:bodyPr wrap="none"/>
          <a:lstStyle/>
          <a:p>
            <a:r>
              <a:rPr lang="en-IN"/>
              <a:t>30</a:t>
            </a:r>
          </a:p>
        </p:txBody>
      </p:sp>
      <p:sp>
        <p:nvSpPr>
          <p:cNvPr id="2" name="Text Placeholder 3">
            <a:extLst>
              <a:ext uri="{FF2B5EF4-FFF2-40B4-BE49-F238E27FC236}">
                <a16:creationId xmlns:a16="http://schemas.microsoft.com/office/drawing/2014/main" id="{DE70C0B3-C336-3B62-9AF2-86FFD08E710B}"/>
              </a:ext>
            </a:extLst>
          </p:cNvPr>
          <p:cNvSpPr txBox="1">
            <a:spLocks/>
          </p:cNvSpPr>
          <p:nvPr/>
        </p:nvSpPr>
        <p:spPr>
          <a:xfrm>
            <a:off x="2038804" y="6885920"/>
            <a:ext cx="12567280" cy="861998"/>
          </a:xfrm>
          <a:prstGeom prst="rect">
            <a:avLst/>
          </a:prstGeom>
        </p:spPr>
        <p:txBody>
          <a:bodyPr vert="horz" lIns="91440" tIns="45720" rIns="91440" bIns="45720" rtlCol="0" anchor="t">
            <a:noAutofit/>
          </a:bodyPr>
          <a:lstStyle>
            <a:lvl1pPr marL="0" indent="0" algn="l" defTabSz="914400" rtl="0" eaLnBrk="1" latinLnBrk="0" hangingPunct="1">
              <a:lnSpc>
                <a:spcPct val="114000"/>
              </a:lnSpc>
              <a:spcBef>
                <a:spcPts val="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114000"/>
              </a:lnSpc>
              <a:spcBef>
                <a:spcPts val="1000"/>
              </a:spcBef>
              <a:buFontTx/>
              <a:buNone/>
              <a:defRPr lang="en-GB"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gn="l" defTabSz="914400" rtl="0" eaLnBrk="1" latinLnBrk="0" hangingPunct="1">
              <a:lnSpc>
                <a:spcPct val="114000"/>
              </a:lnSpc>
              <a:spcBef>
                <a:spcPts val="1000"/>
              </a:spcBef>
              <a:buFontTx/>
              <a:buNone/>
              <a:defRPr lang="en-GB"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gn="l" defTabSz="914400" rtl="0" eaLnBrk="1" latinLnBrk="0" hangingPunct="1">
              <a:lnSpc>
                <a:spcPct val="114000"/>
              </a:lnSpc>
              <a:spcBef>
                <a:spcPts val="1000"/>
              </a:spcBef>
              <a:buFontTx/>
              <a:buNone/>
              <a:defRPr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gn="l" defTabSz="914400" rtl="0" eaLnBrk="1" latinLnBrk="0" hangingPunct="1">
              <a:lnSpc>
                <a:spcPct val="114000"/>
              </a:lnSpc>
              <a:spcBef>
                <a:spcPts val="1000"/>
              </a:spcBef>
              <a:buFontTx/>
              <a:buNone/>
              <a:defRPr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t>Please download the demo document from the reference material section to perform step-by-step execution.</a:t>
            </a:r>
          </a:p>
        </p:txBody>
      </p:sp>
      <p:sp>
        <p:nvSpPr>
          <p:cNvPr id="3" name="Rectangle: Rounded Corners 2">
            <a:extLst>
              <a:ext uri="{FF2B5EF4-FFF2-40B4-BE49-F238E27FC236}">
                <a16:creationId xmlns:a16="http://schemas.microsoft.com/office/drawing/2014/main" id="{B143F32C-6686-A4F9-3E99-C0EE13F4EBD7}"/>
              </a:ext>
            </a:extLst>
          </p:cNvPr>
          <p:cNvSpPr/>
          <p:nvPr/>
        </p:nvSpPr>
        <p:spPr>
          <a:xfrm>
            <a:off x="1649916" y="6422065"/>
            <a:ext cx="13109729" cy="1480471"/>
          </a:xfrm>
          <a:prstGeom prst="roundRect">
            <a:avLst/>
          </a:prstGeom>
          <a:noFill/>
          <a:ln w="25400"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a:spcBef>
                <a:spcPts val="1000"/>
              </a:spcBef>
              <a:spcAft>
                <a:spcPct val="0"/>
              </a:spcAft>
              <a:buClr>
                <a:srgbClr val="000000"/>
              </a:buClr>
              <a:buSzPts val="2200"/>
              <a:buFont typeface="Arial"/>
            </a:pPr>
            <a:endParaRPr lang="en-IN" sz="2200" b="1">
              <a:solidFill>
                <a:srgbClr val="404040"/>
              </a:solidFill>
              <a:latin typeface="Open Sans" panose="020B0606030504020204" pitchFamily="34" charset="0"/>
              <a:ea typeface="Open Sans"/>
              <a:cs typeface="Open Sans"/>
            </a:endParaRPr>
          </a:p>
        </p:txBody>
      </p:sp>
      <p:sp>
        <p:nvSpPr>
          <p:cNvPr id="6" name="Rectangle: Rounded Corners 5">
            <a:extLst>
              <a:ext uri="{FF2B5EF4-FFF2-40B4-BE49-F238E27FC236}">
                <a16:creationId xmlns:a16="http://schemas.microsoft.com/office/drawing/2014/main" id="{B1A64D38-6DB6-1A1D-AC44-74C1B0B8351B}"/>
              </a:ext>
            </a:extLst>
          </p:cNvPr>
          <p:cNvSpPr/>
          <p:nvPr/>
        </p:nvSpPr>
        <p:spPr>
          <a:xfrm>
            <a:off x="2038805" y="6142669"/>
            <a:ext cx="1767652" cy="528084"/>
          </a:xfrm>
          <a:prstGeom prst="roundRect">
            <a:avLst/>
          </a:prstGeom>
          <a:solidFill>
            <a:srgbClr val="0171C0"/>
          </a:solidFill>
          <a:ln w="25400"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a:spcBef>
                <a:spcPts val="1000"/>
              </a:spcBef>
              <a:spcAft>
                <a:spcPct val="0"/>
              </a:spcAft>
              <a:buClr>
                <a:srgbClr val="000000"/>
              </a:buClr>
              <a:buSzPts val="2200"/>
              <a:buFont typeface="Arial"/>
            </a:pPr>
            <a:endParaRPr lang="en-IN" sz="2200" b="1">
              <a:solidFill>
                <a:srgbClr val="404040"/>
              </a:solidFill>
              <a:latin typeface="Open Sans" panose="020B0606030504020204" pitchFamily="34" charset="0"/>
              <a:ea typeface="Open Sans"/>
              <a:cs typeface="Open Sans"/>
            </a:endParaRPr>
          </a:p>
        </p:txBody>
      </p:sp>
      <p:sp>
        <p:nvSpPr>
          <p:cNvPr id="7" name="Text Placeholder 3">
            <a:extLst>
              <a:ext uri="{FF2B5EF4-FFF2-40B4-BE49-F238E27FC236}">
                <a16:creationId xmlns:a16="http://schemas.microsoft.com/office/drawing/2014/main" id="{3A263EB6-4ACD-45BA-9503-294FC6BA7627}"/>
              </a:ext>
            </a:extLst>
          </p:cNvPr>
          <p:cNvSpPr txBox="1">
            <a:spLocks/>
          </p:cNvSpPr>
          <p:nvPr/>
        </p:nvSpPr>
        <p:spPr>
          <a:xfrm>
            <a:off x="2038804" y="6203218"/>
            <a:ext cx="1767652" cy="528084"/>
          </a:xfrm>
          <a:prstGeom prst="rect">
            <a:avLst/>
          </a:prstGeom>
        </p:spPr>
        <p:txBody>
          <a:bodyPr vert="horz" lIns="91440" tIns="45720" rIns="91440" bIns="45720" rtlCol="0" anchor="t">
            <a:noAutofit/>
          </a:bodyPr>
          <a:lstStyle>
            <a:lvl1pPr marL="0" indent="0" algn="l" defTabSz="914400" rtl="0" eaLnBrk="1" latinLnBrk="0" hangingPunct="1">
              <a:lnSpc>
                <a:spcPct val="114000"/>
              </a:lnSpc>
              <a:spcBef>
                <a:spcPts val="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114000"/>
              </a:lnSpc>
              <a:spcBef>
                <a:spcPts val="1000"/>
              </a:spcBef>
              <a:buFontTx/>
              <a:buNone/>
              <a:defRPr lang="en-GB"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gn="l" defTabSz="914400" rtl="0" eaLnBrk="1" latinLnBrk="0" hangingPunct="1">
              <a:lnSpc>
                <a:spcPct val="114000"/>
              </a:lnSpc>
              <a:spcBef>
                <a:spcPts val="1000"/>
              </a:spcBef>
              <a:buFontTx/>
              <a:buNone/>
              <a:defRPr lang="en-GB"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gn="l" defTabSz="914400" rtl="0" eaLnBrk="1" latinLnBrk="0" hangingPunct="1">
              <a:lnSpc>
                <a:spcPct val="114000"/>
              </a:lnSpc>
              <a:spcBef>
                <a:spcPts val="1000"/>
              </a:spcBef>
              <a:buFontTx/>
              <a:buNone/>
              <a:defRPr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gn="l" defTabSz="914400" rtl="0" eaLnBrk="1" latinLnBrk="0" hangingPunct="1">
              <a:lnSpc>
                <a:spcPct val="114000"/>
              </a:lnSpc>
              <a:spcBef>
                <a:spcPts val="1000"/>
              </a:spcBef>
              <a:buFontTx/>
              <a:buNone/>
              <a:defRPr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b="1">
                <a:solidFill>
                  <a:schemeClr val="bg1"/>
                </a:solidFill>
              </a:rPr>
              <a:t>Note:</a:t>
            </a:r>
          </a:p>
        </p:txBody>
      </p:sp>
    </p:spTree>
    <p:custDataLst>
      <p:tags r:id="rId1"/>
    </p:custDataLst>
    <p:extLst>
      <p:ext uri="{BB962C8B-B14F-4D97-AF65-F5344CB8AC3E}">
        <p14:creationId xmlns:p14="http://schemas.microsoft.com/office/powerpoint/2010/main" val="1345979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9693B-A746-5AB6-FC64-6E0512408E5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8186CA4-A579-BFEC-2C26-289636164D8C}"/>
              </a:ext>
            </a:extLst>
          </p:cNvPr>
          <p:cNvSpPr>
            <a:spLocks noGrp="1"/>
          </p:cNvSpPr>
          <p:nvPr>
            <p:ph type="body" idx="10"/>
          </p:nvPr>
        </p:nvSpPr>
        <p:spPr>
          <a:xfrm>
            <a:off x="0" y="4114800"/>
            <a:ext cx="16256001" cy="914400"/>
          </a:xfrm>
        </p:spPr>
        <p:txBody>
          <a:bodyPr/>
          <a:lstStyle/>
          <a:p>
            <a:r>
              <a:rPr lang="en-US" dirty="0" err="1"/>
              <a:t>Part 2: CrewAI, a Team of AI Workers</a:t>
            </a:r>
            <a:endParaRPr lang="en-US" dirty="0" err="1"/>
          </a:p>
        </p:txBody>
      </p:sp>
    </p:spTree>
    <p:custDataLst>
      <p:tags r:id="rId1"/>
    </p:custDataLst>
    <p:extLst>
      <p:ext uri="{BB962C8B-B14F-4D97-AF65-F5344CB8AC3E}">
        <p14:creationId xmlns:p14="http://schemas.microsoft.com/office/powerpoint/2010/main" val="3676053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C4A8F-AB5F-D2B5-F900-BA6DB9C8B9F1}"/>
            </a:ext>
          </a:extLst>
        </p:cNvPr>
        <p:cNvGrpSpPr/>
        <p:nvPr/>
      </p:nvGrpSpPr>
      <p:grpSpPr>
        <a:xfrm>
          <a:off x="0" y="0"/>
          <a:ext cx="0" cy="0"/>
          <a:chOff x="0" y="0"/>
          <a:chExt cx="0" cy="0"/>
        </a:xfrm>
      </p:grpSpPr>
      <p:sp>
        <p:nvSpPr>
          <p:cNvPr id="22" name="Text Placeholder 21">
            <a:extLst>
              <a:ext uri="{FF2B5EF4-FFF2-40B4-BE49-F238E27FC236}">
                <a16:creationId xmlns:a16="http://schemas.microsoft.com/office/drawing/2014/main" id="{A74797A6-ECBE-C548-B034-8A3C48F2F8B4}"/>
              </a:ext>
            </a:extLst>
          </p:cNvPr>
          <p:cNvSpPr>
            <a:spLocks noGrp="1"/>
          </p:cNvSpPr>
          <p:nvPr>
            <p:ph type="body" idx="10"/>
          </p:nvPr>
        </p:nvSpPr>
        <p:spPr>
          <a:xfrm>
            <a:off x="1896222" y="1546139"/>
            <a:ext cx="12459665" cy="903776"/>
          </a:xfrm>
        </p:spPr>
        <p:txBody>
          <a:bodyPr>
            <a:normAutofit/>
          </a:bodyPr>
          <a:lstStyle/>
          <a:p>
            <a:r>
              <a:rPr lang="en-US" dirty="0"/>
              <a:t>CrewAI is a framework for building a crew: a team of AI agents where each one has a job title, a goal, and its own tools.</a:t>
            </a:r>
            <a:endParaRPr lang="en-US" dirty="0"/>
          </a:p>
        </p:txBody>
      </p:sp>
      <p:sp>
        <p:nvSpPr>
          <p:cNvPr id="5" name="Title 4">
            <a:extLst>
              <a:ext uri="{FF2B5EF4-FFF2-40B4-BE49-F238E27FC236}">
                <a16:creationId xmlns:a16="http://schemas.microsoft.com/office/drawing/2014/main" id="{F7563630-1994-85FD-BD16-1B3AEC8D00E4}"/>
              </a:ext>
            </a:extLst>
          </p:cNvPr>
          <p:cNvSpPr>
            <a:spLocks noGrp="1"/>
          </p:cNvSpPr>
          <p:nvPr>
            <p:ph type="title"/>
          </p:nvPr>
        </p:nvSpPr>
        <p:spPr/>
        <p:txBody>
          <a:bodyPr>
            <a:normAutofit/>
          </a:bodyPr>
          <a:lstStyle/>
          <a:p>
            <a:pPr>
              <a:lnSpc>
                <a:spcPct val="115000"/>
              </a:lnSpc>
            </a:pPr>
            <a:r>
              <a:rPr lang="en-US" dirty="0" err="1">
                <a:solidFill>
                  <a:srgbClr val="404040"/>
                </a:solidFill>
                <a:latin typeface="Open Sans" panose="020B0606030504020204" pitchFamily="34" charset="0"/>
              </a:rPr>
              <a:t>CrewAI: Hire a Team of AI Workers</a:t>
            </a:r>
            <a:endParaRPr lang="en-US" dirty="0" err="1">
              <a:solidFill>
                <a:srgbClr val="404040"/>
              </a:solidFill>
              <a:latin typeface="Open Sans" panose="020B0606030504020204" pitchFamily="34" charset="0"/>
            </a:endParaRPr>
          </a:p>
        </p:txBody>
      </p:sp>
      <p:sp>
        <p:nvSpPr>
          <p:cNvPr id="24" name="Brandline_LVC">
            <a:extLst>
              <a:ext uri="{FF2B5EF4-FFF2-40B4-BE49-F238E27FC236}">
                <a16:creationId xmlns:a16="http://schemas.microsoft.com/office/drawing/2014/main" id="{70D71E36-B4F9-57ED-0E54-8A5AA5AF16D8}"/>
              </a:ext>
            </a:extLst>
          </p:cNvPr>
          <p:cNvSpPr/>
          <p:nvPr/>
        </p:nvSpPr>
        <p:spPr>
          <a:xfrm>
            <a:off x="5003800" y="869664"/>
            <a:ext cx="625284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7CED5DDD-E59D-7DC4-F922-A731C8F89E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0214" y="2142406"/>
            <a:ext cx="4551680" cy="4551680"/>
          </a:xfrm>
          <a:prstGeom prst="rect">
            <a:avLst/>
          </a:prstGeom>
        </p:spPr>
      </p:pic>
      <p:sp>
        <p:nvSpPr>
          <p:cNvPr id="12" name="Text Placeholder 21">
            <a:extLst>
              <a:ext uri="{FF2B5EF4-FFF2-40B4-BE49-F238E27FC236}">
                <a16:creationId xmlns:a16="http://schemas.microsoft.com/office/drawing/2014/main" id="{8F386088-2CB5-A0BC-4620-F966A5649CCF}"/>
              </a:ext>
            </a:extLst>
          </p:cNvPr>
          <p:cNvSpPr txBox="1">
            <a:spLocks/>
          </p:cNvSpPr>
          <p:nvPr/>
        </p:nvSpPr>
        <p:spPr>
          <a:xfrm>
            <a:off x="2249460" y="7545881"/>
            <a:ext cx="12459665" cy="574245"/>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a:solidFill>
                  <a:srgbClr val="404040"/>
                </a:solidFill>
                <a:latin typeface="Open Sans" pitchFamily="2" charset="0"/>
              </a:rPr>
              <a:t>Just like a real team: a researcher finds facts, a writer drafts, an editor checks. Each agent sticks to its job.</a:t>
            </a:r>
            <a:endParaRPr lang="en-US">
              <a:solidFill>
                <a:srgbClr val="404040"/>
              </a:solidFill>
              <a:latin typeface="Open Sans" pitchFamily="2" charset="0"/>
            </a:endParaRPr>
          </a:p>
        </p:txBody>
      </p:sp>
      <p:sp>
        <p:nvSpPr>
          <p:cNvPr id="13" name="Rectangle: Rounded Corners 12">
            <a:extLst>
              <a:ext uri="{FF2B5EF4-FFF2-40B4-BE49-F238E27FC236}">
                <a16:creationId xmlns:a16="http://schemas.microsoft.com/office/drawing/2014/main" id="{CF78C153-C68E-8E29-5110-5BD2DDC9DBBE}"/>
              </a:ext>
            </a:extLst>
          </p:cNvPr>
          <p:cNvSpPr/>
          <p:nvPr/>
        </p:nvSpPr>
        <p:spPr>
          <a:xfrm>
            <a:off x="2090435" y="7377196"/>
            <a:ext cx="12831623" cy="1102201"/>
          </a:xfrm>
          <a:prstGeom prst="round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ustDataLst>
      <p:tags r:id="rId1"/>
    </p:custDataLst>
    <p:extLst>
      <p:ext uri="{BB962C8B-B14F-4D97-AF65-F5344CB8AC3E}">
        <p14:creationId xmlns:p14="http://schemas.microsoft.com/office/powerpoint/2010/main" val="2416824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76864-D901-DEBD-2827-57301233E8E8}"/>
            </a:ext>
          </a:extLst>
        </p:cNvPr>
        <p:cNvGrpSpPr/>
        <p:nvPr/>
      </p:nvGrpSpPr>
      <p:grpSpPr>
        <a:xfrm>
          <a:off x="0" y="0"/>
          <a:ext cx="0" cy="0"/>
          <a:chOff x="0" y="0"/>
          <a:chExt cx="0" cy="0"/>
        </a:xfrm>
      </p:grpSpPr>
      <p:sp>
        <p:nvSpPr>
          <p:cNvPr id="22" name="Text Placeholder 21">
            <a:extLst>
              <a:ext uri="{FF2B5EF4-FFF2-40B4-BE49-F238E27FC236}">
                <a16:creationId xmlns:a16="http://schemas.microsoft.com/office/drawing/2014/main" id="{D1B51F06-A924-E226-6DD7-B6270EC3DA9E}"/>
              </a:ext>
            </a:extLst>
          </p:cNvPr>
          <p:cNvSpPr>
            <a:spLocks noGrp="1"/>
          </p:cNvSpPr>
          <p:nvPr>
            <p:ph type="body" idx="10"/>
          </p:nvPr>
        </p:nvSpPr>
        <p:spPr>
          <a:xfrm>
            <a:off x="1543741" y="1560099"/>
            <a:ext cx="13168518" cy="903776"/>
          </a:xfrm>
        </p:spPr>
        <p:txBody>
          <a:bodyPr>
            <a:noAutofit/>
          </a:bodyPr>
          <a:lstStyle/>
          <a:p>
            <a:r>
              <a:rPr lang="en-US" dirty="0" err="1"/>
              <a:t>Every CrewAI team is built from six parts. Picture a restaurant kitchen:</a:t>
            </a:r>
            <a:endParaRPr lang="en-US" dirty="0" err="1"/>
          </a:p>
        </p:txBody>
      </p:sp>
      <p:sp>
        <p:nvSpPr>
          <p:cNvPr id="5" name="Title 4">
            <a:extLst>
              <a:ext uri="{FF2B5EF4-FFF2-40B4-BE49-F238E27FC236}">
                <a16:creationId xmlns:a16="http://schemas.microsoft.com/office/drawing/2014/main" id="{5F2D87DB-5C9F-58B5-C22E-C33221A26C3B}"/>
              </a:ext>
            </a:extLst>
          </p:cNvPr>
          <p:cNvSpPr>
            <a:spLocks noGrp="1"/>
          </p:cNvSpPr>
          <p:nvPr>
            <p:ph type="title"/>
          </p:nvPr>
        </p:nvSpPr>
        <p:spPr/>
        <p:txBody>
          <a:bodyPr>
            <a:normAutofit/>
          </a:bodyPr>
          <a:lstStyle/>
          <a:p>
            <a:pPr>
              <a:lnSpc>
                <a:spcPct val="115000"/>
              </a:lnSpc>
            </a:pPr>
            <a:r>
              <a:rPr lang="en-US"/>
              <a:t>The Six Building Blocks of a Crew</a:t>
            </a:r>
            <a:endParaRPr lang="en-US"/>
          </a:p>
        </p:txBody>
      </p:sp>
      <p:sp>
        <p:nvSpPr>
          <p:cNvPr id="24" name="Brandline_LVC">
            <a:extLst>
              <a:ext uri="{FF2B5EF4-FFF2-40B4-BE49-F238E27FC236}">
                <a16:creationId xmlns:a16="http://schemas.microsoft.com/office/drawing/2014/main" id="{6BEE7F27-5CAD-56A7-AC73-0DDD9D2C2229}"/>
              </a:ext>
            </a:extLst>
          </p:cNvPr>
          <p:cNvSpPr/>
          <p:nvPr/>
        </p:nvSpPr>
        <p:spPr>
          <a:xfrm>
            <a:off x="5537201" y="869664"/>
            <a:ext cx="518525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aphic 2">
            <a:extLst>
              <a:ext uri="{FF2B5EF4-FFF2-40B4-BE49-F238E27FC236}">
                <a16:creationId xmlns:a16="http://schemas.microsoft.com/office/drawing/2014/main" id="{66AA87D6-7FF8-1AA3-FF44-42D5322F9125}"/>
              </a:ext>
            </a:extLst>
          </p:cNvPr>
          <p:cNvGrpSpPr/>
          <p:nvPr/>
        </p:nvGrpSpPr>
        <p:grpSpPr>
          <a:xfrm>
            <a:off x="6739254" y="4103607"/>
            <a:ext cx="2386412" cy="2618550"/>
            <a:chOff x="6367872" y="2858405"/>
            <a:chExt cx="3503021" cy="3501297"/>
          </a:xfrm>
        </p:grpSpPr>
        <p:grpSp>
          <p:nvGrpSpPr>
            <p:cNvPr id="6" name="Graphic 2">
              <a:extLst>
                <a:ext uri="{FF2B5EF4-FFF2-40B4-BE49-F238E27FC236}">
                  <a16:creationId xmlns:a16="http://schemas.microsoft.com/office/drawing/2014/main" id="{39AEAE6E-A526-BBD4-CE1F-6A469463AC4A}"/>
                </a:ext>
              </a:extLst>
            </p:cNvPr>
            <p:cNvGrpSpPr/>
            <p:nvPr/>
          </p:nvGrpSpPr>
          <p:grpSpPr>
            <a:xfrm>
              <a:off x="6367872" y="2858405"/>
              <a:ext cx="3503021" cy="3501297"/>
              <a:chOff x="6367872" y="2858405"/>
              <a:chExt cx="3503021" cy="3501297"/>
            </a:xfrm>
          </p:grpSpPr>
          <p:sp>
            <p:nvSpPr>
              <p:cNvPr id="10" name="Freeform: Shape 9">
                <a:extLst>
                  <a:ext uri="{FF2B5EF4-FFF2-40B4-BE49-F238E27FC236}">
                    <a16:creationId xmlns:a16="http://schemas.microsoft.com/office/drawing/2014/main" id="{0AE2F7B2-18EC-A8DA-E2D1-B646E68F8ED0}"/>
                  </a:ext>
                </a:extLst>
              </p:cNvPr>
              <p:cNvSpPr/>
              <p:nvPr/>
            </p:nvSpPr>
            <p:spPr>
              <a:xfrm>
                <a:off x="8184014" y="2858405"/>
                <a:ext cx="1418874" cy="1638621"/>
              </a:xfrm>
              <a:custGeom>
                <a:avLst/>
                <a:gdLst>
                  <a:gd name="connsiteX0" fmla="*/ 0 w 1418874"/>
                  <a:gd name="connsiteY0" fmla="*/ 0 h 1638621"/>
                  <a:gd name="connsiteX1" fmla="*/ 1418875 w 1418874"/>
                  <a:gd name="connsiteY1" fmla="*/ 819526 h 1638621"/>
                  <a:gd name="connsiteX2" fmla="*/ 0 w 1418874"/>
                  <a:gd name="connsiteY2" fmla="*/ 1638621 h 1638621"/>
                  <a:gd name="connsiteX3" fmla="*/ 0 w 1418874"/>
                  <a:gd name="connsiteY3" fmla="*/ 0 h 1638621"/>
                </a:gdLst>
                <a:ahLst/>
                <a:cxnLst>
                  <a:cxn ang="0">
                    <a:pos x="connsiteX0" y="connsiteY0"/>
                  </a:cxn>
                  <a:cxn ang="0">
                    <a:pos x="connsiteX1" y="connsiteY1"/>
                  </a:cxn>
                  <a:cxn ang="0">
                    <a:pos x="connsiteX2" y="connsiteY2"/>
                  </a:cxn>
                  <a:cxn ang="0">
                    <a:pos x="connsiteX3" y="connsiteY3"/>
                  </a:cxn>
                </a:cxnLst>
                <a:rect l="l" t="t" r="r" b="b"/>
                <a:pathLst>
                  <a:path w="1418874" h="1638621">
                    <a:moveTo>
                      <a:pt x="0" y="0"/>
                    </a:moveTo>
                    <a:cubicBezTo>
                      <a:pt x="576943" y="21544"/>
                      <a:pt x="1110798" y="329620"/>
                      <a:pt x="1418875" y="819526"/>
                    </a:cubicBezTo>
                    <a:lnTo>
                      <a:pt x="0" y="1638621"/>
                    </a:lnTo>
                    <a:lnTo>
                      <a:pt x="0" y="0"/>
                    </a:lnTo>
                    <a:close/>
                  </a:path>
                </a:pathLst>
              </a:custGeom>
              <a:solidFill>
                <a:schemeClr val="accent1">
                  <a:lumMod val="50000"/>
                </a:schemeClr>
              </a:solidFill>
              <a:ln w="4307"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0FC5A1B-912F-C8F5-8262-7FEF34D0DECC}"/>
                  </a:ext>
                </a:extLst>
              </p:cNvPr>
              <p:cNvSpPr/>
              <p:nvPr/>
            </p:nvSpPr>
            <p:spPr>
              <a:xfrm>
                <a:off x="6636308" y="2858405"/>
                <a:ext cx="1418874" cy="1638621"/>
              </a:xfrm>
              <a:custGeom>
                <a:avLst/>
                <a:gdLst>
                  <a:gd name="connsiteX0" fmla="*/ 0 w 1418874"/>
                  <a:gd name="connsiteY0" fmla="*/ 819526 h 1638621"/>
                  <a:gd name="connsiteX1" fmla="*/ 1418874 w 1418874"/>
                  <a:gd name="connsiteY1" fmla="*/ 0 h 1638621"/>
                  <a:gd name="connsiteX2" fmla="*/ 1418874 w 1418874"/>
                  <a:gd name="connsiteY2" fmla="*/ 1638621 h 1638621"/>
                  <a:gd name="connsiteX3" fmla="*/ 0 w 1418874"/>
                  <a:gd name="connsiteY3" fmla="*/ 819526 h 1638621"/>
                </a:gdLst>
                <a:ahLst/>
                <a:cxnLst>
                  <a:cxn ang="0">
                    <a:pos x="connsiteX0" y="connsiteY0"/>
                  </a:cxn>
                  <a:cxn ang="0">
                    <a:pos x="connsiteX1" y="connsiteY1"/>
                  </a:cxn>
                  <a:cxn ang="0">
                    <a:pos x="connsiteX2" y="connsiteY2"/>
                  </a:cxn>
                  <a:cxn ang="0">
                    <a:pos x="connsiteX3" y="connsiteY3"/>
                  </a:cxn>
                </a:cxnLst>
                <a:rect l="l" t="t" r="r" b="b"/>
                <a:pathLst>
                  <a:path w="1418874" h="1638621">
                    <a:moveTo>
                      <a:pt x="0" y="819526"/>
                    </a:moveTo>
                    <a:cubicBezTo>
                      <a:pt x="308076" y="330051"/>
                      <a:pt x="841931" y="21544"/>
                      <a:pt x="1418874" y="0"/>
                    </a:cubicBezTo>
                    <a:lnTo>
                      <a:pt x="1418874" y="1638621"/>
                    </a:lnTo>
                    <a:lnTo>
                      <a:pt x="0" y="819526"/>
                    </a:lnTo>
                    <a:close/>
                  </a:path>
                </a:pathLst>
              </a:custGeom>
              <a:solidFill>
                <a:schemeClr val="accent1">
                  <a:lumMod val="50000"/>
                </a:schemeClr>
              </a:solidFill>
              <a:ln w="4307"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48ED73-A447-CFFF-ACD5-6E21BA579FAC}"/>
                  </a:ext>
                </a:extLst>
              </p:cNvPr>
              <p:cNvSpPr/>
              <p:nvPr/>
            </p:nvSpPr>
            <p:spPr>
              <a:xfrm>
                <a:off x="6367872" y="3789959"/>
                <a:ext cx="1622247" cy="1638190"/>
              </a:xfrm>
              <a:custGeom>
                <a:avLst/>
                <a:gdLst>
                  <a:gd name="connsiteX0" fmla="*/ 203373 w 1622247"/>
                  <a:gd name="connsiteY0" fmla="*/ 1638190 h 1638190"/>
                  <a:gd name="connsiteX1" fmla="*/ 0 w 1622247"/>
                  <a:gd name="connsiteY1" fmla="*/ 819095 h 1638190"/>
                  <a:gd name="connsiteX2" fmla="*/ 203373 w 1622247"/>
                  <a:gd name="connsiteY2" fmla="*/ 0 h 1638190"/>
                  <a:gd name="connsiteX3" fmla="*/ 1622248 w 1622247"/>
                  <a:gd name="connsiteY3" fmla="*/ 819095 h 1638190"/>
                  <a:gd name="connsiteX4" fmla="*/ 203373 w 1622247"/>
                  <a:gd name="connsiteY4" fmla="*/ 1638190 h 1638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2247" h="1638190">
                    <a:moveTo>
                      <a:pt x="203373" y="1638190"/>
                    </a:moveTo>
                    <a:cubicBezTo>
                      <a:pt x="70233" y="1386559"/>
                      <a:pt x="0" y="1104766"/>
                      <a:pt x="0" y="819095"/>
                    </a:cubicBezTo>
                    <a:cubicBezTo>
                      <a:pt x="0" y="533424"/>
                      <a:pt x="70233" y="251632"/>
                      <a:pt x="203373" y="0"/>
                    </a:cubicBezTo>
                    <a:lnTo>
                      <a:pt x="1622248" y="819095"/>
                    </a:lnTo>
                    <a:lnTo>
                      <a:pt x="203373" y="1638190"/>
                    </a:lnTo>
                    <a:close/>
                  </a:path>
                </a:pathLst>
              </a:custGeom>
              <a:solidFill>
                <a:schemeClr val="accent4">
                  <a:lumMod val="50000"/>
                </a:schemeClr>
              </a:solidFill>
              <a:ln w="4307"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DE59363-C9A5-B759-23AF-2637BFBA977A}"/>
                  </a:ext>
                </a:extLst>
              </p:cNvPr>
              <p:cNvSpPr/>
              <p:nvPr/>
            </p:nvSpPr>
            <p:spPr>
              <a:xfrm>
                <a:off x="6635876" y="4721082"/>
                <a:ext cx="1418874" cy="1638190"/>
              </a:xfrm>
              <a:custGeom>
                <a:avLst/>
                <a:gdLst>
                  <a:gd name="connsiteX0" fmla="*/ 1418875 w 1418874"/>
                  <a:gd name="connsiteY0" fmla="*/ 1638191 h 1638190"/>
                  <a:gd name="connsiteX1" fmla="*/ 0 w 1418874"/>
                  <a:gd name="connsiteY1" fmla="*/ 818664 h 1638190"/>
                  <a:gd name="connsiteX2" fmla="*/ 1418875 w 1418874"/>
                  <a:gd name="connsiteY2" fmla="*/ 0 h 1638190"/>
                  <a:gd name="connsiteX3" fmla="*/ 1418875 w 1418874"/>
                  <a:gd name="connsiteY3" fmla="*/ 1638191 h 1638190"/>
                </a:gdLst>
                <a:ahLst/>
                <a:cxnLst>
                  <a:cxn ang="0">
                    <a:pos x="connsiteX0" y="connsiteY0"/>
                  </a:cxn>
                  <a:cxn ang="0">
                    <a:pos x="connsiteX1" y="connsiteY1"/>
                  </a:cxn>
                  <a:cxn ang="0">
                    <a:pos x="connsiteX2" y="connsiteY2"/>
                  </a:cxn>
                  <a:cxn ang="0">
                    <a:pos x="connsiteX3" y="connsiteY3"/>
                  </a:cxn>
                </a:cxnLst>
                <a:rect l="l" t="t" r="r" b="b"/>
                <a:pathLst>
                  <a:path w="1418874" h="1638190">
                    <a:moveTo>
                      <a:pt x="1418875" y="1638191"/>
                    </a:moveTo>
                    <a:cubicBezTo>
                      <a:pt x="841932" y="1616647"/>
                      <a:pt x="308076" y="1308570"/>
                      <a:pt x="0" y="818664"/>
                    </a:cubicBezTo>
                    <a:lnTo>
                      <a:pt x="1418875" y="0"/>
                    </a:lnTo>
                    <a:lnTo>
                      <a:pt x="1418875" y="1638191"/>
                    </a:lnTo>
                    <a:close/>
                  </a:path>
                </a:pathLst>
              </a:custGeom>
              <a:solidFill>
                <a:srgbClr val="2E5560"/>
              </a:solidFill>
              <a:ln w="4307"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2F323627-D8E8-A8AB-24DA-87C1DF60110C}"/>
                  </a:ext>
                </a:extLst>
              </p:cNvPr>
              <p:cNvSpPr/>
              <p:nvPr/>
            </p:nvSpPr>
            <p:spPr>
              <a:xfrm>
                <a:off x="8248645" y="3789959"/>
                <a:ext cx="1622247" cy="1638190"/>
              </a:xfrm>
              <a:custGeom>
                <a:avLst/>
                <a:gdLst>
                  <a:gd name="connsiteX0" fmla="*/ 0 w 1622247"/>
                  <a:gd name="connsiteY0" fmla="*/ 819095 h 1638190"/>
                  <a:gd name="connsiteX1" fmla="*/ 1418875 w 1622247"/>
                  <a:gd name="connsiteY1" fmla="*/ 0 h 1638190"/>
                  <a:gd name="connsiteX2" fmla="*/ 1622248 w 1622247"/>
                  <a:gd name="connsiteY2" fmla="*/ 819095 h 1638190"/>
                  <a:gd name="connsiteX3" fmla="*/ 1418875 w 1622247"/>
                  <a:gd name="connsiteY3" fmla="*/ 1638190 h 1638190"/>
                  <a:gd name="connsiteX4" fmla="*/ 0 w 1622247"/>
                  <a:gd name="connsiteY4" fmla="*/ 819095 h 1638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2247" h="1638190">
                    <a:moveTo>
                      <a:pt x="0" y="819095"/>
                    </a:moveTo>
                    <a:lnTo>
                      <a:pt x="1418875" y="0"/>
                    </a:lnTo>
                    <a:cubicBezTo>
                      <a:pt x="1552015" y="251632"/>
                      <a:pt x="1622248" y="533424"/>
                      <a:pt x="1622248" y="819095"/>
                    </a:cubicBezTo>
                    <a:cubicBezTo>
                      <a:pt x="1622248" y="1104766"/>
                      <a:pt x="1552015" y="1386559"/>
                      <a:pt x="1418875" y="1638190"/>
                    </a:cubicBezTo>
                    <a:lnTo>
                      <a:pt x="0" y="819095"/>
                    </a:lnTo>
                    <a:close/>
                  </a:path>
                </a:pathLst>
              </a:custGeom>
              <a:solidFill>
                <a:schemeClr val="accent4">
                  <a:lumMod val="50000"/>
                </a:schemeClr>
              </a:solidFill>
              <a:ln w="4307"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06D50AB3-BE34-895F-FF5B-FE0264FE67EE}"/>
                  </a:ext>
                </a:extLst>
              </p:cNvPr>
              <p:cNvSpPr/>
              <p:nvPr/>
            </p:nvSpPr>
            <p:spPr>
              <a:xfrm>
                <a:off x="8184014" y="4721082"/>
                <a:ext cx="1418874" cy="1638621"/>
              </a:xfrm>
              <a:custGeom>
                <a:avLst/>
                <a:gdLst>
                  <a:gd name="connsiteX0" fmla="*/ 0 w 1418874"/>
                  <a:gd name="connsiteY0" fmla="*/ 0 h 1638621"/>
                  <a:gd name="connsiteX1" fmla="*/ 1418875 w 1418874"/>
                  <a:gd name="connsiteY1" fmla="*/ 819095 h 1638621"/>
                  <a:gd name="connsiteX2" fmla="*/ 0 w 1418874"/>
                  <a:gd name="connsiteY2" fmla="*/ 1638621 h 1638621"/>
                  <a:gd name="connsiteX3" fmla="*/ 0 w 1418874"/>
                  <a:gd name="connsiteY3" fmla="*/ 0 h 1638621"/>
                </a:gdLst>
                <a:ahLst/>
                <a:cxnLst>
                  <a:cxn ang="0">
                    <a:pos x="connsiteX0" y="connsiteY0"/>
                  </a:cxn>
                  <a:cxn ang="0">
                    <a:pos x="connsiteX1" y="connsiteY1"/>
                  </a:cxn>
                  <a:cxn ang="0">
                    <a:pos x="connsiteX2" y="connsiteY2"/>
                  </a:cxn>
                  <a:cxn ang="0">
                    <a:pos x="connsiteX3" y="connsiteY3"/>
                  </a:cxn>
                </a:cxnLst>
                <a:rect l="l" t="t" r="r" b="b"/>
                <a:pathLst>
                  <a:path w="1418874" h="1638621">
                    <a:moveTo>
                      <a:pt x="0" y="0"/>
                    </a:moveTo>
                    <a:lnTo>
                      <a:pt x="1418875" y="819095"/>
                    </a:lnTo>
                    <a:cubicBezTo>
                      <a:pt x="1110798" y="1308570"/>
                      <a:pt x="576943" y="1617078"/>
                      <a:pt x="0" y="1638621"/>
                    </a:cubicBezTo>
                    <a:lnTo>
                      <a:pt x="0" y="0"/>
                    </a:lnTo>
                    <a:close/>
                  </a:path>
                </a:pathLst>
              </a:custGeom>
              <a:solidFill>
                <a:srgbClr val="2E5560"/>
              </a:solidFill>
              <a:ln w="4307" cap="flat">
                <a:noFill/>
                <a:prstDash val="solid"/>
                <a:miter/>
              </a:ln>
            </p:spPr>
            <p:txBody>
              <a:bodyPr rtlCol="0" anchor="ctr"/>
              <a:lstStyle/>
              <a:p>
                <a:endParaRPr lang="en-US"/>
              </a:p>
            </p:txBody>
          </p:sp>
        </p:grpSp>
        <p:grpSp>
          <p:nvGrpSpPr>
            <p:cNvPr id="7" name="Graphic 2">
              <a:extLst>
                <a:ext uri="{FF2B5EF4-FFF2-40B4-BE49-F238E27FC236}">
                  <a16:creationId xmlns:a16="http://schemas.microsoft.com/office/drawing/2014/main" id="{B8F2ED5C-175E-65A1-4298-B4088F38694A}"/>
                </a:ext>
              </a:extLst>
            </p:cNvPr>
            <p:cNvGrpSpPr/>
            <p:nvPr/>
          </p:nvGrpSpPr>
          <p:grpSpPr>
            <a:xfrm>
              <a:off x="6529019" y="3030756"/>
              <a:ext cx="3180725" cy="3180726"/>
              <a:chOff x="6529019" y="3030756"/>
              <a:chExt cx="3180725" cy="3180726"/>
            </a:xfrm>
          </p:grpSpPr>
          <p:sp>
            <p:nvSpPr>
              <p:cNvPr id="8" name="Freeform: Shape 7">
                <a:extLst>
                  <a:ext uri="{FF2B5EF4-FFF2-40B4-BE49-F238E27FC236}">
                    <a16:creationId xmlns:a16="http://schemas.microsoft.com/office/drawing/2014/main" id="{34BBD229-4488-5C70-64C5-F5405C41489F}"/>
                  </a:ext>
                </a:extLst>
              </p:cNvPr>
              <p:cNvSpPr/>
              <p:nvPr/>
            </p:nvSpPr>
            <p:spPr>
              <a:xfrm>
                <a:off x="6529019" y="3030756"/>
                <a:ext cx="3180725" cy="3180726"/>
              </a:xfrm>
              <a:custGeom>
                <a:avLst/>
                <a:gdLst>
                  <a:gd name="connsiteX0" fmla="*/ 3180726 w 3180725"/>
                  <a:gd name="connsiteY0" fmla="*/ 1590363 h 3180726"/>
                  <a:gd name="connsiteX1" fmla="*/ 1590363 w 3180725"/>
                  <a:gd name="connsiteY1" fmla="*/ 3180726 h 3180726"/>
                  <a:gd name="connsiteX2" fmla="*/ 0 w 3180725"/>
                  <a:gd name="connsiteY2" fmla="*/ 1590363 h 3180726"/>
                  <a:gd name="connsiteX3" fmla="*/ 1590363 w 3180725"/>
                  <a:gd name="connsiteY3" fmla="*/ 0 h 3180726"/>
                  <a:gd name="connsiteX4" fmla="*/ 3180726 w 3180725"/>
                  <a:gd name="connsiteY4" fmla="*/ 1590363 h 31807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0725" h="3180726">
                    <a:moveTo>
                      <a:pt x="3180726" y="1590363"/>
                    </a:moveTo>
                    <a:cubicBezTo>
                      <a:pt x="3180726" y="2468697"/>
                      <a:pt x="2468696" y="3180726"/>
                      <a:pt x="1590363" y="3180726"/>
                    </a:cubicBezTo>
                    <a:cubicBezTo>
                      <a:pt x="712030" y="3180726"/>
                      <a:pt x="0" y="2468696"/>
                      <a:pt x="0" y="1590363"/>
                    </a:cubicBezTo>
                    <a:cubicBezTo>
                      <a:pt x="0" y="712030"/>
                      <a:pt x="712030" y="0"/>
                      <a:pt x="1590363" y="0"/>
                    </a:cubicBezTo>
                    <a:cubicBezTo>
                      <a:pt x="2468696" y="0"/>
                      <a:pt x="3180726" y="712030"/>
                      <a:pt x="3180726" y="1590363"/>
                    </a:cubicBezTo>
                    <a:close/>
                  </a:path>
                </a:pathLst>
              </a:custGeom>
              <a:solidFill>
                <a:srgbClr val="FCFCFC"/>
              </a:solidFill>
              <a:ln w="4307"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1F46C748-95B7-D9ED-31A9-BD2EDE8DBFB0}"/>
                  </a:ext>
                </a:extLst>
              </p:cNvPr>
              <p:cNvSpPr/>
              <p:nvPr/>
            </p:nvSpPr>
            <p:spPr>
              <a:xfrm>
                <a:off x="6572107" y="3073843"/>
                <a:ext cx="3094550" cy="3094550"/>
              </a:xfrm>
              <a:custGeom>
                <a:avLst/>
                <a:gdLst>
                  <a:gd name="connsiteX0" fmla="*/ 3094551 w 3094550"/>
                  <a:gd name="connsiteY0" fmla="*/ 1547276 h 3094550"/>
                  <a:gd name="connsiteX1" fmla="*/ 1547275 w 3094550"/>
                  <a:gd name="connsiteY1" fmla="*/ 3094551 h 3094550"/>
                  <a:gd name="connsiteX2" fmla="*/ 0 w 3094550"/>
                  <a:gd name="connsiteY2" fmla="*/ 1547276 h 3094550"/>
                  <a:gd name="connsiteX3" fmla="*/ 1547275 w 3094550"/>
                  <a:gd name="connsiteY3" fmla="*/ 0 h 3094550"/>
                  <a:gd name="connsiteX4" fmla="*/ 3094551 w 3094550"/>
                  <a:gd name="connsiteY4" fmla="*/ 1547276 h 309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4550" h="3094550">
                    <a:moveTo>
                      <a:pt x="3094551" y="1547276"/>
                    </a:moveTo>
                    <a:cubicBezTo>
                      <a:pt x="3094551" y="2401812"/>
                      <a:pt x="2401812" y="3094551"/>
                      <a:pt x="1547275" y="3094551"/>
                    </a:cubicBezTo>
                    <a:cubicBezTo>
                      <a:pt x="692739" y="3094551"/>
                      <a:pt x="0" y="2401812"/>
                      <a:pt x="0" y="1547276"/>
                    </a:cubicBezTo>
                    <a:cubicBezTo>
                      <a:pt x="0" y="692739"/>
                      <a:pt x="692739" y="0"/>
                      <a:pt x="1547275" y="0"/>
                    </a:cubicBezTo>
                    <a:cubicBezTo>
                      <a:pt x="2401812" y="0"/>
                      <a:pt x="3094551" y="692739"/>
                      <a:pt x="3094551" y="1547276"/>
                    </a:cubicBezTo>
                    <a:close/>
                  </a:path>
                </a:pathLst>
              </a:custGeom>
              <a:solidFill>
                <a:schemeClr val="bg1"/>
              </a:solidFill>
              <a:ln w="4307" cap="flat">
                <a:noFill/>
                <a:prstDash val="solid"/>
                <a:miter/>
              </a:ln>
            </p:spPr>
            <p:txBody>
              <a:bodyPr rtlCol="0" anchor="ctr"/>
              <a:lstStyle/>
              <a:p>
                <a:endParaRPr lang="en-US" dirty="0"/>
              </a:p>
            </p:txBody>
          </p:sp>
        </p:grpSp>
      </p:grpSp>
      <p:grpSp>
        <p:nvGrpSpPr>
          <p:cNvPr id="16" name="Group 15">
            <a:extLst>
              <a:ext uri="{FF2B5EF4-FFF2-40B4-BE49-F238E27FC236}">
                <a16:creationId xmlns:a16="http://schemas.microsoft.com/office/drawing/2014/main" id="{24DDA255-C522-08BC-3E40-39FDF2D24998}"/>
              </a:ext>
            </a:extLst>
          </p:cNvPr>
          <p:cNvGrpSpPr/>
          <p:nvPr/>
        </p:nvGrpSpPr>
        <p:grpSpPr>
          <a:xfrm>
            <a:off x="3969784" y="6264251"/>
            <a:ext cx="3329253" cy="1015067"/>
            <a:chOff x="2302558" y="5747428"/>
            <a:chExt cx="4887019" cy="1357259"/>
          </a:xfrm>
        </p:grpSpPr>
        <p:grpSp>
          <p:nvGrpSpPr>
            <p:cNvPr id="17" name="Graphic 2">
              <a:extLst>
                <a:ext uri="{FF2B5EF4-FFF2-40B4-BE49-F238E27FC236}">
                  <a16:creationId xmlns:a16="http://schemas.microsoft.com/office/drawing/2014/main" id="{13CC25F5-E183-E91C-4C94-64CBDB03689A}"/>
                </a:ext>
              </a:extLst>
            </p:cNvPr>
            <p:cNvGrpSpPr/>
            <p:nvPr/>
          </p:nvGrpSpPr>
          <p:grpSpPr>
            <a:xfrm>
              <a:off x="2302558" y="5747428"/>
              <a:ext cx="4887019" cy="1357259"/>
              <a:chOff x="2302558" y="5747428"/>
              <a:chExt cx="4887019" cy="1357259"/>
            </a:xfrm>
          </p:grpSpPr>
          <p:sp>
            <p:nvSpPr>
              <p:cNvPr id="19" name="Freeform: Shape 18">
                <a:extLst>
                  <a:ext uri="{FF2B5EF4-FFF2-40B4-BE49-F238E27FC236}">
                    <a16:creationId xmlns:a16="http://schemas.microsoft.com/office/drawing/2014/main" id="{08168DD8-E588-E4A3-0E98-708C5F659DFC}"/>
                  </a:ext>
                </a:extLst>
              </p:cNvPr>
              <p:cNvSpPr/>
              <p:nvPr/>
            </p:nvSpPr>
            <p:spPr>
              <a:xfrm>
                <a:off x="6158897" y="6692770"/>
                <a:ext cx="89622" cy="89622"/>
              </a:xfrm>
              <a:custGeom>
                <a:avLst/>
                <a:gdLst>
                  <a:gd name="connsiteX0" fmla="*/ 89622 w 89622"/>
                  <a:gd name="connsiteY0" fmla="*/ 44811 h 89622"/>
                  <a:gd name="connsiteX1" fmla="*/ 44811 w 89622"/>
                  <a:gd name="connsiteY1" fmla="*/ 89622 h 89622"/>
                  <a:gd name="connsiteX2" fmla="*/ 0 w 89622"/>
                  <a:gd name="connsiteY2" fmla="*/ 44811 h 89622"/>
                  <a:gd name="connsiteX3" fmla="*/ 44811 w 89622"/>
                  <a:gd name="connsiteY3" fmla="*/ 0 h 89622"/>
                  <a:gd name="connsiteX4" fmla="*/ 89622 w 89622"/>
                  <a:gd name="connsiteY4" fmla="*/ 44811 h 89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22" h="89622">
                    <a:moveTo>
                      <a:pt x="89622" y="44811"/>
                    </a:moveTo>
                    <a:cubicBezTo>
                      <a:pt x="89622" y="69560"/>
                      <a:pt x="69560" y="89622"/>
                      <a:pt x="44811" y="89622"/>
                    </a:cubicBezTo>
                    <a:cubicBezTo>
                      <a:pt x="20063" y="89622"/>
                      <a:pt x="0" y="69560"/>
                      <a:pt x="0" y="44811"/>
                    </a:cubicBezTo>
                    <a:cubicBezTo>
                      <a:pt x="0" y="20062"/>
                      <a:pt x="20063" y="0"/>
                      <a:pt x="44811" y="0"/>
                    </a:cubicBezTo>
                    <a:cubicBezTo>
                      <a:pt x="69560" y="0"/>
                      <a:pt x="89622" y="20062"/>
                      <a:pt x="89622" y="44811"/>
                    </a:cubicBezTo>
                    <a:close/>
                  </a:path>
                </a:pathLst>
              </a:custGeom>
              <a:solidFill>
                <a:srgbClr val="808080"/>
              </a:solidFill>
              <a:ln w="4307" cap="flat">
                <a:noFill/>
                <a:prstDash val="solid"/>
                <a:miter/>
              </a:ln>
            </p:spPr>
            <p:txBody>
              <a:bodyPr rtlCol="0" anchor="ctr"/>
              <a:lstStyle/>
              <a:p>
                <a:endParaRPr lang="en-US"/>
              </a:p>
            </p:txBody>
          </p:sp>
          <p:grpSp>
            <p:nvGrpSpPr>
              <p:cNvPr id="20" name="Graphic 2">
                <a:extLst>
                  <a:ext uri="{FF2B5EF4-FFF2-40B4-BE49-F238E27FC236}">
                    <a16:creationId xmlns:a16="http://schemas.microsoft.com/office/drawing/2014/main" id="{8E31FE15-2269-2176-735A-222475981AE1}"/>
                  </a:ext>
                </a:extLst>
              </p:cNvPr>
              <p:cNvGrpSpPr/>
              <p:nvPr/>
            </p:nvGrpSpPr>
            <p:grpSpPr>
              <a:xfrm>
                <a:off x="2302558" y="5747428"/>
                <a:ext cx="4887019" cy="1357259"/>
                <a:chOff x="2302558" y="5747428"/>
                <a:chExt cx="4887019" cy="1357259"/>
              </a:xfrm>
            </p:grpSpPr>
            <p:sp>
              <p:nvSpPr>
                <p:cNvPr id="21" name="Freeform: Shape 20">
                  <a:extLst>
                    <a:ext uri="{FF2B5EF4-FFF2-40B4-BE49-F238E27FC236}">
                      <a16:creationId xmlns:a16="http://schemas.microsoft.com/office/drawing/2014/main" id="{265DAB44-CE8F-302B-6817-7FB69A9ADD6E}"/>
                    </a:ext>
                  </a:extLst>
                </p:cNvPr>
                <p:cNvSpPr/>
                <p:nvPr/>
              </p:nvSpPr>
              <p:spPr>
                <a:xfrm>
                  <a:off x="6234300" y="6336436"/>
                  <a:ext cx="955276" cy="411917"/>
                </a:xfrm>
                <a:custGeom>
                  <a:avLst/>
                  <a:gdLst>
                    <a:gd name="connsiteX0" fmla="*/ 944911 w 955276"/>
                    <a:gd name="connsiteY0" fmla="*/ 411917 h 411917"/>
                    <a:gd name="connsiteX1" fmla="*/ 10772 w 955276"/>
                    <a:gd name="connsiteY1" fmla="*/ 411917 h 411917"/>
                    <a:gd name="connsiteX2" fmla="*/ 0 w 955276"/>
                    <a:gd name="connsiteY2" fmla="*/ 401145 h 411917"/>
                    <a:gd name="connsiteX3" fmla="*/ 10772 w 955276"/>
                    <a:gd name="connsiteY3" fmla="*/ 390374 h 411917"/>
                    <a:gd name="connsiteX4" fmla="*/ 933708 w 955276"/>
                    <a:gd name="connsiteY4" fmla="*/ 390374 h 411917"/>
                    <a:gd name="connsiteX5" fmla="*/ 933708 w 955276"/>
                    <a:gd name="connsiteY5" fmla="*/ 10772 h 411917"/>
                    <a:gd name="connsiteX6" fmla="*/ 944480 w 955276"/>
                    <a:gd name="connsiteY6" fmla="*/ 0 h 411917"/>
                    <a:gd name="connsiteX7" fmla="*/ 955252 w 955276"/>
                    <a:gd name="connsiteY7" fmla="*/ 10772 h 411917"/>
                    <a:gd name="connsiteX8" fmla="*/ 955252 w 955276"/>
                    <a:gd name="connsiteY8" fmla="*/ 401145 h 411917"/>
                    <a:gd name="connsiteX9" fmla="*/ 944911 w 955276"/>
                    <a:gd name="connsiteY9" fmla="*/ 411917 h 411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5276" h="411917">
                      <a:moveTo>
                        <a:pt x="944911" y="411917"/>
                      </a:moveTo>
                      <a:lnTo>
                        <a:pt x="10772" y="411917"/>
                      </a:lnTo>
                      <a:cubicBezTo>
                        <a:pt x="4740" y="411917"/>
                        <a:pt x="0" y="407178"/>
                        <a:pt x="0" y="401145"/>
                      </a:cubicBezTo>
                      <a:cubicBezTo>
                        <a:pt x="0" y="395113"/>
                        <a:pt x="4740" y="390374"/>
                        <a:pt x="10772" y="390374"/>
                      </a:cubicBezTo>
                      <a:lnTo>
                        <a:pt x="933708" y="390374"/>
                      </a:lnTo>
                      <a:lnTo>
                        <a:pt x="933708" y="10772"/>
                      </a:lnTo>
                      <a:cubicBezTo>
                        <a:pt x="933708" y="4740"/>
                        <a:pt x="938448" y="0"/>
                        <a:pt x="944480" y="0"/>
                      </a:cubicBezTo>
                      <a:cubicBezTo>
                        <a:pt x="950512" y="0"/>
                        <a:pt x="955252" y="4740"/>
                        <a:pt x="955252" y="10772"/>
                      </a:cubicBezTo>
                      <a:lnTo>
                        <a:pt x="955252" y="401145"/>
                      </a:lnTo>
                      <a:cubicBezTo>
                        <a:pt x="955683" y="407178"/>
                        <a:pt x="950512" y="411917"/>
                        <a:pt x="944911" y="411917"/>
                      </a:cubicBezTo>
                      <a:close/>
                    </a:path>
                  </a:pathLst>
                </a:custGeom>
                <a:solidFill>
                  <a:srgbClr val="808080"/>
                </a:solidFill>
                <a:ln w="4307"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8FFA1E-9CCE-6BBF-2ACB-FB22962C63EA}"/>
                    </a:ext>
                  </a:extLst>
                </p:cNvPr>
                <p:cNvSpPr/>
                <p:nvPr/>
              </p:nvSpPr>
              <p:spPr>
                <a:xfrm>
                  <a:off x="2302558" y="5747428"/>
                  <a:ext cx="3651673" cy="1357259"/>
                </a:xfrm>
                <a:custGeom>
                  <a:avLst/>
                  <a:gdLst>
                    <a:gd name="connsiteX0" fmla="*/ 2973044 w 3651673"/>
                    <a:gd name="connsiteY0" fmla="*/ 1357260 h 1357259"/>
                    <a:gd name="connsiteX1" fmla="*/ 678630 w 3651673"/>
                    <a:gd name="connsiteY1" fmla="*/ 1357260 h 1357259"/>
                    <a:gd name="connsiteX2" fmla="*/ 0 w 3651673"/>
                    <a:gd name="connsiteY2" fmla="*/ 678630 h 1357259"/>
                    <a:gd name="connsiteX3" fmla="*/ 0 w 3651673"/>
                    <a:gd name="connsiteY3" fmla="*/ 678630 h 1357259"/>
                    <a:gd name="connsiteX4" fmla="*/ 678630 w 3651673"/>
                    <a:gd name="connsiteY4" fmla="*/ 0 h 1357259"/>
                    <a:gd name="connsiteX5" fmla="*/ 2973044 w 3651673"/>
                    <a:gd name="connsiteY5" fmla="*/ 0 h 1357259"/>
                    <a:gd name="connsiteX6" fmla="*/ 3651673 w 3651673"/>
                    <a:gd name="connsiteY6" fmla="*/ 678630 h 1357259"/>
                    <a:gd name="connsiteX7" fmla="*/ 3651673 w 3651673"/>
                    <a:gd name="connsiteY7" fmla="*/ 678630 h 1357259"/>
                    <a:gd name="connsiteX8" fmla="*/ 2973044 w 3651673"/>
                    <a:gd name="connsiteY8" fmla="*/ 1357260 h 1357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1673" h="1357259">
                      <a:moveTo>
                        <a:pt x="2973044" y="1357260"/>
                      </a:moveTo>
                      <a:lnTo>
                        <a:pt x="678630" y="1357260"/>
                      </a:lnTo>
                      <a:cubicBezTo>
                        <a:pt x="303768" y="1357260"/>
                        <a:pt x="0" y="1053492"/>
                        <a:pt x="0" y="678630"/>
                      </a:cubicBezTo>
                      <a:lnTo>
                        <a:pt x="0" y="678630"/>
                      </a:lnTo>
                      <a:cubicBezTo>
                        <a:pt x="0" y="303768"/>
                        <a:pt x="303768" y="0"/>
                        <a:pt x="678630" y="0"/>
                      </a:cubicBezTo>
                      <a:lnTo>
                        <a:pt x="2973044" y="0"/>
                      </a:lnTo>
                      <a:cubicBezTo>
                        <a:pt x="3347906" y="0"/>
                        <a:pt x="3651673" y="303768"/>
                        <a:pt x="3651673" y="678630"/>
                      </a:cubicBezTo>
                      <a:lnTo>
                        <a:pt x="3651673" y="678630"/>
                      </a:lnTo>
                      <a:cubicBezTo>
                        <a:pt x="3651673" y="1053492"/>
                        <a:pt x="3347906" y="1357260"/>
                        <a:pt x="2973044" y="1357260"/>
                      </a:cubicBezTo>
                      <a:close/>
                    </a:path>
                  </a:pathLst>
                </a:custGeom>
                <a:solidFill>
                  <a:srgbClr val="2E5560"/>
                </a:solidFill>
                <a:ln w="4307" cap="flat">
                  <a:noFill/>
                  <a:prstDash val="solid"/>
                  <a:miter/>
                </a:ln>
              </p:spPr>
              <p:txBody>
                <a:bodyPr rtlCol="0" anchor="ctr"/>
                <a:lstStyle/>
                <a:p>
                  <a:endParaRPr lang="en-US"/>
                </a:p>
              </p:txBody>
            </p:sp>
          </p:grpSp>
        </p:grpSp>
        <p:sp>
          <p:nvSpPr>
            <p:cNvPr id="18" name="Google Shape;72;ge44ce74298_0_0">
              <a:extLst>
                <a:ext uri="{FF2B5EF4-FFF2-40B4-BE49-F238E27FC236}">
                  <a16:creationId xmlns:a16="http://schemas.microsoft.com/office/drawing/2014/main" id="{9AFAFF8F-DB12-914C-90B3-8D2FC16DC4CD}"/>
                </a:ext>
              </a:extLst>
            </p:cNvPr>
            <p:cNvSpPr/>
            <p:nvPr/>
          </p:nvSpPr>
          <p:spPr>
            <a:xfrm>
              <a:off x="2440076" y="6035307"/>
              <a:ext cx="3360300" cy="7815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IN" sz="2200" dirty="0">
                  <a:solidFill>
                    <a:schemeClr val="bg1"/>
                  </a:solidFill>
                  <a:latin typeface="Open Sans"/>
                  <a:ea typeface="Open Sans"/>
                  <a:cs typeface="Open Sans"/>
                  <a:sym typeface="Open Sans"/>
                </a:rPr>
                <a:t>Memory</a:t>
              </a:r>
              <a:endParaRPr lang="en-IN" sz="2200" dirty="0">
                <a:solidFill>
                  <a:schemeClr val="bg1"/>
                </a:solidFill>
                <a:latin typeface="Open Sans"/>
                <a:ea typeface="Open Sans"/>
                <a:cs typeface="Open Sans"/>
                <a:sym typeface="Open Sans"/>
              </a:endParaRPr>
            </a:p>
            <a:p>
              <a:pPr marL="0" marR="0" lvl="0" indent="0" algn="ctr" rtl="0">
                <a:lnSpc>
                  <a:spcPct val="115000"/>
                </a:lnSpc>
                <a:spcBef>
                  <a:spcPts val="0"/>
                </a:spcBef>
                <a:spcAft>
                  <a:spcPts val="0"/>
                </a:spcAft>
                <a:buNone/>
              </a:pPr>
              <a:r>
                <a:rPr lang="en-IN" sz="1584" dirty="0">
                  <a:solidFill>
                    <a:schemeClr val="bg1"/>
                  </a:solidFill>
                  <a:latin typeface="Open Sans"/>
                  <a:ea typeface="Open Sans"/>
                  <a:cs typeface="Open Sans"/>
                  <a:sym typeface="Open Sans"/>
                </a:rPr>
                <a:t>notes they keep</a:t>
              </a:r>
              <a:endParaRPr lang="en-IN" sz="2200" dirty="0">
                <a:solidFill>
                  <a:schemeClr val="bg1"/>
                </a:solidFill>
                <a:latin typeface="Open Sans"/>
                <a:ea typeface="Open Sans"/>
                <a:cs typeface="Open Sans"/>
                <a:sym typeface="Open Sans"/>
              </a:endParaRPr>
            </a:p>
          </p:txBody>
        </p:sp>
      </p:grpSp>
      <p:grpSp>
        <p:nvGrpSpPr>
          <p:cNvPr id="25" name="Group 24">
            <a:extLst>
              <a:ext uri="{FF2B5EF4-FFF2-40B4-BE49-F238E27FC236}">
                <a16:creationId xmlns:a16="http://schemas.microsoft.com/office/drawing/2014/main" id="{199D2C98-EDDE-7605-4439-B9CC97E0A5C1}"/>
              </a:ext>
            </a:extLst>
          </p:cNvPr>
          <p:cNvGrpSpPr/>
          <p:nvPr/>
        </p:nvGrpSpPr>
        <p:grpSpPr>
          <a:xfrm>
            <a:off x="3529486" y="4905350"/>
            <a:ext cx="3074743" cy="1015067"/>
            <a:chOff x="1656244" y="3930425"/>
            <a:chExt cx="4513425" cy="1357259"/>
          </a:xfrm>
        </p:grpSpPr>
        <p:grpSp>
          <p:nvGrpSpPr>
            <p:cNvPr id="26" name="Graphic 2">
              <a:extLst>
                <a:ext uri="{FF2B5EF4-FFF2-40B4-BE49-F238E27FC236}">
                  <a16:creationId xmlns:a16="http://schemas.microsoft.com/office/drawing/2014/main" id="{4FDEF583-CD14-FBE5-A992-FD378A6F54F2}"/>
                </a:ext>
              </a:extLst>
            </p:cNvPr>
            <p:cNvGrpSpPr/>
            <p:nvPr/>
          </p:nvGrpSpPr>
          <p:grpSpPr>
            <a:xfrm>
              <a:off x="1656244" y="3930425"/>
              <a:ext cx="4513425" cy="1357259"/>
              <a:chOff x="1656244" y="3930425"/>
              <a:chExt cx="4513425" cy="1357259"/>
            </a:xfrm>
          </p:grpSpPr>
          <p:sp>
            <p:nvSpPr>
              <p:cNvPr id="28" name="Freeform: Shape 27">
                <a:extLst>
                  <a:ext uri="{FF2B5EF4-FFF2-40B4-BE49-F238E27FC236}">
                    <a16:creationId xmlns:a16="http://schemas.microsoft.com/office/drawing/2014/main" id="{48ECAA69-6200-D7ED-7A66-3A671AD11C0F}"/>
                  </a:ext>
                </a:extLst>
              </p:cNvPr>
              <p:cNvSpPr/>
              <p:nvPr/>
            </p:nvSpPr>
            <p:spPr>
              <a:xfrm>
                <a:off x="5527233" y="4576308"/>
                <a:ext cx="89622" cy="89622"/>
              </a:xfrm>
              <a:custGeom>
                <a:avLst/>
                <a:gdLst>
                  <a:gd name="connsiteX0" fmla="*/ 89622 w 89622"/>
                  <a:gd name="connsiteY0" fmla="*/ 44811 h 89622"/>
                  <a:gd name="connsiteX1" fmla="*/ 44811 w 89622"/>
                  <a:gd name="connsiteY1" fmla="*/ 89622 h 89622"/>
                  <a:gd name="connsiteX2" fmla="*/ 0 w 89622"/>
                  <a:gd name="connsiteY2" fmla="*/ 44811 h 89622"/>
                  <a:gd name="connsiteX3" fmla="*/ 44811 w 89622"/>
                  <a:gd name="connsiteY3" fmla="*/ 0 h 89622"/>
                  <a:gd name="connsiteX4" fmla="*/ 89622 w 89622"/>
                  <a:gd name="connsiteY4" fmla="*/ 44811 h 89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22" h="89622">
                    <a:moveTo>
                      <a:pt x="89622" y="44811"/>
                    </a:moveTo>
                    <a:cubicBezTo>
                      <a:pt x="89622" y="69560"/>
                      <a:pt x="69560" y="89622"/>
                      <a:pt x="44811" y="89622"/>
                    </a:cubicBezTo>
                    <a:cubicBezTo>
                      <a:pt x="20063" y="89622"/>
                      <a:pt x="0" y="69560"/>
                      <a:pt x="0" y="44811"/>
                    </a:cubicBezTo>
                    <a:cubicBezTo>
                      <a:pt x="0" y="20063"/>
                      <a:pt x="20063" y="0"/>
                      <a:pt x="44811" y="0"/>
                    </a:cubicBezTo>
                    <a:cubicBezTo>
                      <a:pt x="69560" y="0"/>
                      <a:pt x="89622" y="20063"/>
                      <a:pt x="89622" y="44811"/>
                    </a:cubicBezTo>
                    <a:close/>
                  </a:path>
                </a:pathLst>
              </a:custGeom>
              <a:solidFill>
                <a:schemeClr val="accent4">
                  <a:lumMod val="50000"/>
                </a:schemeClr>
              </a:solidFill>
              <a:ln w="4307" cap="flat">
                <a:noFill/>
                <a:prstDash val="solid"/>
                <a:miter/>
              </a:ln>
            </p:spPr>
            <p:txBody>
              <a:bodyPr rtlCol="0" anchor="ctr"/>
              <a:lstStyle/>
              <a:p>
                <a:endParaRPr lang="en-US"/>
              </a:p>
            </p:txBody>
          </p:sp>
          <p:grpSp>
            <p:nvGrpSpPr>
              <p:cNvPr id="29" name="Graphic 2">
                <a:extLst>
                  <a:ext uri="{FF2B5EF4-FFF2-40B4-BE49-F238E27FC236}">
                    <a16:creationId xmlns:a16="http://schemas.microsoft.com/office/drawing/2014/main" id="{A7720595-62B2-5CF0-CA07-DE34014FC890}"/>
                  </a:ext>
                </a:extLst>
              </p:cNvPr>
              <p:cNvGrpSpPr/>
              <p:nvPr/>
            </p:nvGrpSpPr>
            <p:grpSpPr>
              <a:xfrm>
                <a:off x="1656244" y="3930425"/>
                <a:ext cx="4513425" cy="1357259"/>
                <a:chOff x="1656244" y="3930425"/>
                <a:chExt cx="4513425" cy="1357259"/>
              </a:xfrm>
            </p:grpSpPr>
            <p:sp>
              <p:nvSpPr>
                <p:cNvPr id="30" name="Freeform: Shape 29">
                  <a:extLst>
                    <a:ext uri="{FF2B5EF4-FFF2-40B4-BE49-F238E27FC236}">
                      <a16:creationId xmlns:a16="http://schemas.microsoft.com/office/drawing/2014/main" id="{415C45B6-E3D0-2F93-85AB-21D2143710AF}"/>
                    </a:ext>
                  </a:extLst>
                </p:cNvPr>
                <p:cNvSpPr/>
                <p:nvPr/>
              </p:nvSpPr>
              <p:spPr>
                <a:xfrm>
                  <a:off x="5587986" y="4610347"/>
                  <a:ext cx="581682" cy="21543"/>
                </a:xfrm>
                <a:custGeom>
                  <a:avLst/>
                  <a:gdLst>
                    <a:gd name="connsiteX0" fmla="*/ 570911 w 581682"/>
                    <a:gd name="connsiteY0" fmla="*/ 21544 h 21543"/>
                    <a:gd name="connsiteX1" fmla="*/ 10772 w 581682"/>
                    <a:gd name="connsiteY1" fmla="*/ 21544 h 21543"/>
                    <a:gd name="connsiteX2" fmla="*/ 0 w 581682"/>
                    <a:gd name="connsiteY2" fmla="*/ 10772 h 21543"/>
                    <a:gd name="connsiteX3" fmla="*/ 10772 w 581682"/>
                    <a:gd name="connsiteY3" fmla="*/ 0 h 21543"/>
                    <a:gd name="connsiteX4" fmla="*/ 570911 w 581682"/>
                    <a:gd name="connsiteY4" fmla="*/ 0 h 21543"/>
                    <a:gd name="connsiteX5" fmla="*/ 581683 w 581682"/>
                    <a:gd name="connsiteY5" fmla="*/ 10772 h 21543"/>
                    <a:gd name="connsiteX6" fmla="*/ 570911 w 581682"/>
                    <a:gd name="connsiteY6" fmla="*/ 21544 h 21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682" h="21543">
                      <a:moveTo>
                        <a:pt x="570911" y="21544"/>
                      </a:moveTo>
                      <a:lnTo>
                        <a:pt x="10772" y="21544"/>
                      </a:lnTo>
                      <a:cubicBezTo>
                        <a:pt x="4740" y="21544"/>
                        <a:pt x="0" y="16804"/>
                        <a:pt x="0" y="10772"/>
                      </a:cubicBezTo>
                      <a:cubicBezTo>
                        <a:pt x="0" y="4740"/>
                        <a:pt x="4740" y="0"/>
                        <a:pt x="10772" y="0"/>
                      </a:cubicBezTo>
                      <a:lnTo>
                        <a:pt x="570911" y="0"/>
                      </a:lnTo>
                      <a:cubicBezTo>
                        <a:pt x="576943" y="0"/>
                        <a:pt x="581683" y="4740"/>
                        <a:pt x="581683" y="10772"/>
                      </a:cubicBezTo>
                      <a:cubicBezTo>
                        <a:pt x="581683" y="16804"/>
                        <a:pt x="576943" y="21544"/>
                        <a:pt x="570911" y="21544"/>
                      </a:cubicBezTo>
                      <a:close/>
                    </a:path>
                  </a:pathLst>
                </a:custGeom>
                <a:solidFill>
                  <a:schemeClr val="accent4">
                    <a:lumMod val="50000"/>
                  </a:schemeClr>
                </a:solidFill>
                <a:ln w="4307"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914B295-ED8F-FE46-9C4F-77EA049BB55C}"/>
                    </a:ext>
                  </a:extLst>
                </p:cNvPr>
                <p:cNvSpPr/>
                <p:nvPr/>
              </p:nvSpPr>
              <p:spPr>
                <a:xfrm>
                  <a:off x="1656244" y="3930425"/>
                  <a:ext cx="3651673" cy="1357259"/>
                </a:xfrm>
                <a:custGeom>
                  <a:avLst/>
                  <a:gdLst>
                    <a:gd name="connsiteX0" fmla="*/ 2973044 w 3651673"/>
                    <a:gd name="connsiteY0" fmla="*/ 1357259 h 1357259"/>
                    <a:gd name="connsiteX1" fmla="*/ 678630 w 3651673"/>
                    <a:gd name="connsiteY1" fmla="*/ 1357259 h 1357259"/>
                    <a:gd name="connsiteX2" fmla="*/ 0 w 3651673"/>
                    <a:gd name="connsiteY2" fmla="*/ 678629 h 1357259"/>
                    <a:gd name="connsiteX3" fmla="*/ 0 w 3651673"/>
                    <a:gd name="connsiteY3" fmla="*/ 678629 h 1357259"/>
                    <a:gd name="connsiteX4" fmla="*/ 678630 w 3651673"/>
                    <a:gd name="connsiteY4" fmla="*/ 0 h 1357259"/>
                    <a:gd name="connsiteX5" fmla="*/ 2973044 w 3651673"/>
                    <a:gd name="connsiteY5" fmla="*/ 0 h 1357259"/>
                    <a:gd name="connsiteX6" fmla="*/ 3651673 w 3651673"/>
                    <a:gd name="connsiteY6" fmla="*/ 678629 h 1357259"/>
                    <a:gd name="connsiteX7" fmla="*/ 3651673 w 3651673"/>
                    <a:gd name="connsiteY7" fmla="*/ 678629 h 1357259"/>
                    <a:gd name="connsiteX8" fmla="*/ 2973044 w 3651673"/>
                    <a:gd name="connsiteY8" fmla="*/ 1357259 h 1357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1673" h="1357259">
                      <a:moveTo>
                        <a:pt x="2973044" y="1357259"/>
                      </a:moveTo>
                      <a:lnTo>
                        <a:pt x="678630" y="1357259"/>
                      </a:lnTo>
                      <a:cubicBezTo>
                        <a:pt x="303768" y="1357259"/>
                        <a:pt x="0" y="1053492"/>
                        <a:pt x="0" y="678629"/>
                      </a:cubicBezTo>
                      <a:lnTo>
                        <a:pt x="0" y="678629"/>
                      </a:lnTo>
                      <a:cubicBezTo>
                        <a:pt x="0" y="303767"/>
                        <a:pt x="303768" y="0"/>
                        <a:pt x="678630" y="0"/>
                      </a:cubicBezTo>
                      <a:lnTo>
                        <a:pt x="2973044" y="0"/>
                      </a:lnTo>
                      <a:cubicBezTo>
                        <a:pt x="3347906" y="0"/>
                        <a:pt x="3651673" y="303767"/>
                        <a:pt x="3651673" y="678629"/>
                      </a:cubicBezTo>
                      <a:lnTo>
                        <a:pt x="3651673" y="678629"/>
                      </a:lnTo>
                      <a:cubicBezTo>
                        <a:pt x="3651673" y="1053492"/>
                        <a:pt x="3347906" y="1357259"/>
                        <a:pt x="2973044" y="1357259"/>
                      </a:cubicBezTo>
                      <a:close/>
                    </a:path>
                  </a:pathLst>
                </a:custGeom>
                <a:solidFill>
                  <a:schemeClr val="accent4">
                    <a:lumMod val="50000"/>
                  </a:schemeClr>
                </a:solidFill>
                <a:ln w="4307" cap="flat">
                  <a:noFill/>
                  <a:prstDash val="solid"/>
                  <a:miter/>
                </a:ln>
              </p:spPr>
              <p:txBody>
                <a:bodyPr rtlCol="0" anchor="ctr"/>
                <a:lstStyle/>
                <a:p>
                  <a:endParaRPr lang="en-US"/>
                </a:p>
              </p:txBody>
            </p:sp>
          </p:grpSp>
        </p:grpSp>
        <p:sp>
          <p:nvSpPr>
            <p:cNvPr id="27" name="Google Shape;73;ge44ce74298_0_0">
              <a:extLst>
                <a:ext uri="{FF2B5EF4-FFF2-40B4-BE49-F238E27FC236}">
                  <a16:creationId xmlns:a16="http://schemas.microsoft.com/office/drawing/2014/main" id="{578FA199-32F1-0E17-B869-4880F5B81008}"/>
                </a:ext>
              </a:extLst>
            </p:cNvPr>
            <p:cNvSpPr/>
            <p:nvPr/>
          </p:nvSpPr>
          <p:spPr>
            <a:xfrm>
              <a:off x="1837408" y="4207737"/>
              <a:ext cx="3360300" cy="781500"/>
            </a:xfrm>
            <a:prstGeom prst="roundRect">
              <a:avLst>
                <a:gd name="adj" fmla="val 16667"/>
              </a:avLst>
            </a:prstGeom>
            <a:solidFill>
              <a:schemeClr val="accent4">
                <a:lumMod val="50000"/>
              </a:schemeClr>
            </a:solidFill>
            <a:ln w="4307" cap="flat">
              <a:noFill/>
              <a:prstDash val="solid"/>
              <a:miter/>
            </a:ln>
          </p:spPr>
          <p:txBody>
            <a:bodyPr rtlCol="0" anchor="ctr"/>
            <a:lstStyle/>
            <a:p>
              <a:pPr algn="ctr"/>
              <a:r>
                <a:rPr lang="en-IN" sz="2200" dirty="0">
                  <a:solidFill>
                    <a:schemeClr val="bg1"/>
                  </a:solidFill>
                  <a:sym typeface="Open Sans"/>
                </a:rPr>
                <a:t>Tools</a:t>
              </a:r>
              <a:endParaRPr lang="en-IN" sz="2200" dirty="0">
                <a:solidFill>
                  <a:schemeClr val="bg1"/>
                </a:solidFill>
                <a:sym typeface="Open Sans"/>
              </a:endParaRPr>
            </a:p>
            <a:p>
              <a:pPr algn="ctr"/>
              <a:r>
                <a:rPr lang="en-IN" sz="1584" dirty="0">
                  <a:solidFill>
                    <a:schemeClr val="bg1"/>
                  </a:solidFill>
                  <a:sym typeface="Open Sans"/>
                </a:rPr>
                <a:t>their equipment</a:t>
              </a:r>
              <a:endParaRPr lang="en-IN" sz="2200" dirty="0">
                <a:solidFill>
                  <a:schemeClr val="bg1"/>
                </a:solidFill>
                <a:sym typeface="Open Sans"/>
              </a:endParaRPr>
            </a:p>
          </p:txBody>
        </p:sp>
      </p:grpSp>
      <p:grpSp>
        <p:nvGrpSpPr>
          <p:cNvPr id="32" name="Group 31">
            <a:extLst>
              <a:ext uri="{FF2B5EF4-FFF2-40B4-BE49-F238E27FC236}">
                <a16:creationId xmlns:a16="http://schemas.microsoft.com/office/drawing/2014/main" id="{8F2835BA-44A7-2ED9-42DC-DD194541E444}"/>
              </a:ext>
            </a:extLst>
          </p:cNvPr>
          <p:cNvGrpSpPr/>
          <p:nvPr/>
        </p:nvGrpSpPr>
        <p:grpSpPr>
          <a:xfrm>
            <a:off x="3969784" y="3546126"/>
            <a:ext cx="3329253" cy="1015067"/>
            <a:chOff x="2302558" y="2112990"/>
            <a:chExt cx="4887019" cy="1357259"/>
          </a:xfrm>
          <a:solidFill>
            <a:schemeClr val="accent1">
              <a:lumMod val="50000"/>
            </a:schemeClr>
          </a:solidFill>
        </p:grpSpPr>
        <p:grpSp>
          <p:nvGrpSpPr>
            <p:cNvPr id="33" name="Graphic 2">
              <a:extLst>
                <a:ext uri="{FF2B5EF4-FFF2-40B4-BE49-F238E27FC236}">
                  <a16:creationId xmlns:a16="http://schemas.microsoft.com/office/drawing/2014/main" id="{FC03C84B-BF2C-2512-41DD-D56E22B98AA3}"/>
                </a:ext>
              </a:extLst>
            </p:cNvPr>
            <p:cNvGrpSpPr/>
            <p:nvPr/>
          </p:nvGrpSpPr>
          <p:grpSpPr>
            <a:xfrm>
              <a:off x="2302558" y="2112990"/>
              <a:ext cx="4887019" cy="1357259"/>
              <a:chOff x="2302558" y="2112990"/>
              <a:chExt cx="4887019" cy="1357259"/>
            </a:xfrm>
            <a:grpFill/>
          </p:grpSpPr>
          <p:sp>
            <p:nvSpPr>
              <p:cNvPr id="35" name="Freeform: Shape 34">
                <a:extLst>
                  <a:ext uri="{FF2B5EF4-FFF2-40B4-BE49-F238E27FC236}">
                    <a16:creationId xmlns:a16="http://schemas.microsoft.com/office/drawing/2014/main" id="{BFA00C62-C234-E260-71A0-455F2CDBC961}"/>
                  </a:ext>
                </a:extLst>
              </p:cNvPr>
              <p:cNvSpPr/>
              <p:nvPr/>
            </p:nvSpPr>
            <p:spPr>
              <a:xfrm>
                <a:off x="6157174" y="2516721"/>
                <a:ext cx="89622" cy="89622"/>
              </a:xfrm>
              <a:custGeom>
                <a:avLst/>
                <a:gdLst>
                  <a:gd name="connsiteX0" fmla="*/ 89622 w 89622"/>
                  <a:gd name="connsiteY0" fmla="*/ 44811 h 89622"/>
                  <a:gd name="connsiteX1" fmla="*/ 44811 w 89622"/>
                  <a:gd name="connsiteY1" fmla="*/ 89622 h 89622"/>
                  <a:gd name="connsiteX2" fmla="*/ 0 w 89622"/>
                  <a:gd name="connsiteY2" fmla="*/ 44811 h 89622"/>
                  <a:gd name="connsiteX3" fmla="*/ 44811 w 89622"/>
                  <a:gd name="connsiteY3" fmla="*/ 0 h 89622"/>
                  <a:gd name="connsiteX4" fmla="*/ 89622 w 89622"/>
                  <a:gd name="connsiteY4" fmla="*/ 44811 h 89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22" h="89622">
                    <a:moveTo>
                      <a:pt x="89622" y="44811"/>
                    </a:moveTo>
                    <a:cubicBezTo>
                      <a:pt x="89622" y="69560"/>
                      <a:pt x="69560" y="89622"/>
                      <a:pt x="44811" y="89622"/>
                    </a:cubicBezTo>
                    <a:cubicBezTo>
                      <a:pt x="20063" y="89622"/>
                      <a:pt x="0" y="69560"/>
                      <a:pt x="0" y="44811"/>
                    </a:cubicBezTo>
                    <a:cubicBezTo>
                      <a:pt x="0" y="20063"/>
                      <a:pt x="20063" y="0"/>
                      <a:pt x="44811" y="0"/>
                    </a:cubicBezTo>
                    <a:cubicBezTo>
                      <a:pt x="69560" y="0"/>
                      <a:pt x="89622" y="20063"/>
                      <a:pt x="89622" y="44811"/>
                    </a:cubicBezTo>
                    <a:close/>
                  </a:path>
                </a:pathLst>
              </a:custGeom>
              <a:grpFill/>
              <a:ln w="4307" cap="flat">
                <a:noFill/>
                <a:prstDash val="solid"/>
                <a:miter/>
              </a:ln>
            </p:spPr>
            <p:txBody>
              <a:bodyPr rtlCol="0" anchor="ctr"/>
              <a:lstStyle/>
              <a:p>
                <a:endParaRPr lang="en-US"/>
              </a:p>
            </p:txBody>
          </p:sp>
          <p:grpSp>
            <p:nvGrpSpPr>
              <p:cNvPr id="36" name="Graphic 2">
                <a:extLst>
                  <a:ext uri="{FF2B5EF4-FFF2-40B4-BE49-F238E27FC236}">
                    <a16:creationId xmlns:a16="http://schemas.microsoft.com/office/drawing/2014/main" id="{18FE5CCF-F0E3-1D53-A3D4-EF375ED15E08}"/>
                  </a:ext>
                </a:extLst>
              </p:cNvPr>
              <p:cNvGrpSpPr/>
              <p:nvPr/>
            </p:nvGrpSpPr>
            <p:grpSpPr>
              <a:xfrm>
                <a:off x="2302558" y="2112990"/>
                <a:ext cx="4887019" cy="1357259"/>
                <a:chOff x="2302558" y="2112990"/>
                <a:chExt cx="4887019" cy="1357259"/>
              </a:xfrm>
              <a:grpFill/>
            </p:grpSpPr>
            <p:sp>
              <p:nvSpPr>
                <p:cNvPr id="37" name="Freeform: Shape 36">
                  <a:extLst>
                    <a:ext uri="{FF2B5EF4-FFF2-40B4-BE49-F238E27FC236}">
                      <a16:creationId xmlns:a16="http://schemas.microsoft.com/office/drawing/2014/main" id="{A9FDD1D3-7674-6BA9-B97D-46F44D4DF2DB}"/>
                    </a:ext>
                  </a:extLst>
                </p:cNvPr>
                <p:cNvSpPr/>
                <p:nvPr/>
              </p:nvSpPr>
              <p:spPr>
                <a:xfrm>
                  <a:off x="6234300" y="2550329"/>
                  <a:ext cx="955276" cy="411917"/>
                </a:xfrm>
                <a:custGeom>
                  <a:avLst/>
                  <a:gdLst>
                    <a:gd name="connsiteX0" fmla="*/ 944911 w 955276"/>
                    <a:gd name="connsiteY0" fmla="*/ 411917 h 411917"/>
                    <a:gd name="connsiteX1" fmla="*/ 934139 w 955276"/>
                    <a:gd name="connsiteY1" fmla="*/ 401145 h 411917"/>
                    <a:gd name="connsiteX2" fmla="*/ 934139 w 955276"/>
                    <a:gd name="connsiteY2" fmla="*/ 21544 h 411917"/>
                    <a:gd name="connsiteX3" fmla="*/ 10772 w 955276"/>
                    <a:gd name="connsiteY3" fmla="*/ 21544 h 411917"/>
                    <a:gd name="connsiteX4" fmla="*/ 0 w 955276"/>
                    <a:gd name="connsiteY4" fmla="*/ 10772 h 411917"/>
                    <a:gd name="connsiteX5" fmla="*/ 10772 w 955276"/>
                    <a:gd name="connsiteY5" fmla="*/ 0 h 411917"/>
                    <a:gd name="connsiteX6" fmla="*/ 944480 w 955276"/>
                    <a:gd name="connsiteY6" fmla="*/ 0 h 411917"/>
                    <a:gd name="connsiteX7" fmla="*/ 955252 w 955276"/>
                    <a:gd name="connsiteY7" fmla="*/ 10772 h 411917"/>
                    <a:gd name="connsiteX8" fmla="*/ 955252 w 955276"/>
                    <a:gd name="connsiteY8" fmla="*/ 401145 h 411917"/>
                    <a:gd name="connsiteX9" fmla="*/ 944911 w 955276"/>
                    <a:gd name="connsiteY9" fmla="*/ 411917 h 411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5276" h="411917">
                      <a:moveTo>
                        <a:pt x="944911" y="411917"/>
                      </a:moveTo>
                      <a:cubicBezTo>
                        <a:pt x="938879" y="411917"/>
                        <a:pt x="934139" y="407178"/>
                        <a:pt x="934139" y="401145"/>
                      </a:cubicBezTo>
                      <a:lnTo>
                        <a:pt x="934139" y="21544"/>
                      </a:lnTo>
                      <a:lnTo>
                        <a:pt x="10772" y="21544"/>
                      </a:lnTo>
                      <a:cubicBezTo>
                        <a:pt x="4740" y="21544"/>
                        <a:pt x="0" y="16804"/>
                        <a:pt x="0" y="10772"/>
                      </a:cubicBezTo>
                      <a:cubicBezTo>
                        <a:pt x="0" y="4740"/>
                        <a:pt x="4740" y="0"/>
                        <a:pt x="10772" y="0"/>
                      </a:cubicBezTo>
                      <a:lnTo>
                        <a:pt x="944480" y="0"/>
                      </a:lnTo>
                      <a:cubicBezTo>
                        <a:pt x="950512" y="0"/>
                        <a:pt x="955252" y="4740"/>
                        <a:pt x="955252" y="10772"/>
                      </a:cubicBezTo>
                      <a:lnTo>
                        <a:pt x="955252" y="401145"/>
                      </a:lnTo>
                      <a:cubicBezTo>
                        <a:pt x="955683" y="407178"/>
                        <a:pt x="950512" y="411917"/>
                        <a:pt x="944911" y="411917"/>
                      </a:cubicBezTo>
                      <a:close/>
                    </a:path>
                  </a:pathLst>
                </a:custGeom>
                <a:grpFill/>
                <a:ln w="4307"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1BD8DBB1-D02F-8C1E-3752-47CB8B85800C}"/>
                    </a:ext>
                  </a:extLst>
                </p:cNvPr>
                <p:cNvSpPr/>
                <p:nvPr/>
              </p:nvSpPr>
              <p:spPr>
                <a:xfrm>
                  <a:off x="2302558" y="2112990"/>
                  <a:ext cx="3651673" cy="1357259"/>
                </a:xfrm>
                <a:custGeom>
                  <a:avLst/>
                  <a:gdLst>
                    <a:gd name="connsiteX0" fmla="*/ 2973044 w 3651673"/>
                    <a:gd name="connsiteY0" fmla="*/ 1357259 h 1357259"/>
                    <a:gd name="connsiteX1" fmla="*/ 678630 w 3651673"/>
                    <a:gd name="connsiteY1" fmla="*/ 1357259 h 1357259"/>
                    <a:gd name="connsiteX2" fmla="*/ 0 w 3651673"/>
                    <a:gd name="connsiteY2" fmla="*/ 678630 h 1357259"/>
                    <a:gd name="connsiteX3" fmla="*/ 0 w 3651673"/>
                    <a:gd name="connsiteY3" fmla="*/ 678630 h 1357259"/>
                    <a:gd name="connsiteX4" fmla="*/ 678630 w 3651673"/>
                    <a:gd name="connsiteY4" fmla="*/ 0 h 1357259"/>
                    <a:gd name="connsiteX5" fmla="*/ 2973044 w 3651673"/>
                    <a:gd name="connsiteY5" fmla="*/ 0 h 1357259"/>
                    <a:gd name="connsiteX6" fmla="*/ 3651673 w 3651673"/>
                    <a:gd name="connsiteY6" fmla="*/ 678630 h 1357259"/>
                    <a:gd name="connsiteX7" fmla="*/ 3651673 w 3651673"/>
                    <a:gd name="connsiteY7" fmla="*/ 678630 h 1357259"/>
                    <a:gd name="connsiteX8" fmla="*/ 2973044 w 3651673"/>
                    <a:gd name="connsiteY8" fmla="*/ 1357259 h 1357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1673" h="1357259">
                      <a:moveTo>
                        <a:pt x="2973044" y="1357259"/>
                      </a:moveTo>
                      <a:lnTo>
                        <a:pt x="678630" y="1357259"/>
                      </a:lnTo>
                      <a:cubicBezTo>
                        <a:pt x="303768" y="1357259"/>
                        <a:pt x="0" y="1053492"/>
                        <a:pt x="0" y="678630"/>
                      </a:cubicBezTo>
                      <a:lnTo>
                        <a:pt x="0" y="678630"/>
                      </a:lnTo>
                      <a:cubicBezTo>
                        <a:pt x="0" y="303768"/>
                        <a:pt x="303768" y="0"/>
                        <a:pt x="678630" y="0"/>
                      </a:cubicBezTo>
                      <a:lnTo>
                        <a:pt x="2973044" y="0"/>
                      </a:lnTo>
                      <a:cubicBezTo>
                        <a:pt x="3347906" y="0"/>
                        <a:pt x="3651673" y="303768"/>
                        <a:pt x="3651673" y="678630"/>
                      </a:cubicBezTo>
                      <a:lnTo>
                        <a:pt x="3651673" y="678630"/>
                      </a:lnTo>
                      <a:cubicBezTo>
                        <a:pt x="3651673" y="1053492"/>
                        <a:pt x="3347906" y="1357259"/>
                        <a:pt x="2973044" y="1357259"/>
                      </a:cubicBezTo>
                      <a:close/>
                    </a:path>
                  </a:pathLst>
                </a:custGeom>
                <a:grpFill/>
                <a:ln w="4307" cap="flat">
                  <a:noFill/>
                  <a:prstDash val="solid"/>
                  <a:miter/>
                </a:ln>
              </p:spPr>
              <p:txBody>
                <a:bodyPr rtlCol="0" anchor="ctr"/>
                <a:lstStyle/>
                <a:p>
                  <a:endParaRPr lang="en-US"/>
                </a:p>
              </p:txBody>
            </p:sp>
          </p:grpSp>
        </p:grpSp>
        <p:sp>
          <p:nvSpPr>
            <p:cNvPr id="34" name="Google Shape;74;ge44ce74298_0_0">
              <a:extLst>
                <a:ext uri="{FF2B5EF4-FFF2-40B4-BE49-F238E27FC236}">
                  <a16:creationId xmlns:a16="http://schemas.microsoft.com/office/drawing/2014/main" id="{E596BBE6-7FA4-858B-C47D-430E2B9448D5}"/>
                </a:ext>
              </a:extLst>
            </p:cNvPr>
            <p:cNvSpPr/>
            <p:nvPr/>
          </p:nvSpPr>
          <p:spPr>
            <a:xfrm>
              <a:off x="2425028" y="2398781"/>
              <a:ext cx="3360300" cy="781500"/>
            </a:xfrm>
            <a:prstGeom prst="roundRect">
              <a:avLst>
                <a:gd name="adj" fmla="val 16667"/>
              </a:avLst>
            </a:prstGeom>
            <a:grp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IN" sz="2200" dirty="0">
                  <a:solidFill>
                    <a:schemeClr val="bg1"/>
                  </a:solidFill>
                  <a:latin typeface="Open Sans"/>
                  <a:ea typeface="Open Sans"/>
                  <a:cs typeface="Open Sans"/>
                  <a:sym typeface="Open Sans"/>
                </a:rPr>
                <a:t>Roles</a:t>
              </a:r>
              <a:endParaRPr lang="en-IN" sz="2200" dirty="0">
                <a:solidFill>
                  <a:schemeClr val="bg1"/>
                </a:solidFill>
                <a:latin typeface="Open Sans"/>
                <a:ea typeface="Open Sans"/>
                <a:cs typeface="Open Sans"/>
                <a:sym typeface="Open Sans"/>
              </a:endParaRPr>
            </a:p>
            <a:p>
              <a:pPr marL="0" marR="0" lvl="0" indent="0" algn="ctr" rtl="0">
                <a:lnSpc>
                  <a:spcPct val="115000"/>
                </a:lnSpc>
                <a:spcBef>
                  <a:spcPts val="0"/>
                </a:spcBef>
                <a:spcAft>
                  <a:spcPts val="0"/>
                </a:spcAft>
                <a:buNone/>
              </a:pPr>
              <a:r>
                <a:rPr lang="en-IN" sz="1584" dirty="0">
                  <a:solidFill>
                    <a:schemeClr val="bg1"/>
                  </a:solidFill>
                  <a:latin typeface="Open Sans"/>
                  <a:ea typeface="Open Sans"/>
                  <a:cs typeface="Open Sans"/>
                  <a:sym typeface="Open Sans"/>
                </a:rPr>
                <a:t>job titles</a:t>
              </a:r>
              <a:endParaRPr lang="en-IN" sz="2200" dirty="0">
                <a:solidFill>
                  <a:schemeClr val="bg1"/>
                </a:solidFill>
                <a:latin typeface="Open Sans"/>
                <a:ea typeface="Open Sans"/>
                <a:cs typeface="Open Sans"/>
                <a:sym typeface="Open Sans"/>
              </a:endParaRPr>
            </a:p>
          </p:txBody>
        </p:sp>
      </p:grpSp>
      <p:grpSp>
        <p:nvGrpSpPr>
          <p:cNvPr id="39" name="Group 38">
            <a:extLst>
              <a:ext uri="{FF2B5EF4-FFF2-40B4-BE49-F238E27FC236}">
                <a16:creationId xmlns:a16="http://schemas.microsoft.com/office/drawing/2014/main" id="{629FF254-28E0-8779-3D69-9BD83648BEA7}"/>
              </a:ext>
            </a:extLst>
          </p:cNvPr>
          <p:cNvGrpSpPr/>
          <p:nvPr/>
        </p:nvGrpSpPr>
        <p:grpSpPr>
          <a:xfrm>
            <a:off x="8588210" y="3546126"/>
            <a:ext cx="3306927" cy="1015067"/>
            <a:chOff x="9081959" y="2112990"/>
            <a:chExt cx="4854247" cy="1357259"/>
          </a:xfrm>
          <a:solidFill>
            <a:schemeClr val="accent1">
              <a:lumMod val="50000"/>
            </a:schemeClr>
          </a:solidFill>
        </p:grpSpPr>
        <p:grpSp>
          <p:nvGrpSpPr>
            <p:cNvPr id="40" name="Graphic 2">
              <a:extLst>
                <a:ext uri="{FF2B5EF4-FFF2-40B4-BE49-F238E27FC236}">
                  <a16:creationId xmlns:a16="http://schemas.microsoft.com/office/drawing/2014/main" id="{2CBCB9B2-B130-398C-1924-D64F73D19290}"/>
                </a:ext>
              </a:extLst>
            </p:cNvPr>
            <p:cNvGrpSpPr/>
            <p:nvPr/>
          </p:nvGrpSpPr>
          <p:grpSpPr>
            <a:xfrm>
              <a:off x="9081959" y="2112990"/>
              <a:ext cx="4854247" cy="1357259"/>
              <a:chOff x="9081959" y="2112990"/>
              <a:chExt cx="4854247" cy="1357259"/>
            </a:xfrm>
            <a:grpFill/>
          </p:grpSpPr>
          <p:sp>
            <p:nvSpPr>
              <p:cNvPr id="42" name="Freeform: Shape 41">
                <a:extLst>
                  <a:ext uri="{FF2B5EF4-FFF2-40B4-BE49-F238E27FC236}">
                    <a16:creationId xmlns:a16="http://schemas.microsoft.com/office/drawing/2014/main" id="{73CD69F0-2137-DAEC-D11E-C01F630C3260}"/>
                  </a:ext>
                </a:extLst>
              </p:cNvPr>
              <p:cNvSpPr/>
              <p:nvPr/>
            </p:nvSpPr>
            <p:spPr>
              <a:xfrm>
                <a:off x="9081959" y="2550329"/>
                <a:ext cx="955251" cy="411917"/>
              </a:xfrm>
              <a:custGeom>
                <a:avLst/>
                <a:gdLst>
                  <a:gd name="connsiteX0" fmla="*/ 10772 w 955251"/>
                  <a:gd name="connsiteY0" fmla="*/ 411917 h 411917"/>
                  <a:gd name="connsiteX1" fmla="*/ 0 w 955251"/>
                  <a:gd name="connsiteY1" fmla="*/ 401145 h 411917"/>
                  <a:gd name="connsiteX2" fmla="*/ 0 w 955251"/>
                  <a:gd name="connsiteY2" fmla="*/ 10772 h 411917"/>
                  <a:gd name="connsiteX3" fmla="*/ 10772 w 955251"/>
                  <a:gd name="connsiteY3" fmla="*/ 0 h 411917"/>
                  <a:gd name="connsiteX4" fmla="*/ 944480 w 955251"/>
                  <a:gd name="connsiteY4" fmla="*/ 0 h 411917"/>
                  <a:gd name="connsiteX5" fmla="*/ 955252 w 955251"/>
                  <a:gd name="connsiteY5" fmla="*/ 10772 h 411917"/>
                  <a:gd name="connsiteX6" fmla="*/ 944480 w 955251"/>
                  <a:gd name="connsiteY6" fmla="*/ 21544 h 411917"/>
                  <a:gd name="connsiteX7" fmla="*/ 21544 w 955251"/>
                  <a:gd name="connsiteY7" fmla="*/ 21544 h 411917"/>
                  <a:gd name="connsiteX8" fmla="*/ 21544 w 955251"/>
                  <a:gd name="connsiteY8" fmla="*/ 401145 h 411917"/>
                  <a:gd name="connsiteX9" fmla="*/ 10772 w 955251"/>
                  <a:gd name="connsiteY9" fmla="*/ 411917 h 411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5251" h="411917">
                    <a:moveTo>
                      <a:pt x="10772" y="411917"/>
                    </a:moveTo>
                    <a:cubicBezTo>
                      <a:pt x="4740" y="411917"/>
                      <a:pt x="0" y="407178"/>
                      <a:pt x="0" y="401145"/>
                    </a:cubicBezTo>
                    <a:lnTo>
                      <a:pt x="0" y="10772"/>
                    </a:lnTo>
                    <a:cubicBezTo>
                      <a:pt x="0" y="4740"/>
                      <a:pt x="4740" y="0"/>
                      <a:pt x="10772" y="0"/>
                    </a:cubicBezTo>
                    <a:lnTo>
                      <a:pt x="944480" y="0"/>
                    </a:lnTo>
                    <a:cubicBezTo>
                      <a:pt x="950512" y="0"/>
                      <a:pt x="955252" y="4740"/>
                      <a:pt x="955252" y="10772"/>
                    </a:cubicBezTo>
                    <a:cubicBezTo>
                      <a:pt x="955252" y="16804"/>
                      <a:pt x="950512" y="21544"/>
                      <a:pt x="944480" y="21544"/>
                    </a:cubicBezTo>
                    <a:lnTo>
                      <a:pt x="21544" y="21544"/>
                    </a:lnTo>
                    <a:lnTo>
                      <a:pt x="21544" y="401145"/>
                    </a:lnTo>
                    <a:cubicBezTo>
                      <a:pt x="21544" y="407178"/>
                      <a:pt x="16804" y="411917"/>
                      <a:pt x="10772" y="411917"/>
                    </a:cubicBezTo>
                    <a:close/>
                  </a:path>
                </a:pathLst>
              </a:custGeom>
              <a:grpFill/>
              <a:ln w="4307"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FC2B23AA-1944-4BE0-543D-D51A3F8EE048}"/>
                  </a:ext>
                </a:extLst>
              </p:cNvPr>
              <p:cNvSpPr/>
              <p:nvPr/>
            </p:nvSpPr>
            <p:spPr>
              <a:xfrm>
                <a:off x="10026439" y="2516721"/>
                <a:ext cx="89622" cy="89622"/>
              </a:xfrm>
              <a:custGeom>
                <a:avLst/>
                <a:gdLst>
                  <a:gd name="connsiteX0" fmla="*/ 89622 w 89622"/>
                  <a:gd name="connsiteY0" fmla="*/ 44811 h 89622"/>
                  <a:gd name="connsiteX1" fmla="*/ 44811 w 89622"/>
                  <a:gd name="connsiteY1" fmla="*/ 89622 h 89622"/>
                  <a:gd name="connsiteX2" fmla="*/ 0 w 89622"/>
                  <a:gd name="connsiteY2" fmla="*/ 44811 h 89622"/>
                  <a:gd name="connsiteX3" fmla="*/ 44811 w 89622"/>
                  <a:gd name="connsiteY3" fmla="*/ 0 h 89622"/>
                  <a:gd name="connsiteX4" fmla="*/ 89622 w 89622"/>
                  <a:gd name="connsiteY4" fmla="*/ 44811 h 89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22" h="89622">
                    <a:moveTo>
                      <a:pt x="89622" y="44811"/>
                    </a:moveTo>
                    <a:cubicBezTo>
                      <a:pt x="89622" y="69560"/>
                      <a:pt x="69560" y="89622"/>
                      <a:pt x="44811" y="89622"/>
                    </a:cubicBezTo>
                    <a:cubicBezTo>
                      <a:pt x="20063" y="89622"/>
                      <a:pt x="0" y="69560"/>
                      <a:pt x="0" y="44811"/>
                    </a:cubicBezTo>
                    <a:cubicBezTo>
                      <a:pt x="0" y="20063"/>
                      <a:pt x="20063" y="0"/>
                      <a:pt x="44811" y="0"/>
                    </a:cubicBezTo>
                    <a:cubicBezTo>
                      <a:pt x="69560" y="0"/>
                      <a:pt x="89622" y="20063"/>
                      <a:pt x="89622" y="44811"/>
                    </a:cubicBezTo>
                    <a:close/>
                  </a:path>
                </a:pathLst>
              </a:custGeom>
              <a:grpFill/>
              <a:ln w="4307"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B4E84ABE-EE36-8804-2ADA-F2ACC97D35FF}"/>
                  </a:ext>
                </a:extLst>
              </p:cNvPr>
              <p:cNvSpPr/>
              <p:nvPr/>
            </p:nvSpPr>
            <p:spPr>
              <a:xfrm>
                <a:off x="10284534" y="2112990"/>
                <a:ext cx="3651673" cy="1357259"/>
              </a:xfrm>
              <a:custGeom>
                <a:avLst/>
                <a:gdLst>
                  <a:gd name="connsiteX0" fmla="*/ 2973044 w 3651673"/>
                  <a:gd name="connsiteY0" fmla="*/ 1357259 h 1357259"/>
                  <a:gd name="connsiteX1" fmla="*/ 678630 w 3651673"/>
                  <a:gd name="connsiteY1" fmla="*/ 1357259 h 1357259"/>
                  <a:gd name="connsiteX2" fmla="*/ 0 w 3651673"/>
                  <a:gd name="connsiteY2" fmla="*/ 678630 h 1357259"/>
                  <a:gd name="connsiteX3" fmla="*/ 0 w 3651673"/>
                  <a:gd name="connsiteY3" fmla="*/ 678630 h 1357259"/>
                  <a:gd name="connsiteX4" fmla="*/ 678630 w 3651673"/>
                  <a:gd name="connsiteY4" fmla="*/ 0 h 1357259"/>
                  <a:gd name="connsiteX5" fmla="*/ 2973044 w 3651673"/>
                  <a:gd name="connsiteY5" fmla="*/ 0 h 1357259"/>
                  <a:gd name="connsiteX6" fmla="*/ 3651673 w 3651673"/>
                  <a:gd name="connsiteY6" fmla="*/ 678630 h 1357259"/>
                  <a:gd name="connsiteX7" fmla="*/ 3651673 w 3651673"/>
                  <a:gd name="connsiteY7" fmla="*/ 678630 h 1357259"/>
                  <a:gd name="connsiteX8" fmla="*/ 2973044 w 3651673"/>
                  <a:gd name="connsiteY8" fmla="*/ 1357259 h 1357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1673" h="1357259">
                    <a:moveTo>
                      <a:pt x="2973044" y="1357259"/>
                    </a:moveTo>
                    <a:lnTo>
                      <a:pt x="678630" y="1357259"/>
                    </a:lnTo>
                    <a:cubicBezTo>
                      <a:pt x="303768" y="1357259"/>
                      <a:pt x="0" y="1053492"/>
                      <a:pt x="0" y="678630"/>
                    </a:cubicBezTo>
                    <a:lnTo>
                      <a:pt x="0" y="678630"/>
                    </a:lnTo>
                    <a:cubicBezTo>
                      <a:pt x="0" y="303768"/>
                      <a:pt x="303768" y="0"/>
                      <a:pt x="678630" y="0"/>
                    </a:cubicBezTo>
                    <a:lnTo>
                      <a:pt x="2973044" y="0"/>
                    </a:lnTo>
                    <a:cubicBezTo>
                      <a:pt x="3347906" y="0"/>
                      <a:pt x="3651673" y="303768"/>
                      <a:pt x="3651673" y="678630"/>
                    </a:cubicBezTo>
                    <a:lnTo>
                      <a:pt x="3651673" y="678630"/>
                    </a:lnTo>
                    <a:cubicBezTo>
                      <a:pt x="3651673" y="1053492"/>
                      <a:pt x="3347906" y="1357259"/>
                      <a:pt x="2973044" y="1357259"/>
                    </a:cubicBezTo>
                    <a:close/>
                  </a:path>
                </a:pathLst>
              </a:custGeom>
              <a:grpFill/>
              <a:ln w="4307" cap="flat">
                <a:noFill/>
                <a:prstDash val="solid"/>
                <a:miter/>
              </a:ln>
            </p:spPr>
            <p:txBody>
              <a:bodyPr rtlCol="0" anchor="ctr"/>
              <a:lstStyle/>
              <a:p>
                <a:endParaRPr lang="en-US"/>
              </a:p>
            </p:txBody>
          </p:sp>
        </p:grpSp>
        <p:sp>
          <p:nvSpPr>
            <p:cNvPr id="41" name="Google Shape;77;ge44ce74298_0_0">
              <a:extLst>
                <a:ext uri="{FF2B5EF4-FFF2-40B4-BE49-F238E27FC236}">
                  <a16:creationId xmlns:a16="http://schemas.microsoft.com/office/drawing/2014/main" id="{89B73112-33C0-F76B-15EA-43C5EC41D778}"/>
                </a:ext>
              </a:extLst>
            </p:cNvPr>
            <p:cNvSpPr/>
            <p:nvPr/>
          </p:nvSpPr>
          <p:spPr>
            <a:xfrm>
              <a:off x="10425282" y="2398781"/>
              <a:ext cx="3360300" cy="781500"/>
            </a:xfrm>
            <a:prstGeom prst="roundRect">
              <a:avLst>
                <a:gd name="adj" fmla="val 16667"/>
              </a:avLst>
            </a:prstGeom>
            <a:grp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IN" sz="2200" dirty="0">
                  <a:solidFill>
                    <a:schemeClr val="bg1"/>
                  </a:solidFill>
                  <a:latin typeface="Open Sans"/>
                  <a:ea typeface="Open Sans"/>
                  <a:cs typeface="Open Sans"/>
                  <a:sym typeface="Open Sans"/>
                </a:rPr>
                <a:t>Agents</a:t>
              </a:r>
              <a:endParaRPr lang="en-IN" sz="2200" dirty="0">
                <a:solidFill>
                  <a:schemeClr val="bg1"/>
                </a:solidFill>
                <a:latin typeface="Open Sans"/>
                <a:ea typeface="Open Sans"/>
                <a:cs typeface="Open Sans"/>
                <a:sym typeface="Open Sans"/>
              </a:endParaRPr>
            </a:p>
            <a:p>
              <a:pPr marL="0" marR="0" lvl="0" indent="0" algn="ctr" rtl="0">
                <a:lnSpc>
                  <a:spcPct val="115000"/>
                </a:lnSpc>
                <a:spcBef>
                  <a:spcPts val="0"/>
                </a:spcBef>
                <a:spcAft>
                  <a:spcPts val="0"/>
                </a:spcAft>
                <a:buNone/>
              </a:pPr>
              <a:r>
                <a:rPr lang="en-IN" sz="1584" dirty="0">
                  <a:solidFill>
                    <a:schemeClr val="bg1"/>
                  </a:solidFill>
                  <a:latin typeface="Open Sans"/>
                  <a:ea typeface="Open Sans"/>
                  <a:cs typeface="Open Sans"/>
                  <a:sym typeface="Open Sans"/>
                </a:rPr>
                <a:t>the workers</a:t>
              </a:r>
              <a:endParaRPr lang="en-IN" sz="2200" dirty="0">
                <a:solidFill>
                  <a:schemeClr val="bg1"/>
                </a:solidFill>
                <a:latin typeface="Open Sans"/>
                <a:ea typeface="Open Sans"/>
                <a:cs typeface="Open Sans"/>
                <a:sym typeface="Open Sans"/>
              </a:endParaRPr>
            </a:p>
          </p:txBody>
        </p:sp>
      </p:grpSp>
      <p:grpSp>
        <p:nvGrpSpPr>
          <p:cNvPr id="45" name="Group 44">
            <a:extLst>
              <a:ext uri="{FF2B5EF4-FFF2-40B4-BE49-F238E27FC236}">
                <a16:creationId xmlns:a16="http://schemas.microsoft.com/office/drawing/2014/main" id="{AEF74737-2D91-775A-E6C5-720EA1F78852}"/>
              </a:ext>
            </a:extLst>
          </p:cNvPr>
          <p:cNvGrpSpPr/>
          <p:nvPr/>
        </p:nvGrpSpPr>
        <p:grpSpPr>
          <a:xfrm>
            <a:off x="9268910" y="4905350"/>
            <a:ext cx="3066525" cy="1015067"/>
            <a:chOff x="10081161" y="3930425"/>
            <a:chExt cx="4501360" cy="1357259"/>
          </a:xfrm>
        </p:grpSpPr>
        <p:grpSp>
          <p:nvGrpSpPr>
            <p:cNvPr id="46" name="Graphic 2">
              <a:extLst>
                <a:ext uri="{FF2B5EF4-FFF2-40B4-BE49-F238E27FC236}">
                  <a16:creationId xmlns:a16="http://schemas.microsoft.com/office/drawing/2014/main" id="{82269504-4D40-16AE-C6D0-C0BF300AD967}"/>
                </a:ext>
              </a:extLst>
            </p:cNvPr>
            <p:cNvGrpSpPr/>
            <p:nvPr/>
          </p:nvGrpSpPr>
          <p:grpSpPr>
            <a:xfrm>
              <a:off x="10081161" y="3930425"/>
              <a:ext cx="4501360" cy="1357259"/>
              <a:chOff x="10081161" y="3930425"/>
              <a:chExt cx="4501360" cy="1357259"/>
            </a:xfrm>
          </p:grpSpPr>
          <p:sp>
            <p:nvSpPr>
              <p:cNvPr id="48" name="Freeform: Shape 47">
                <a:extLst>
                  <a:ext uri="{FF2B5EF4-FFF2-40B4-BE49-F238E27FC236}">
                    <a16:creationId xmlns:a16="http://schemas.microsoft.com/office/drawing/2014/main" id="{B79BF7A1-1DC5-9AA7-BA98-DC651C006ECD}"/>
                  </a:ext>
                </a:extLst>
              </p:cNvPr>
              <p:cNvSpPr/>
              <p:nvPr/>
            </p:nvSpPr>
            <p:spPr>
              <a:xfrm>
                <a:off x="10647331" y="4576308"/>
                <a:ext cx="89622" cy="89622"/>
              </a:xfrm>
              <a:custGeom>
                <a:avLst/>
                <a:gdLst>
                  <a:gd name="connsiteX0" fmla="*/ 89622 w 89622"/>
                  <a:gd name="connsiteY0" fmla="*/ 44811 h 89622"/>
                  <a:gd name="connsiteX1" fmla="*/ 44812 w 89622"/>
                  <a:gd name="connsiteY1" fmla="*/ 89622 h 89622"/>
                  <a:gd name="connsiteX2" fmla="*/ 1 w 89622"/>
                  <a:gd name="connsiteY2" fmla="*/ 44811 h 89622"/>
                  <a:gd name="connsiteX3" fmla="*/ 44812 w 89622"/>
                  <a:gd name="connsiteY3" fmla="*/ 0 h 89622"/>
                  <a:gd name="connsiteX4" fmla="*/ 89622 w 89622"/>
                  <a:gd name="connsiteY4" fmla="*/ 44811 h 89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22" h="89622">
                    <a:moveTo>
                      <a:pt x="89622" y="44811"/>
                    </a:moveTo>
                    <a:cubicBezTo>
                      <a:pt x="89622" y="69560"/>
                      <a:pt x="69560" y="89622"/>
                      <a:pt x="44812" y="89622"/>
                    </a:cubicBezTo>
                    <a:cubicBezTo>
                      <a:pt x="20064" y="89622"/>
                      <a:pt x="1" y="69560"/>
                      <a:pt x="1" y="44811"/>
                    </a:cubicBezTo>
                    <a:cubicBezTo>
                      <a:pt x="1" y="20063"/>
                      <a:pt x="20064" y="0"/>
                      <a:pt x="44812" y="0"/>
                    </a:cubicBezTo>
                    <a:cubicBezTo>
                      <a:pt x="69560" y="0"/>
                      <a:pt x="89622" y="20063"/>
                      <a:pt x="89622" y="44811"/>
                    </a:cubicBezTo>
                    <a:close/>
                  </a:path>
                </a:pathLst>
              </a:custGeom>
              <a:solidFill>
                <a:schemeClr val="accent4">
                  <a:lumMod val="50000"/>
                </a:schemeClr>
              </a:solidFill>
              <a:ln w="4307" cap="flat">
                <a:noFill/>
                <a:prstDash val="solid"/>
                <a:miter/>
              </a:ln>
            </p:spPr>
            <p:txBody>
              <a:bodyPr rtlCol="0" anchor="ctr"/>
              <a:lstStyle/>
              <a:p>
                <a:endParaRPr lang="en-US"/>
              </a:p>
            </p:txBody>
          </p:sp>
          <p:grpSp>
            <p:nvGrpSpPr>
              <p:cNvPr id="49" name="Graphic 2">
                <a:extLst>
                  <a:ext uri="{FF2B5EF4-FFF2-40B4-BE49-F238E27FC236}">
                    <a16:creationId xmlns:a16="http://schemas.microsoft.com/office/drawing/2014/main" id="{32C6394A-D0A3-9B92-EBF4-7BBE2718B349}"/>
                  </a:ext>
                </a:extLst>
              </p:cNvPr>
              <p:cNvGrpSpPr/>
              <p:nvPr/>
            </p:nvGrpSpPr>
            <p:grpSpPr>
              <a:xfrm>
                <a:off x="10081161" y="3930425"/>
                <a:ext cx="4501360" cy="1357259"/>
                <a:chOff x="10081161" y="3930425"/>
                <a:chExt cx="4501360" cy="1357259"/>
              </a:xfrm>
            </p:grpSpPr>
            <p:sp>
              <p:nvSpPr>
                <p:cNvPr id="50" name="Freeform: Shape 49">
                  <a:extLst>
                    <a:ext uri="{FF2B5EF4-FFF2-40B4-BE49-F238E27FC236}">
                      <a16:creationId xmlns:a16="http://schemas.microsoft.com/office/drawing/2014/main" id="{EBFC0CF1-0859-AA37-AFEB-3896129C72C1}"/>
                    </a:ext>
                  </a:extLst>
                </p:cNvPr>
                <p:cNvSpPr/>
                <p:nvPr/>
              </p:nvSpPr>
              <p:spPr>
                <a:xfrm>
                  <a:off x="10081161" y="4610347"/>
                  <a:ext cx="581682" cy="21543"/>
                </a:xfrm>
                <a:custGeom>
                  <a:avLst/>
                  <a:gdLst>
                    <a:gd name="connsiteX0" fmla="*/ 570911 w 581682"/>
                    <a:gd name="connsiteY0" fmla="*/ 21544 h 21543"/>
                    <a:gd name="connsiteX1" fmla="*/ 10772 w 581682"/>
                    <a:gd name="connsiteY1" fmla="*/ 21544 h 21543"/>
                    <a:gd name="connsiteX2" fmla="*/ 0 w 581682"/>
                    <a:gd name="connsiteY2" fmla="*/ 10772 h 21543"/>
                    <a:gd name="connsiteX3" fmla="*/ 10772 w 581682"/>
                    <a:gd name="connsiteY3" fmla="*/ 0 h 21543"/>
                    <a:gd name="connsiteX4" fmla="*/ 570911 w 581682"/>
                    <a:gd name="connsiteY4" fmla="*/ 0 h 21543"/>
                    <a:gd name="connsiteX5" fmla="*/ 581683 w 581682"/>
                    <a:gd name="connsiteY5" fmla="*/ 10772 h 21543"/>
                    <a:gd name="connsiteX6" fmla="*/ 570911 w 581682"/>
                    <a:gd name="connsiteY6" fmla="*/ 21544 h 21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682" h="21543">
                      <a:moveTo>
                        <a:pt x="570911" y="21544"/>
                      </a:moveTo>
                      <a:lnTo>
                        <a:pt x="10772" y="21544"/>
                      </a:lnTo>
                      <a:cubicBezTo>
                        <a:pt x="4740" y="21544"/>
                        <a:pt x="0" y="16804"/>
                        <a:pt x="0" y="10772"/>
                      </a:cubicBezTo>
                      <a:cubicBezTo>
                        <a:pt x="0" y="4740"/>
                        <a:pt x="4740" y="0"/>
                        <a:pt x="10772" y="0"/>
                      </a:cubicBezTo>
                      <a:lnTo>
                        <a:pt x="570911" y="0"/>
                      </a:lnTo>
                      <a:cubicBezTo>
                        <a:pt x="576942" y="0"/>
                        <a:pt x="581683" y="4740"/>
                        <a:pt x="581683" y="10772"/>
                      </a:cubicBezTo>
                      <a:cubicBezTo>
                        <a:pt x="581683" y="16804"/>
                        <a:pt x="576942" y="21544"/>
                        <a:pt x="570911" y="21544"/>
                      </a:cubicBezTo>
                      <a:close/>
                    </a:path>
                  </a:pathLst>
                </a:custGeom>
                <a:solidFill>
                  <a:schemeClr val="accent4">
                    <a:lumMod val="50000"/>
                  </a:schemeClr>
                </a:solidFill>
                <a:ln w="4307"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5B68EE27-E1D6-E1DA-4077-9DD326C6A6DF}"/>
                    </a:ext>
                  </a:extLst>
                </p:cNvPr>
                <p:cNvSpPr/>
                <p:nvPr/>
              </p:nvSpPr>
              <p:spPr>
                <a:xfrm>
                  <a:off x="10930848" y="3930425"/>
                  <a:ext cx="3651673" cy="1357259"/>
                </a:xfrm>
                <a:custGeom>
                  <a:avLst/>
                  <a:gdLst>
                    <a:gd name="connsiteX0" fmla="*/ 2973044 w 3651673"/>
                    <a:gd name="connsiteY0" fmla="*/ 1357259 h 1357259"/>
                    <a:gd name="connsiteX1" fmla="*/ 678630 w 3651673"/>
                    <a:gd name="connsiteY1" fmla="*/ 1357259 h 1357259"/>
                    <a:gd name="connsiteX2" fmla="*/ 0 w 3651673"/>
                    <a:gd name="connsiteY2" fmla="*/ 678629 h 1357259"/>
                    <a:gd name="connsiteX3" fmla="*/ 0 w 3651673"/>
                    <a:gd name="connsiteY3" fmla="*/ 678629 h 1357259"/>
                    <a:gd name="connsiteX4" fmla="*/ 678630 w 3651673"/>
                    <a:gd name="connsiteY4" fmla="*/ 0 h 1357259"/>
                    <a:gd name="connsiteX5" fmla="*/ 2973044 w 3651673"/>
                    <a:gd name="connsiteY5" fmla="*/ 0 h 1357259"/>
                    <a:gd name="connsiteX6" fmla="*/ 3651673 w 3651673"/>
                    <a:gd name="connsiteY6" fmla="*/ 678629 h 1357259"/>
                    <a:gd name="connsiteX7" fmla="*/ 3651673 w 3651673"/>
                    <a:gd name="connsiteY7" fmla="*/ 678629 h 1357259"/>
                    <a:gd name="connsiteX8" fmla="*/ 2973044 w 3651673"/>
                    <a:gd name="connsiteY8" fmla="*/ 1357259 h 1357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1673" h="1357259">
                      <a:moveTo>
                        <a:pt x="2973044" y="1357259"/>
                      </a:moveTo>
                      <a:lnTo>
                        <a:pt x="678630" y="1357259"/>
                      </a:lnTo>
                      <a:cubicBezTo>
                        <a:pt x="303768" y="1357259"/>
                        <a:pt x="0" y="1053492"/>
                        <a:pt x="0" y="678629"/>
                      </a:cubicBezTo>
                      <a:lnTo>
                        <a:pt x="0" y="678629"/>
                      </a:lnTo>
                      <a:cubicBezTo>
                        <a:pt x="0" y="303767"/>
                        <a:pt x="303768" y="0"/>
                        <a:pt x="678630" y="0"/>
                      </a:cubicBezTo>
                      <a:lnTo>
                        <a:pt x="2973044" y="0"/>
                      </a:lnTo>
                      <a:cubicBezTo>
                        <a:pt x="3347906" y="0"/>
                        <a:pt x="3651673" y="303767"/>
                        <a:pt x="3651673" y="678629"/>
                      </a:cubicBezTo>
                      <a:lnTo>
                        <a:pt x="3651673" y="678629"/>
                      </a:lnTo>
                      <a:cubicBezTo>
                        <a:pt x="3651673" y="1053492"/>
                        <a:pt x="3347906" y="1357259"/>
                        <a:pt x="2973044" y="1357259"/>
                      </a:cubicBezTo>
                      <a:close/>
                    </a:path>
                  </a:pathLst>
                </a:custGeom>
                <a:solidFill>
                  <a:schemeClr val="accent4">
                    <a:lumMod val="50000"/>
                  </a:schemeClr>
                </a:solidFill>
                <a:ln w="4307" cap="flat">
                  <a:noFill/>
                  <a:prstDash val="solid"/>
                  <a:miter/>
                </a:ln>
              </p:spPr>
              <p:txBody>
                <a:bodyPr rtlCol="0" anchor="ctr"/>
                <a:lstStyle/>
                <a:p>
                  <a:endParaRPr lang="en-US"/>
                </a:p>
              </p:txBody>
            </p:sp>
          </p:grpSp>
        </p:grpSp>
        <p:sp>
          <p:nvSpPr>
            <p:cNvPr id="47" name="Google Shape;78;ge44ce74298_0_0">
              <a:extLst>
                <a:ext uri="{FF2B5EF4-FFF2-40B4-BE49-F238E27FC236}">
                  <a16:creationId xmlns:a16="http://schemas.microsoft.com/office/drawing/2014/main" id="{D76B8A18-8A55-CD53-8366-DF12E7176162}"/>
                </a:ext>
              </a:extLst>
            </p:cNvPr>
            <p:cNvSpPr/>
            <p:nvPr/>
          </p:nvSpPr>
          <p:spPr>
            <a:xfrm>
              <a:off x="11058292" y="4228440"/>
              <a:ext cx="3360300" cy="781500"/>
            </a:xfrm>
            <a:prstGeom prst="roundRect">
              <a:avLst>
                <a:gd name="adj" fmla="val 16667"/>
              </a:avLst>
            </a:prstGeom>
            <a:solidFill>
              <a:schemeClr val="accent4">
                <a:lumMod val="50000"/>
              </a:schemeClr>
            </a:solidFill>
            <a:ln w="4307" cap="flat">
              <a:noFill/>
              <a:prstDash val="solid"/>
              <a:miter/>
            </a:ln>
          </p:spPr>
          <p:txBody>
            <a:bodyPr rtlCol="0" anchor="ctr"/>
            <a:lstStyle/>
            <a:p>
              <a:pPr algn="ctr"/>
              <a:r>
                <a:rPr lang="en-IN" sz="2200" dirty="0">
                  <a:solidFill>
                    <a:schemeClr val="bg1"/>
                  </a:solidFill>
                  <a:sym typeface="Open Sans"/>
                </a:rPr>
                <a:t>Permissions</a:t>
              </a:r>
              <a:endParaRPr lang="en-IN" sz="2200" dirty="0">
                <a:solidFill>
                  <a:schemeClr val="bg1"/>
                </a:solidFill>
                <a:sym typeface="Open Sans"/>
              </a:endParaRPr>
            </a:p>
            <a:p>
              <a:pPr algn="ctr"/>
              <a:r>
                <a:rPr lang="en-IN" sz="1584" dirty="0">
                  <a:solidFill>
                    <a:schemeClr val="bg1"/>
                  </a:solidFill>
                  <a:sym typeface="Open Sans"/>
                </a:rPr>
                <a:t>what’s allowed</a:t>
              </a:r>
              <a:endParaRPr lang="en-IN" sz="2200" dirty="0">
                <a:solidFill>
                  <a:schemeClr val="bg1"/>
                </a:solidFill>
                <a:sym typeface="Open Sans"/>
              </a:endParaRPr>
            </a:p>
          </p:txBody>
        </p:sp>
      </p:grpSp>
      <p:grpSp>
        <p:nvGrpSpPr>
          <p:cNvPr id="52" name="Group 51">
            <a:extLst>
              <a:ext uri="{FF2B5EF4-FFF2-40B4-BE49-F238E27FC236}">
                <a16:creationId xmlns:a16="http://schemas.microsoft.com/office/drawing/2014/main" id="{70B27E90-50BF-7F6E-DB3F-171C6261F929}"/>
              </a:ext>
            </a:extLst>
          </p:cNvPr>
          <p:cNvGrpSpPr/>
          <p:nvPr/>
        </p:nvGrpSpPr>
        <p:grpSpPr>
          <a:xfrm>
            <a:off x="8588504" y="6264251"/>
            <a:ext cx="3306633" cy="1015067"/>
            <a:chOff x="9082390" y="5747428"/>
            <a:chExt cx="4853817" cy="1357259"/>
          </a:xfrm>
        </p:grpSpPr>
        <p:grpSp>
          <p:nvGrpSpPr>
            <p:cNvPr id="53" name="Graphic 2">
              <a:extLst>
                <a:ext uri="{FF2B5EF4-FFF2-40B4-BE49-F238E27FC236}">
                  <a16:creationId xmlns:a16="http://schemas.microsoft.com/office/drawing/2014/main" id="{7D28000A-4A11-4EB0-C14E-5FBE4420496F}"/>
                </a:ext>
              </a:extLst>
            </p:cNvPr>
            <p:cNvGrpSpPr/>
            <p:nvPr/>
          </p:nvGrpSpPr>
          <p:grpSpPr>
            <a:xfrm>
              <a:off x="9082390" y="5747428"/>
              <a:ext cx="4853817" cy="1357259"/>
              <a:chOff x="9082390" y="5747428"/>
              <a:chExt cx="4853817" cy="1357259"/>
            </a:xfrm>
          </p:grpSpPr>
          <p:sp>
            <p:nvSpPr>
              <p:cNvPr id="55" name="Freeform: Shape 54">
                <a:extLst>
                  <a:ext uri="{FF2B5EF4-FFF2-40B4-BE49-F238E27FC236}">
                    <a16:creationId xmlns:a16="http://schemas.microsoft.com/office/drawing/2014/main" id="{34263930-FB6E-2687-5B9F-475419015BB6}"/>
                  </a:ext>
                </a:extLst>
              </p:cNvPr>
              <p:cNvSpPr/>
              <p:nvPr/>
            </p:nvSpPr>
            <p:spPr>
              <a:xfrm>
                <a:off x="10026439" y="6692770"/>
                <a:ext cx="89622" cy="89622"/>
              </a:xfrm>
              <a:custGeom>
                <a:avLst/>
                <a:gdLst>
                  <a:gd name="connsiteX0" fmla="*/ 89622 w 89622"/>
                  <a:gd name="connsiteY0" fmla="*/ 44811 h 89622"/>
                  <a:gd name="connsiteX1" fmla="*/ 44811 w 89622"/>
                  <a:gd name="connsiteY1" fmla="*/ 89622 h 89622"/>
                  <a:gd name="connsiteX2" fmla="*/ 0 w 89622"/>
                  <a:gd name="connsiteY2" fmla="*/ 44811 h 89622"/>
                  <a:gd name="connsiteX3" fmla="*/ 44811 w 89622"/>
                  <a:gd name="connsiteY3" fmla="*/ 0 h 89622"/>
                  <a:gd name="connsiteX4" fmla="*/ 89622 w 89622"/>
                  <a:gd name="connsiteY4" fmla="*/ 44811 h 89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22" h="89622">
                    <a:moveTo>
                      <a:pt x="89622" y="44811"/>
                    </a:moveTo>
                    <a:cubicBezTo>
                      <a:pt x="89622" y="69560"/>
                      <a:pt x="69560" y="89622"/>
                      <a:pt x="44811" y="89622"/>
                    </a:cubicBezTo>
                    <a:cubicBezTo>
                      <a:pt x="20063" y="89622"/>
                      <a:pt x="0" y="69560"/>
                      <a:pt x="0" y="44811"/>
                    </a:cubicBezTo>
                    <a:cubicBezTo>
                      <a:pt x="0" y="20062"/>
                      <a:pt x="20063" y="0"/>
                      <a:pt x="44811" y="0"/>
                    </a:cubicBezTo>
                    <a:cubicBezTo>
                      <a:pt x="69560" y="0"/>
                      <a:pt x="89622" y="20062"/>
                      <a:pt x="89622" y="44811"/>
                    </a:cubicBezTo>
                    <a:close/>
                  </a:path>
                </a:pathLst>
              </a:custGeom>
              <a:solidFill>
                <a:srgbClr val="808080"/>
              </a:solidFill>
              <a:ln w="4307" cap="flat">
                <a:noFill/>
                <a:prstDash val="solid"/>
                <a:miter/>
              </a:ln>
            </p:spPr>
            <p:txBody>
              <a:bodyPr rtlCol="0" anchor="ctr"/>
              <a:lstStyle/>
              <a:p>
                <a:endParaRPr lang="en-US"/>
              </a:p>
            </p:txBody>
          </p:sp>
          <p:grpSp>
            <p:nvGrpSpPr>
              <p:cNvPr id="56" name="Graphic 2">
                <a:extLst>
                  <a:ext uri="{FF2B5EF4-FFF2-40B4-BE49-F238E27FC236}">
                    <a16:creationId xmlns:a16="http://schemas.microsoft.com/office/drawing/2014/main" id="{601ED79E-B243-8604-F59D-1A431230F8F9}"/>
                  </a:ext>
                </a:extLst>
              </p:cNvPr>
              <p:cNvGrpSpPr/>
              <p:nvPr/>
            </p:nvGrpSpPr>
            <p:grpSpPr>
              <a:xfrm>
                <a:off x="9082390" y="5747428"/>
                <a:ext cx="4853817" cy="1357259"/>
                <a:chOff x="9082390" y="5747428"/>
                <a:chExt cx="4853817" cy="1357259"/>
              </a:xfrm>
            </p:grpSpPr>
            <p:sp>
              <p:nvSpPr>
                <p:cNvPr id="57" name="Freeform: Shape 56">
                  <a:extLst>
                    <a:ext uri="{FF2B5EF4-FFF2-40B4-BE49-F238E27FC236}">
                      <a16:creationId xmlns:a16="http://schemas.microsoft.com/office/drawing/2014/main" id="{D37D6719-6211-C112-6309-4C51012D5790}"/>
                    </a:ext>
                  </a:extLst>
                </p:cNvPr>
                <p:cNvSpPr/>
                <p:nvPr/>
              </p:nvSpPr>
              <p:spPr>
                <a:xfrm>
                  <a:off x="9082390" y="6336436"/>
                  <a:ext cx="955251" cy="411917"/>
                </a:xfrm>
                <a:custGeom>
                  <a:avLst/>
                  <a:gdLst>
                    <a:gd name="connsiteX0" fmla="*/ 944480 w 955251"/>
                    <a:gd name="connsiteY0" fmla="*/ 411917 h 411917"/>
                    <a:gd name="connsiteX1" fmla="*/ 10772 w 955251"/>
                    <a:gd name="connsiteY1" fmla="*/ 411917 h 411917"/>
                    <a:gd name="connsiteX2" fmla="*/ 0 w 955251"/>
                    <a:gd name="connsiteY2" fmla="*/ 401145 h 411917"/>
                    <a:gd name="connsiteX3" fmla="*/ 0 w 955251"/>
                    <a:gd name="connsiteY3" fmla="*/ 10772 h 411917"/>
                    <a:gd name="connsiteX4" fmla="*/ 10772 w 955251"/>
                    <a:gd name="connsiteY4" fmla="*/ 0 h 411917"/>
                    <a:gd name="connsiteX5" fmla="*/ 21544 w 955251"/>
                    <a:gd name="connsiteY5" fmla="*/ 10772 h 411917"/>
                    <a:gd name="connsiteX6" fmla="*/ 21544 w 955251"/>
                    <a:gd name="connsiteY6" fmla="*/ 390374 h 411917"/>
                    <a:gd name="connsiteX7" fmla="*/ 944480 w 955251"/>
                    <a:gd name="connsiteY7" fmla="*/ 390374 h 411917"/>
                    <a:gd name="connsiteX8" fmla="*/ 955252 w 955251"/>
                    <a:gd name="connsiteY8" fmla="*/ 401145 h 411917"/>
                    <a:gd name="connsiteX9" fmla="*/ 944480 w 955251"/>
                    <a:gd name="connsiteY9" fmla="*/ 411917 h 411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5251" h="411917">
                      <a:moveTo>
                        <a:pt x="944480" y="411917"/>
                      </a:moveTo>
                      <a:lnTo>
                        <a:pt x="10772" y="411917"/>
                      </a:lnTo>
                      <a:cubicBezTo>
                        <a:pt x="4740" y="411917"/>
                        <a:pt x="0" y="407178"/>
                        <a:pt x="0" y="401145"/>
                      </a:cubicBezTo>
                      <a:lnTo>
                        <a:pt x="0" y="10772"/>
                      </a:lnTo>
                      <a:cubicBezTo>
                        <a:pt x="0" y="4740"/>
                        <a:pt x="4740" y="0"/>
                        <a:pt x="10772" y="0"/>
                      </a:cubicBezTo>
                      <a:cubicBezTo>
                        <a:pt x="16804" y="0"/>
                        <a:pt x="21544" y="4740"/>
                        <a:pt x="21544" y="10772"/>
                      </a:cubicBezTo>
                      <a:lnTo>
                        <a:pt x="21544" y="390374"/>
                      </a:lnTo>
                      <a:lnTo>
                        <a:pt x="944480" y="390374"/>
                      </a:lnTo>
                      <a:cubicBezTo>
                        <a:pt x="950512" y="390374"/>
                        <a:pt x="955252" y="395113"/>
                        <a:pt x="955252" y="401145"/>
                      </a:cubicBezTo>
                      <a:cubicBezTo>
                        <a:pt x="955252" y="407178"/>
                        <a:pt x="950081" y="411917"/>
                        <a:pt x="944480" y="411917"/>
                      </a:cubicBezTo>
                      <a:close/>
                    </a:path>
                  </a:pathLst>
                </a:custGeom>
                <a:solidFill>
                  <a:srgbClr val="808080"/>
                </a:solidFill>
                <a:ln w="4307"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313E693D-5F85-D1C7-1101-46DC155E4C79}"/>
                    </a:ext>
                  </a:extLst>
                </p:cNvPr>
                <p:cNvSpPr/>
                <p:nvPr/>
              </p:nvSpPr>
              <p:spPr>
                <a:xfrm>
                  <a:off x="10284534" y="5747428"/>
                  <a:ext cx="3651673" cy="1357259"/>
                </a:xfrm>
                <a:custGeom>
                  <a:avLst/>
                  <a:gdLst>
                    <a:gd name="connsiteX0" fmla="*/ 2973044 w 3651673"/>
                    <a:gd name="connsiteY0" fmla="*/ 1357260 h 1357259"/>
                    <a:gd name="connsiteX1" fmla="*/ 678630 w 3651673"/>
                    <a:gd name="connsiteY1" fmla="*/ 1357260 h 1357259"/>
                    <a:gd name="connsiteX2" fmla="*/ 0 w 3651673"/>
                    <a:gd name="connsiteY2" fmla="*/ 678630 h 1357259"/>
                    <a:gd name="connsiteX3" fmla="*/ 0 w 3651673"/>
                    <a:gd name="connsiteY3" fmla="*/ 678630 h 1357259"/>
                    <a:gd name="connsiteX4" fmla="*/ 678630 w 3651673"/>
                    <a:gd name="connsiteY4" fmla="*/ 0 h 1357259"/>
                    <a:gd name="connsiteX5" fmla="*/ 2973044 w 3651673"/>
                    <a:gd name="connsiteY5" fmla="*/ 0 h 1357259"/>
                    <a:gd name="connsiteX6" fmla="*/ 3651673 w 3651673"/>
                    <a:gd name="connsiteY6" fmla="*/ 678630 h 1357259"/>
                    <a:gd name="connsiteX7" fmla="*/ 3651673 w 3651673"/>
                    <a:gd name="connsiteY7" fmla="*/ 678630 h 1357259"/>
                    <a:gd name="connsiteX8" fmla="*/ 2973044 w 3651673"/>
                    <a:gd name="connsiteY8" fmla="*/ 1357260 h 1357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1673" h="1357259">
                      <a:moveTo>
                        <a:pt x="2973044" y="1357260"/>
                      </a:moveTo>
                      <a:lnTo>
                        <a:pt x="678630" y="1357260"/>
                      </a:lnTo>
                      <a:cubicBezTo>
                        <a:pt x="303768" y="1357260"/>
                        <a:pt x="0" y="1053492"/>
                        <a:pt x="0" y="678630"/>
                      </a:cubicBezTo>
                      <a:lnTo>
                        <a:pt x="0" y="678630"/>
                      </a:lnTo>
                      <a:cubicBezTo>
                        <a:pt x="0" y="303768"/>
                        <a:pt x="303768" y="0"/>
                        <a:pt x="678630" y="0"/>
                      </a:cubicBezTo>
                      <a:lnTo>
                        <a:pt x="2973044" y="0"/>
                      </a:lnTo>
                      <a:cubicBezTo>
                        <a:pt x="3347906" y="0"/>
                        <a:pt x="3651673" y="303768"/>
                        <a:pt x="3651673" y="678630"/>
                      </a:cubicBezTo>
                      <a:lnTo>
                        <a:pt x="3651673" y="678630"/>
                      </a:lnTo>
                      <a:cubicBezTo>
                        <a:pt x="3651673" y="1053492"/>
                        <a:pt x="3347906" y="1357260"/>
                        <a:pt x="2973044" y="1357260"/>
                      </a:cubicBezTo>
                      <a:close/>
                    </a:path>
                  </a:pathLst>
                </a:custGeom>
                <a:solidFill>
                  <a:srgbClr val="2E5560"/>
                </a:solidFill>
                <a:ln w="4307" cap="flat">
                  <a:noFill/>
                  <a:prstDash val="solid"/>
                  <a:miter/>
                </a:ln>
              </p:spPr>
              <p:txBody>
                <a:bodyPr rtlCol="0" anchor="ctr"/>
                <a:lstStyle/>
                <a:p>
                  <a:endParaRPr lang="en-US"/>
                </a:p>
              </p:txBody>
            </p:sp>
          </p:grpSp>
        </p:grpSp>
        <p:sp>
          <p:nvSpPr>
            <p:cNvPr id="54" name="Google Shape;79;ge44ce74298_0_0">
              <a:extLst>
                <a:ext uri="{FF2B5EF4-FFF2-40B4-BE49-F238E27FC236}">
                  <a16:creationId xmlns:a16="http://schemas.microsoft.com/office/drawing/2014/main" id="{6680AE6D-4BBE-EE60-71C0-DB46A9FBEB12}"/>
                </a:ext>
              </a:extLst>
            </p:cNvPr>
            <p:cNvSpPr/>
            <p:nvPr/>
          </p:nvSpPr>
          <p:spPr>
            <a:xfrm>
              <a:off x="10453196" y="6035307"/>
              <a:ext cx="3360300" cy="7815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IN" sz="2200" dirty="0">
                  <a:solidFill>
                    <a:schemeClr val="bg1"/>
                  </a:solidFill>
                  <a:latin typeface="Open Sans"/>
                  <a:ea typeface="Open Sans"/>
                  <a:cs typeface="Open Sans"/>
                  <a:sym typeface="Open Sans"/>
                </a:rPr>
                <a:t>Coordination</a:t>
              </a:r>
              <a:endParaRPr lang="en-IN" sz="2200" dirty="0">
                <a:solidFill>
                  <a:schemeClr val="bg1"/>
                </a:solidFill>
                <a:latin typeface="Open Sans"/>
                <a:ea typeface="Open Sans"/>
                <a:cs typeface="Open Sans"/>
                <a:sym typeface="Open Sans"/>
              </a:endParaRPr>
            </a:p>
            <a:p>
              <a:pPr marL="0" marR="0" lvl="0" indent="0" algn="ctr" rtl="0">
                <a:lnSpc>
                  <a:spcPct val="115000"/>
                </a:lnSpc>
                <a:spcBef>
                  <a:spcPts val="0"/>
                </a:spcBef>
                <a:spcAft>
                  <a:spcPts val="0"/>
                </a:spcAft>
                <a:buNone/>
              </a:pPr>
              <a:r>
                <a:rPr lang="en-IN" sz="1584" dirty="0">
                  <a:solidFill>
                    <a:schemeClr val="bg1"/>
                  </a:solidFill>
                  <a:latin typeface="Open Sans"/>
                  <a:ea typeface="Open Sans"/>
                  <a:cs typeface="Open Sans"/>
                  <a:sym typeface="Open Sans"/>
                </a:rPr>
                <a:t>who goes when</a:t>
              </a:r>
              <a:endParaRPr lang="en-IN" sz="2200" dirty="0">
                <a:solidFill>
                  <a:schemeClr val="bg1"/>
                </a:solidFill>
                <a:latin typeface="Open Sans"/>
                <a:ea typeface="Open Sans"/>
                <a:cs typeface="Open Sans"/>
                <a:sym typeface="Open Sans"/>
              </a:endParaRPr>
            </a:p>
          </p:txBody>
        </p:sp>
      </p:grpSp>
      <p:pic>
        <p:nvPicPr>
          <p:cNvPr id="61" name="Picture 60">
            <a:extLst>
              <a:ext uri="{FF2B5EF4-FFF2-40B4-BE49-F238E27FC236}">
                <a16:creationId xmlns:a16="http://schemas.microsoft.com/office/drawing/2014/main" id="{D14354B6-6A4D-CA06-E6C0-923390764D59}"/>
              </a:ext>
            </a:extLst>
          </p:cNvPr>
          <p:cNvPicPr>
            <a:picLocks noChangeAspect="1"/>
          </p:cNvPicPr>
          <p:nvPr/>
        </p:nvPicPr>
        <p:blipFill>
          <a:blip r:embed="rId4"/>
          <a:stretch>
            <a:fillRect/>
          </a:stretch>
        </p:blipFill>
        <p:spPr>
          <a:xfrm>
            <a:off x="7148362" y="4749163"/>
            <a:ext cx="1552929" cy="1450538"/>
          </a:xfrm>
          <a:prstGeom prst="rect">
            <a:avLst/>
          </a:prstGeom>
        </p:spPr>
      </p:pic>
    </p:spTree>
    <p:custDataLst>
      <p:tags r:id="rId1"/>
    </p:custDataLst>
    <p:extLst>
      <p:ext uri="{BB962C8B-B14F-4D97-AF65-F5344CB8AC3E}">
        <p14:creationId xmlns:p14="http://schemas.microsoft.com/office/powerpoint/2010/main" val="1568168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BE09C-8C66-10BD-9866-529DC4C6091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058BF18-73C3-073A-EBB9-EE16EC7E2EF9}"/>
              </a:ext>
            </a:extLst>
          </p:cNvPr>
          <p:cNvSpPr>
            <a:spLocks noGrp="1"/>
          </p:cNvSpPr>
          <p:nvPr>
            <p:ph type="title"/>
          </p:nvPr>
        </p:nvSpPr>
        <p:spPr/>
        <p:txBody>
          <a:bodyPr>
            <a:normAutofit/>
          </a:bodyPr>
          <a:lstStyle/>
          <a:p>
            <a:r>
              <a:rPr lang="en-US" dirty="0"/>
              <a:t>Memory: Private Notebook or Shared Whiteboard?</a:t>
            </a:r>
            <a:endParaRPr lang="en-US" dirty="0"/>
          </a:p>
        </p:txBody>
      </p:sp>
      <p:sp>
        <p:nvSpPr>
          <p:cNvPr id="24" name="Brandline_LVC">
            <a:extLst>
              <a:ext uri="{FF2B5EF4-FFF2-40B4-BE49-F238E27FC236}">
                <a16:creationId xmlns:a16="http://schemas.microsoft.com/office/drawing/2014/main" id="{3DE2E9DD-B0EC-923B-90F7-3752F3FA1C49}"/>
              </a:ext>
            </a:extLst>
          </p:cNvPr>
          <p:cNvSpPr/>
          <p:nvPr/>
        </p:nvSpPr>
        <p:spPr>
          <a:xfrm>
            <a:off x="4000501" y="816324"/>
            <a:ext cx="825309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0F8EF564-7A70-DEF0-409B-2848E4F636F5}"/>
              </a:ext>
            </a:extLst>
          </p:cNvPr>
          <p:cNvSpPr txBox="1"/>
          <p:nvPr/>
        </p:nvSpPr>
        <p:spPr>
          <a:xfrm>
            <a:off x="819523" y="1415454"/>
            <a:ext cx="14707772" cy="457176"/>
          </a:xfrm>
          <a:prstGeom prst="rect">
            <a:avLst/>
          </a:prstGeom>
          <a:noFill/>
        </p:spPr>
        <p:txBody>
          <a:bodyPr wrap="square" rtlCol="0">
            <a:spAutoFit/>
          </a:bodyPr>
          <a:lstStyle/>
          <a:p>
            <a:pPr algn="ctr">
              <a:lnSpc>
                <a:spcPct val="115000"/>
              </a:lnSpc>
            </a:pPr>
            <a:r>
              <a:rPr lang="en-US" sz="2200" dirty="0">
                <a:solidFill>
                  <a:srgbClr val="404040"/>
                </a:solidFill>
                <a:latin typeface="Open Sans" pitchFamily="2" charset="0"/>
              </a:rPr>
              <a:t>Memory is what an agent remembers while it works. You decide whether agents keep it private or share it:</a:t>
            </a:r>
            <a:endParaRPr lang="en-US" sz="2200" dirty="0">
              <a:solidFill>
                <a:srgbClr val="404040"/>
              </a:solidFill>
              <a:latin typeface="Open Sans" pitchFamily="2" charset="0"/>
            </a:endParaRPr>
          </a:p>
        </p:txBody>
      </p:sp>
      <p:graphicFrame>
        <p:nvGraphicFramePr>
          <p:cNvPr id="25" name="Table 24">
            <a:extLst>
              <a:ext uri="{FF2B5EF4-FFF2-40B4-BE49-F238E27FC236}">
                <a16:creationId xmlns:a16="http://schemas.microsoft.com/office/drawing/2014/main" id="{0C129F11-060D-589F-83EB-B8EC2C8AEEB6}"/>
              </a:ext>
            </a:extLst>
          </p:cNvPr>
          <p:cNvGraphicFramePr>
            <a:graphicFrameLocks noGrp="1"/>
          </p:cNvGraphicFramePr>
          <p:nvPr>
            <p:extLst>
              <p:ext uri="{D42A27DB-BD31-4B8C-83A1-F6EECF244321}">
                <p14:modId xmlns:p14="http://schemas.microsoft.com/office/powerpoint/2010/main" val="1318946255"/>
              </p:ext>
            </p:extLst>
          </p:nvPr>
        </p:nvGraphicFramePr>
        <p:xfrm>
          <a:off x="2093728" y="2760300"/>
          <a:ext cx="12141570" cy="5340837"/>
        </p:xfrm>
        <a:graphic>
          <a:graphicData uri="http://schemas.openxmlformats.org/drawingml/2006/table">
            <a:tbl>
              <a:tblPr firstRow="1" bandRow="1">
                <a:tableStyleId>{93296810-A885-4BE3-A3E7-6D5BEEA58F35}</a:tableStyleId>
              </a:tblPr>
              <a:tblGrid>
                <a:gridCol w="6070785">
                  <a:extLst>
                    <a:ext uri="{9D8B030D-6E8A-4147-A177-3AD203B41FA5}">
                      <a16:colId xmlns:a16="http://schemas.microsoft.com/office/drawing/2014/main" val="940989262"/>
                    </a:ext>
                  </a:extLst>
                </a:gridCol>
                <a:gridCol w="6070785">
                  <a:extLst>
                    <a:ext uri="{9D8B030D-6E8A-4147-A177-3AD203B41FA5}">
                      <a16:colId xmlns:a16="http://schemas.microsoft.com/office/drawing/2014/main" val="2770394162"/>
                    </a:ext>
                  </a:extLst>
                </a:gridCol>
              </a:tblGrid>
              <a:tr h="701357">
                <a:tc>
                  <a:txBody>
                    <a:bodyPr/>
                    <a:lstStyle/>
                    <a:p>
                      <a:pPr algn="ctr"/>
                      <a:r>
                        <a:rPr lang="en-US" sz="2200" dirty="0"/>
                        <a:t>Memory isolation (private notebook)</a:t>
                      </a:r>
                      <a:endParaRPr 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dirty="0"/>
                        <a:t>Memory sharing (shared whiteboard)</a:t>
                      </a:r>
                      <a:endParaRPr lang="en-US" sz="2200" dirty="0"/>
                    </a:p>
                  </a:txBody>
                  <a:tcPr anchor="ctr"/>
                </a:tc>
                <a:extLst>
                  <a:ext uri="{0D108BD9-81ED-4DB2-BD59-A6C34878D82A}">
                    <a16:rowId xmlns:a16="http://schemas.microsoft.com/office/drawing/2014/main" val="615777882"/>
                  </a:ext>
                </a:extLst>
              </a:tr>
              <a:tr h="927896">
                <a:tc>
                  <a:txBody>
                    <a:bodyPr/>
                    <a:lstStyle/>
                    <a:p>
                      <a:pPr algn="ctr">
                        <a:lnSpc>
                          <a:spcPct val="115000"/>
                        </a:lnSpc>
                        <a:buNone/>
                      </a:pPr>
                      <a:r>
                        <a:rPr lang="en-US" sz="2200" dirty="0">
                          <a:solidFill>
                            <a:schemeClr val="tx1">
                              <a:lumMod val="75000"/>
                              <a:lumOff val="25000"/>
                            </a:schemeClr>
                          </a:solidFill>
                          <a:latin typeface="+mn-lt"/>
                        </a:rPr>
                        <a:t>Each agent sees only its own notes</a:t>
                      </a:r>
                      <a:endParaRPr lang="en-US" sz="2200" dirty="0">
                        <a:solidFill>
                          <a:schemeClr val="tx1">
                            <a:lumMod val="75000"/>
                            <a:lumOff val="25000"/>
                          </a:schemeClr>
                        </a:solidFill>
                        <a:latin typeface="+mn-lt"/>
                      </a:endParaRPr>
                    </a:p>
                  </a:txBody>
                  <a:tcPr anchor="ctr"/>
                </a:tc>
                <a:tc>
                  <a:txBody>
                    <a:bodyPr/>
                    <a:lstStyle/>
                    <a:p>
                      <a:pPr algn="ctr"/>
                      <a:r>
                        <a:rPr lang="en-US" sz="2200" dirty="0">
                          <a:solidFill>
                            <a:schemeClr val="tx1">
                              <a:lumMod val="75000"/>
                              <a:lumOff val="25000"/>
                            </a:schemeClr>
                          </a:solidFill>
                          <a:latin typeface="+mn-lt"/>
                        </a:rPr>
                        <a:t>All agents read and add to the same notes</a:t>
                      </a:r>
                      <a:endParaRPr lang="en-US" sz="2200" dirty="0">
                        <a:solidFill>
                          <a:schemeClr val="tx1">
                            <a:lumMod val="75000"/>
                            <a:lumOff val="25000"/>
                          </a:schemeClr>
                        </a:solidFill>
                        <a:latin typeface="+mn-lt"/>
                      </a:endParaRPr>
                    </a:p>
                  </a:txBody>
                  <a:tcPr anchor="ctr"/>
                </a:tc>
                <a:extLst>
                  <a:ext uri="{0D108BD9-81ED-4DB2-BD59-A6C34878D82A}">
                    <a16:rowId xmlns:a16="http://schemas.microsoft.com/office/drawing/2014/main" val="2811714083"/>
                  </a:ext>
                </a:extLst>
              </a:tr>
              <a:tr h="927896">
                <a:tc>
                  <a:txBody>
                    <a:bodyPr/>
                    <a:lstStyle/>
                    <a:p>
                      <a:pPr algn="ctr"/>
                      <a:r>
                        <a:rPr lang="en-US" sz="2200" dirty="0">
                          <a:solidFill>
                            <a:schemeClr val="tx1">
                              <a:lumMod val="75000"/>
                              <a:lumOff val="25000"/>
                            </a:schemeClr>
                          </a:solidFill>
                          <a:latin typeface="+mn-lt"/>
                        </a:rPr>
                        <a:t>Keeps sensitive data safe</a:t>
                      </a:r>
                      <a:endParaRPr lang="en-US" sz="2200" dirty="0">
                        <a:solidFill>
                          <a:schemeClr val="tx1">
                            <a:lumMod val="75000"/>
                            <a:lumOff val="25000"/>
                          </a:schemeClr>
                        </a:solidFill>
                        <a:latin typeface="+mn-lt"/>
                      </a:endParaRPr>
                    </a:p>
                  </a:txBody>
                  <a:tcPr anchor="ctr"/>
                </a:tc>
                <a:tc>
                  <a:txBody>
                    <a:bodyPr/>
                    <a:lstStyle/>
                    <a:p>
                      <a:pPr algn="ctr"/>
                      <a:r>
                        <a:rPr lang="en-US" sz="2200" dirty="0">
                          <a:solidFill>
                            <a:schemeClr val="tx1">
                              <a:lumMod val="75000"/>
                              <a:lumOff val="25000"/>
                            </a:schemeClr>
                          </a:solidFill>
                          <a:latin typeface="+mn-lt"/>
                        </a:rPr>
                        <a:t>Keeps everyone in sync</a:t>
                      </a:r>
                      <a:endParaRPr lang="en-US" sz="2200" dirty="0">
                        <a:solidFill>
                          <a:schemeClr val="tx1">
                            <a:lumMod val="75000"/>
                            <a:lumOff val="25000"/>
                          </a:schemeClr>
                        </a:solidFill>
                        <a:latin typeface="+mn-lt"/>
                      </a:endParaRPr>
                    </a:p>
                  </a:txBody>
                  <a:tcPr anchor="ctr"/>
                </a:tc>
                <a:extLst>
                  <a:ext uri="{0D108BD9-81ED-4DB2-BD59-A6C34878D82A}">
                    <a16:rowId xmlns:a16="http://schemas.microsoft.com/office/drawing/2014/main" val="1350389288"/>
                  </a:ext>
                </a:extLst>
              </a:tr>
              <a:tr h="927896">
                <a:tc>
                  <a:txBody>
                    <a:bodyPr/>
                    <a:lstStyle/>
                    <a:p>
                      <a:pPr algn="ctr"/>
                      <a:r>
                        <a:rPr lang="en-US" sz="2200" dirty="0">
                          <a:solidFill>
                            <a:schemeClr val="tx1">
                              <a:lumMod val="75000"/>
                              <a:lumOff val="25000"/>
                            </a:schemeClr>
                          </a:solidFill>
                          <a:latin typeface="+mn-lt"/>
                        </a:rPr>
                        <a:t>Best for: patient records, salaries, fraud checks</a:t>
                      </a:r>
                      <a:endParaRPr lang="en-US" sz="2200" dirty="0">
                        <a:solidFill>
                          <a:schemeClr val="tx1">
                            <a:lumMod val="75000"/>
                            <a:lumOff val="25000"/>
                          </a:schemeClr>
                        </a:solidFill>
                        <a:latin typeface="+mn-lt"/>
                      </a:endParaRPr>
                    </a:p>
                  </a:txBody>
                  <a:tcPr anchor="ctr"/>
                </a:tc>
                <a:tc>
                  <a:txBody>
                    <a:bodyPr/>
                    <a:lstStyle/>
                    <a:p>
                      <a:pPr algn="ctr"/>
                      <a:r>
                        <a:rPr lang="en-US" sz="2200" dirty="0">
                          <a:solidFill>
                            <a:schemeClr val="tx1">
                              <a:lumMod val="75000"/>
                              <a:lumOff val="25000"/>
                            </a:schemeClr>
                          </a:solidFill>
                          <a:latin typeface="+mn-lt"/>
                        </a:rPr>
                        <a:t>Best for: co-writing a report, planning a campaign</a:t>
                      </a:r>
                      <a:endParaRPr lang="en-US" sz="2200" dirty="0">
                        <a:solidFill>
                          <a:schemeClr val="tx1">
                            <a:lumMod val="75000"/>
                            <a:lumOff val="25000"/>
                          </a:schemeClr>
                        </a:solidFill>
                        <a:latin typeface="+mn-lt"/>
                      </a:endParaRPr>
                    </a:p>
                  </a:txBody>
                  <a:tcPr anchor="ctr"/>
                </a:tc>
                <a:extLst>
                  <a:ext uri="{0D108BD9-81ED-4DB2-BD59-A6C34878D82A}">
                    <a16:rowId xmlns:a16="http://schemas.microsoft.com/office/drawing/2014/main" val="4229503215"/>
                  </a:ext>
                </a:extLst>
              </a:tr>
              <a:tr h="927896">
                <a:tc>
                  <a:txBody>
                    <a:bodyPr/>
                    <a:lstStyle/>
                    <a:p>
                      <a:pPr algn="ctr">
                        <a:buNone/>
                      </a:pPr>
                      <a:r>
                        <a:rPr lang="en-US" sz="2200" dirty="0">
                          <a:solidFill>
                            <a:schemeClr val="tx1">
                              <a:lumMod val="75000"/>
                              <a:lumOff val="25000"/>
                            </a:schemeClr>
                          </a:solidFill>
                          <a:latin typeface="+mn-lt"/>
                        </a:rPr>
                        <a:t>Like a doctor’s private case file</a:t>
                      </a:r>
                      <a:endParaRPr lang="en-US" sz="2200" dirty="0">
                        <a:solidFill>
                          <a:schemeClr val="tx1">
                            <a:lumMod val="75000"/>
                            <a:lumOff val="25000"/>
                          </a:schemeClr>
                        </a:solidFill>
                        <a:latin typeface="+mn-lt"/>
                      </a:endParaRPr>
                    </a:p>
                  </a:txBody>
                  <a:tcPr anchor="ctr"/>
                </a:tc>
                <a:tc>
                  <a:txBody>
                    <a:bodyPr/>
                    <a:lstStyle/>
                    <a:p>
                      <a:pPr algn="ctr"/>
                      <a:r>
                        <a:rPr lang="en-IN" sz="2200" dirty="0">
                          <a:solidFill>
                            <a:schemeClr val="tx1">
                              <a:lumMod val="75000"/>
                              <a:lumOff val="25000"/>
                            </a:schemeClr>
                          </a:solidFill>
                          <a:latin typeface="+mn-lt"/>
                        </a:rPr>
                        <a:t>Like a team’s WhatsApp group</a:t>
                      </a:r>
                      <a:endParaRPr lang="en-IN" sz="2200" dirty="0">
                        <a:solidFill>
                          <a:schemeClr val="tx1">
                            <a:lumMod val="75000"/>
                            <a:lumOff val="25000"/>
                          </a:schemeClr>
                        </a:solidFill>
                        <a:latin typeface="+mn-lt"/>
                      </a:endParaRPr>
                    </a:p>
                  </a:txBody>
                  <a:tcPr anchor="ctr"/>
                </a:tc>
                <a:extLst>
                  <a:ext uri="{0D108BD9-81ED-4DB2-BD59-A6C34878D82A}">
                    <a16:rowId xmlns:a16="http://schemas.microsoft.com/office/drawing/2014/main" val="3509314201"/>
                  </a:ext>
                </a:extLst>
              </a:tr>
              <a:tr h="927896">
                <a:tc>
                  <a:txBody>
                    <a:bodyPr/>
                    <a:lstStyle/>
                    <a:p>
                      <a:pPr algn="ctr"/>
                      <a:r>
                        <a:rPr lang="en-US" sz="2200" dirty="0">
                          <a:solidFill>
                            <a:schemeClr val="tx1">
                              <a:lumMod val="75000"/>
                              <a:lumOff val="25000"/>
                            </a:schemeClr>
                          </a:solidFill>
                          <a:latin typeface="+mn-lt"/>
                        </a:rPr>
                        <a:t>Risk: agents may repeat each other’s work</a:t>
                      </a:r>
                      <a:endParaRPr lang="en-US" sz="2200" dirty="0">
                        <a:solidFill>
                          <a:schemeClr val="tx1">
                            <a:lumMod val="75000"/>
                            <a:lumOff val="25000"/>
                          </a:schemeClr>
                        </a:solidFill>
                        <a:latin typeface="+mn-lt"/>
                      </a:endParaRPr>
                    </a:p>
                  </a:txBody>
                  <a:tcPr anchor="ctr"/>
                </a:tc>
                <a:tc>
                  <a:txBody>
                    <a:bodyPr/>
                    <a:lstStyle/>
                    <a:p>
                      <a:pPr algn="ctr">
                        <a:buNone/>
                      </a:pPr>
                      <a:r>
                        <a:rPr lang="en-US" sz="2200" dirty="0">
                          <a:solidFill>
                            <a:schemeClr val="tx1">
                              <a:lumMod val="75000"/>
                              <a:lumOff val="25000"/>
                            </a:schemeClr>
                          </a:solidFill>
                          <a:latin typeface="+mn-lt"/>
                        </a:rPr>
                        <a:t>Risk: one wrong note misleads everyone</a:t>
                      </a:r>
                      <a:endParaRPr lang="en-US" sz="2200" dirty="0">
                        <a:solidFill>
                          <a:schemeClr val="tx1">
                            <a:lumMod val="75000"/>
                            <a:lumOff val="25000"/>
                          </a:schemeClr>
                        </a:solidFill>
                        <a:latin typeface="+mn-lt"/>
                      </a:endParaRPr>
                    </a:p>
                  </a:txBody>
                  <a:tcPr anchor="ctr"/>
                </a:tc>
                <a:extLst>
                  <a:ext uri="{0D108BD9-81ED-4DB2-BD59-A6C34878D82A}">
                    <a16:rowId xmlns:a16="http://schemas.microsoft.com/office/drawing/2014/main" val="2939038818"/>
                  </a:ext>
                </a:extLst>
              </a:tr>
            </a:tbl>
          </a:graphicData>
        </a:graphic>
      </p:graphicFrame>
    </p:spTree>
    <p:custDataLst>
      <p:tags r:id="rId1"/>
    </p:custDataLst>
    <p:extLst>
      <p:ext uri="{BB962C8B-B14F-4D97-AF65-F5344CB8AC3E}">
        <p14:creationId xmlns:p14="http://schemas.microsoft.com/office/powerpoint/2010/main" val="8471637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78FFA-7A34-C476-D439-E876FFD3EA31}"/>
            </a:ext>
          </a:extLst>
        </p:cNvPr>
        <p:cNvGrpSpPr/>
        <p:nvPr/>
      </p:nvGrpSpPr>
      <p:grpSpPr>
        <a:xfrm>
          <a:off x="0" y="0"/>
          <a:ext cx="0" cy="0"/>
          <a:chOff x="0" y="0"/>
          <a:chExt cx="0" cy="0"/>
        </a:xfrm>
      </p:grpSpPr>
      <p:sp>
        <p:nvSpPr>
          <p:cNvPr id="22" name="Text Placeholder 21">
            <a:extLst>
              <a:ext uri="{FF2B5EF4-FFF2-40B4-BE49-F238E27FC236}">
                <a16:creationId xmlns:a16="http://schemas.microsoft.com/office/drawing/2014/main" id="{C98459EE-43D8-91D7-D9F6-F50FAB50325E}"/>
              </a:ext>
            </a:extLst>
          </p:cNvPr>
          <p:cNvSpPr>
            <a:spLocks noGrp="1"/>
          </p:cNvSpPr>
          <p:nvPr>
            <p:ph type="body" idx="10"/>
          </p:nvPr>
        </p:nvSpPr>
        <p:spPr>
          <a:xfrm>
            <a:off x="1606768" y="2327675"/>
            <a:ext cx="13042464" cy="908634"/>
          </a:xfrm>
        </p:spPr>
        <p:txBody>
          <a:bodyPr>
            <a:noAutofit/>
          </a:bodyPr>
          <a:lstStyle/>
          <a:p>
            <a:r>
              <a:rPr lang="en-US" b="1" dirty="0">
                <a:latin typeface="Open Sans" pitchFamily="2" charset="0"/>
              </a:rPr>
              <a:t>The problem:</a:t>
            </a:r>
            <a:r>
              <a:rPr lang="en-US" b="0" dirty="0">
                <a:latin typeface="Open Sans" pitchFamily="2" charset="0"/>
              </a:rPr>
              <a:t xml:space="preserve"> a digital bank wants to approve loans faster without breaking any rules.</a:t>
            </a:r>
            <a:endParaRPr lang="en-US" b="1" dirty="0">
              <a:latin typeface="Open Sans" pitchFamily="2" charset="0"/>
            </a:endParaRPr>
          </a:p>
          <a:p>
            <a:r>
              <a:rPr lang="en-US" dirty="0" b="1"/>
              <a:t>The crew:</a:t>
            </a:r>
            <a:r>
              <a:rPr lang="en-US" dirty="0" b="0"/>
              <a:t xml:space="preserve"> five agents. An ID checker, a credit scorer, a fraud spotter, an eligibility checker, and a paperwork writer.</a:t>
            </a:r>
            <a:endParaRPr lang="en-US" dirty="0"/>
          </a:p>
          <a:p>
            <a:r>
              <a:rPr lang="en-US" dirty="0"/>
              <a:t>What changes:</a:t>
            </a:r>
            <a:endParaRPr lang="en-US" dirty="0"/>
          </a:p>
        </p:txBody>
      </p:sp>
      <p:sp>
        <p:nvSpPr>
          <p:cNvPr id="5" name="Title 4">
            <a:extLst>
              <a:ext uri="{FF2B5EF4-FFF2-40B4-BE49-F238E27FC236}">
                <a16:creationId xmlns:a16="http://schemas.microsoft.com/office/drawing/2014/main" id="{9A25B9CF-3451-3C6F-5882-411EC8800924}"/>
              </a:ext>
            </a:extLst>
          </p:cNvPr>
          <p:cNvSpPr>
            <a:spLocks noGrp="1"/>
          </p:cNvSpPr>
          <p:nvPr>
            <p:ph type="title"/>
          </p:nvPr>
        </p:nvSpPr>
        <p:spPr/>
        <p:txBody>
          <a:bodyPr>
            <a:normAutofit/>
          </a:bodyPr>
          <a:lstStyle/>
          <a:p>
            <a:pPr>
              <a:lnSpc>
                <a:spcPct val="115000"/>
              </a:lnSpc>
            </a:pPr>
            <a:r>
              <a:rPr lang="en-IN" err="1"/>
              <a:t>CrewAI in Action: Faster Loan Approvals</a:t>
            </a:r>
            <a:endParaRPr lang="en-IN" err="1"/>
          </a:p>
        </p:txBody>
      </p:sp>
      <p:sp>
        <p:nvSpPr>
          <p:cNvPr id="24" name="Brandline_LVC">
            <a:extLst>
              <a:ext uri="{FF2B5EF4-FFF2-40B4-BE49-F238E27FC236}">
                <a16:creationId xmlns:a16="http://schemas.microsoft.com/office/drawing/2014/main" id="{5531FDB1-6E1D-8A61-FA52-3EDAE2BAF5D2}"/>
              </a:ext>
            </a:extLst>
          </p:cNvPr>
          <p:cNvSpPr/>
          <p:nvPr/>
        </p:nvSpPr>
        <p:spPr>
          <a:xfrm>
            <a:off x="6172200" y="869664"/>
            <a:ext cx="3907314"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F2EA28F7-C0C4-FEFD-EF69-ABEA3C62C70D}"/>
              </a:ext>
            </a:extLst>
          </p:cNvPr>
          <p:cNvSpPr txBox="1"/>
          <p:nvPr/>
        </p:nvSpPr>
        <p:spPr>
          <a:xfrm>
            <a:off x="1959652" y="4745921"/>
            <a:ext cx="4169826" cy="846514"/>
          </a:xfrm>
          <a:prstGeom prst="rect">
            <a:avLst/>
          </a:prstGeom>
          <a:noFill/>
        </p:spPr>
        <p:txBody>
          <a:bodyPr wrap="square" rtlCol="0">
            <a:spAutoFit/>
          </a:bodyPr>
          <a:lstStyle/>
          <a:p>
            <a:pPr algn="ctr">
              <a:lnSpc>
                <a:spcPct val="115000"/>
              </a:lnSpc>
            </a:pPr>
            <a:r>
              <a:rPr lang="en-US" sz="2200" dirty="0">
                <a:solidFill>
                  <a:schemeClr val="tx1">
                    <a:lumMod val="75000"/>
                    <a:lumOff val="25000"/>
                  </a:schemeClr>
                </a:solidFill>
                <a:latin typeface="Open Sans" pitchFamily="2" charset="0"/>
              </a:rPr>
              <a:t>Each agent does one job well, then passes the file on</a:t>
            </a:r>
            <a:endParaRPr lang="en-US" sz="2200" dirty="0">
              <a:solidFill>
                <a:schemeClr val="tx1">
                  <a:lumMod val="75000"/>
                  <a:lumOff val="25000"/>
                </a:schemeClr>
              </a:solidFill>
              <a:latin typeface="Open Sans" pitchFamily="2" charset="0"/>
            </a:endParaRPr>
          </a:p>
        </p:txBody>
      </p:sp>
      <p:sp>
        <p:nvSpPr>
          <p:cNvPr id="20" name="Rectangle: Rounded Corners 19">
            <a:extLst>
              <a:ext uri="{FF2B5EF4-FFF2-40B4-BE49-F238E27FC236}">
                <a16:creationId xmlns:a16="http://schemas.microsoft.com/office/drawing/2014/main" id="{1B2D7299-8664-3638-A043-0CDE578F1D3F}"/>
              </a:ext>
            </a:extLst>
          </p:cNvPr>
          <p:cNvSpPr/>
          <p:nvPr/>
        </p:nvSpPr>
        <p:spPr>
          <a:xfrm>
            <a:off x="1180059" y="1711173"/>
            <a:ext cx="13895882" cy="6355595"/>
          </a:xfrm>
          <a:prstGeom prst="roundRect">
            <a:avLst>
              <a:gd name="adj" fmla="val 459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03ED7C37-6AF5-F63C-E2C3-E8FF6F374821}"/>
              </a:ext>
            </a:extLst>
          </p:cNvPr>
          <p:cNvSpPr txBox="1"/>
          <p:nvPr/>
        </p:nvSpPr>
        <p:spPr>
          <a:xfrm>
            <a:off x="9755267" y="5186975"/>
            <a:ext cx="4934615" cy="846514"/>
          </a:xfrm>
          <a:prstGeom prst="rect">
            <a:avLst/>
          </a:prstGeom>
          <a:noFill/>
        </p:spPr>
        <p:txBody>
          <a:bodyPr wrap="square" rtlCol="0">
            <a:spAutoFit/>
          </a:bodyPr>
          <a:lstStyle/>
          <a:p>
            <a:pPr algn="ctr">
              <a:lnSpc>
                <a:spcPct val="115000"/>
              </a:lnSpc>
            </a:pPr>
            <a:r>
              <a:rPr lang="en-US" sz="2200" dirty="0">
                <a:solidFill>
                  <a:schemeClr val="tx1">
                    <a:lumMod val="75000"/>
                    <a:lumOff val="25000"/>
                  </a:schemeClr>
                </a:solidFill>
                <a:latin typeface="Open Sans" pitchFamily="2" charset="0"/>
              </a:rPr>
              <a:t>More applications handled, rules still followed</a:t>
            </a:r>
            <a:endParaRPr lang="en-US" sz="2200" dirty="0">
              <a:solidFill>
                <a:schemeClr val="tx1">
                  <a:lumMod val="75000"/>
                  <a:lumOff val="25000"/>
                </a:schemeClr>
              </a:solidFill>
              <a:latin typeface="Open Sans" pitchFamily="2" charset="0"/>
            </a:endParaRPr>
          </a:p>
        </p:txBody>
      </p:sp>
      <p:sp>
        <p:nvSpPr>
          <p:cNvPr id="44" name="TextBox 43">
            <a:extLst>
              <a:ext uri="{FF2B5EF4-FFF2-40B4-BE49-F238E27FC236}">
                <a16:creationId xmlns:a16="http://schemas.microsoft.com/office/drawing/2014/main" id="{9F74B12E-C2BD-3DB9-D591-021C88D8AE3E}"/>
              </a:ext>
            </a:extLst>
          </p:cNvPr>
          <p:cNvSpPr txBox="1"/>
          <p:nvPr/>
        </p:nvSpPr>
        <p:spPr>
          <a:xfrm>
            <a:off x="1849483" y="6095284"/>
            <a:ext cx="4169826" cy="457176"/>
          </a:xfrm>
          <a:prstGeom prst="rect">
            <a:avLst/>
          </a:prstGeom>
          <a:noFill/>
        </p:spPr>
        <p:txBody>
          <a:bodyPr wrap="square" rtlCol="0">
            <a:spAutoFit/>
          </a:bodyPr>
          <a:lstStyle/>
          <a:p>
            <a:pPr algn="ctr">
              <a:lnSpc>
                <a:spcPct val="115000"/>
              </a:lnSpc>
            </a:pPr>
            <a:r>
              <a:rPr lang="en-US" sz="2200" dirty="0">
                <a:solidFill>
                  <a:schemeClr val="tx1">
                    <a:lumMod val="75000"/>
                    <a:lumOff val="25000"/>
                  </a:schemeClr>
                </a:solidFill>
                <a:latin typeface="Open Sans" pitchFamily="2" charset="0"/>
              </a:rPr>
              <a:t>Faster approvals</a:t>
            </a:r>
            <a:endParaRPr lang="en-US" sz="2200" dirty="0">
              <a:solidFill>
                <a:schemeClr val="tx1">
                  <a:lumMod val="75000"/>
                  <a:lumOff val="25000"/>
                </a:schemeClr>
              </a:solidFill>
              <a:latin typeface="Open Sans" pitchFamily="2" charset="0"/>
            </a:endParaRPr>
          </a:p>
        </p:txBody>
      </p:sp>
      <p:sp>
        <p:nvSpPr>
          <p:cNvPr id="45" name="TextBox 44">
            <a:extLst>
              <a:ext uri="{FF2B5EF4-FFF2-40B4-BE49-F238E27FC236}">
                <a16:creationId xmlns:a16="http://schemas.microsoft.com/office/drawing/2014/main" id="{8A5062A9-7C3D-250D-12EF-1300D9B44CB9}"/>
              </a:ext>
            </a:extLst>
          </p:cNvPr>
          <p:cNvSpPr txBox="1"/>
          <p:nvPr/>
        </p:nvSpPr>
        <p:spPr>
          <a:xfrm>
            <a:off x="9967471" y="6540902"/>
            <a:ext cx="4856400" cy="457176"/>
          </a:xfrm>
          <a:prstGeom prst="rect">
            <a:avLst/>
          </a:prstGeom>
          <a:noFill/>
        </p:spPr>
        <p:txBody>
          <a:bodyPr wrap="square" rtlCol="0">
            <a:spAutoFit/>
          </a:bodyPr>
          <a:lstStyle/>
          <a:p>
            <a:pPr algn="ctr">
              <a:lnSpc>
                <a:spcPct val="115000"/>
              </a:lnSpc>
            </a:pPr>
            <a:r>
              <a:rPr lang="en-US" sz="2200" dirty="0">
                <a:solidFill>
                  <a:schemeClr val="tx1">
                    <a:lumMod val="75000"/>
                    <a:lumOff val="25000"/>
                  </a:schemeClr>
                </a:solidFill>
                <a:latin typeface="Open Sans" pitchFamily="2" charset="0"/>
              </a:rPr>
              <a:t>Fewer missed checks and mistakes</a:t>
            </a:r>
            <a:endParaRPr lang="en-US" sz="2200" dirty="0">
              <a:solidFill>
                <a:schemeClr val="tx1">
                  <a:lumMod val="75000"/>
                  <a:lumOff val="25000"/>
                </a:schemeClr>
              </a:solidFill>
              <a:latin typeface="Open Sans" pitchFamily="2" charset="0"/>
            </a:endParaRPr>
          </a:p>
        </p:txBody>
      </p:sp>
      <p:sp>
        <p:nvSpPr>
          <p:cNvPr id="36" name="Freeform 5">
            <a:extLst>
              <a:ext uri="{FF2B5EF4-FFF2-40B4-BE49-F238E27FC236}">
                <a16:creationId xmlns:a16="http://schemas.microsoft.com/office/drawing/2014/main" id="{72B32E8D-E168-2510-3E15-3376C0EEF283}"/>
              </a:ext>
            </a:extLst>
          </p:cNvPr>
          <p:cNvSpPr>
            <a:spLocks/>
          </p:cNvSpPr>
          <p:nvPr/>
        </p:nvSpPr>
        <p:spPr bwMode="auto">
          <a:xfrm rot="5400000">
            <a:off x="8229422" y="5502584"/>
            <a:ext cx="942285" cy="2533812"/>
          </a:xfrm>
          <a:custGeom>
            <a:avLst/>
            <a:gdLst>
              <a:gd name="T0" fmla="*/ 182 w 746"/>
              <a:gd name="T1" fmla="*/ 2006 h 2006"/>
              <a:gd name="T2" fmla="*/ 555 w 746"/>
              <a:gd name="T3" fmla="*/ 1703 h 2006"/>
              <a:gd name="T4" fmla="*/ 555 w 746"/>
              <a:gd name="T5" fmla="*/ 319 h 2006"/>
              <a:gd name="T6" fmla="*/ 746 w 746"/>
              <a:gd name="T7" fmla="*/ 319 h 2006"/>
              <a:gd name="T8" fmla="*/ 359 w 746"/>
              <a:gd name="T9" fmla="*/ 0 h 2006"/>
              <a:gd name="T10" fmla="*/ 0 w 746"/>
              <a:gd name="T11" fmla="*/ 319 h 2006"/>
              <a:gd name="T12" fmla="*/ 179 w 746"/>
              <a:gd name="T13" fmla="*/ 319 h 2006"/>
              <a:gd name="T14" fmla="*/ 182 w 746"/>
              <a:gd name="T15" fmla="*/ 2006 h 20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46" h="2006">
                <a:moveTo>
                  <a:pt x="182" y="2006"/>
                </a:moveTo>
                <a:lnTo>
                  <a:pt x="555" y="1703"/>
                </a:lnTo>
                <a:lnTo>
                  <a:pt x="555" y="319"/>
                </a:lnTo>
                <a:lnTo>
                  <a:pt x="746" y="319"/>
                </a:lnTo>
                <a:lnTo>
                  <a:pt x="359" y="0"/>
                </a:lnTo>
                <a:lnTo>
                  <a:pt x="0" y="319"/>
                </a:lnTo>
                <a:lnTo>
                  <a:pt x="179" y="319"/>
                </a:lnTo>
                <a:lnTo>
                  <a:pt x="182" y="2006"/>
                </a:lnTo>
                <a:close/>
              </a:path>
            </a:pathLst>
          </a:custGeom>
          <a:solidFill>
            <a:srgbClr val="FBE7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1867"/>
          </a:p>
        </p:txBody>
      </p:sp>
      <p:sp>
        <p:nvSpPr>
          <p:cNvPr id="37" name="Freeform 6">
            <a:extLst>
              <a:ext uri="{FF2B5EF4-FFF2-40B4-BE49-F238E27FC236}">
                <a16:creationId xmlns:a16="http://schemas.microsoft.com/office/drawing/2014/main" id="{CD8FA041-1265-991E-371F-7BD4B3989A37}"/>
              </a:ext>
            </a:extLst>
          </p:cNvPr>
          <p:cNvSpPr>
            <a:spLocks/>
          </p:cNvSpPr>
          <p:nvPr/>
        </p:nvSpPr>
        <p:spPr bwMode="auto">
          <a:xfrm rot="5400000">
            <a:off x="8218686" y="4808501"/>
            <a:ext cx="942285" cy="2002041"/>
          </a:xfrm>
          <a:custGeom>
            <a:avLst/>
            <a:gdLst>
              <a:gd name="T0" fmla="*/ 555 w 746"/>
              <a:gd name="T1" fmla="*/ 331 h 1585"/>
              <a:gd name="T2" fmla="*/ 746 w 746"/>
              <a:gd name="T3" fmla="*/ 331 h 1585"/>
              <a:gd name="T4" fmla="*/ 359 w 746"/>
              <a:gd name="T5" fmla="*/ 0 h 1585"/>
              <a:gd name="T6" fmla="*/ 0 w 746"/>
              <a:gd name="T7" fmla="*/ 331 h 1585"/>
              <a:gd name="T8" fmla="*/ 179 w 746"/>
              <a:gd name="T9" fmla="*/ 331 h 1585"/>
              <a:gd name="T10" fmla="*/ 179 w 746"/>
              <a:gd name="T11" fmla="*/ 913 h 1585"/>
              <a:gd name="T12" fmla="*/ 179 w 746"/>
              <a:gd name="T13" fmla="*/ 1282 h 1585"/>
              <a:gd name="T14" fmla="*/ 566 w 746"/>
              <a:gd name="T15" fmla="*/ 1585 h 1585"/>
              <a:gd name="T16" fmla="*/ 563 w 746"/>
              <a:gd name="T17" fmla="*/ 913 h 1585"/>
              <a:gd name="T18" fmla="*/ 555 w 746"/>
              <a:gd name="T19" fmla="*/ 331 h 1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6" h="1585">
                <a:moveTo>
                  <a:pt x="555" y="331"/>
                </a:moveTo>
                <a:lnTo>
                  <a:pt x="746" y="331"/>
                </a:lnTo>
                <a:lnTo>
                  <a:pt x="359" y="0"/>
                </a:lnTo>
                <a:lnTo>
                  <a:pt x="0" y="331"/>
                </a:lnTo>
                <a:lnTo>
                  <a:pt x="179" y="331"/>
                </a:lnTo>
                <a:lnTo>
                  <a:pt x="179" y="913"/>
                </a:lnTo>
                <a:lnTo>
                  <a:pt x="179" y="1282"/>
                </a:lnTo>
                <a:lnTo>
                  <a:pt x="566" y="1585"/>
                </a:lnTo>
                <a:lnTo>
                  <a:pt x="563" y="913"/>
                </a:lnTo>
                <a:lnTo>
                  <a:pt x="555" y="331"/>
                </a:lnTo>
                <a:close/>
              </a:path>
            </a:pathLst>
          </a:custGeom>
          <a:solidFill>
            <a:srgbClr val="7CD3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1867"/>
          </a:p>
        </p:txBody>
      </p:sp>
      <p:sp>
        <p:nvSpPr>
          <p:cNvPr id="41" name="Freeform 7">
            <a:extLst>
              <a:ext uri="{FF2B5EF4-FFF2-40B4-BE49-F238E27FC236}">
                <a16:creationId xmlns:a16="http://schemas.microsoft.com/office/drawing/2014/main" id="{B31A8AD0-CC03-F5F2-AD36-D93B1F91B117}"/>
              </a:ext>
            </a:extLst>
          </p:cNvPr>
          <p:cNvSpPr>
            <a:spLocks/>
          </p:cNvSpPr>
          <p:nvPr/>
        </p:nvSpPr>
        <p:spPr bwMode="auto">
          <a:xfrm rot="5400000">
            <a:off x="7062302" y="5031441"/>
            <a:ext cx="942285" cy="2533812"/>
          </a:xfrm>
          <a:custGeom>
            <a:avLst/>
            <a:gdLst>
              <a:gd name="T0" fmla="*/ 168 w 746"/>
              <a:gd name="T1" fmla="*/ 0 h 2006"/>
              <a:gd name="T2" fmla="*/ 555 w 746"/>
              <a:gd name="T3" fmla="*/ 303 h 2006"/>
              <a:gd name="T4" fmla="*/ 555 w 746"/>
              <a:gd name="T5" fmla="*/ 1687 h 2006"/>
              <a:gd name="T6" fmla="*/ 746 w 746"/>
              <a:gd name="T7" fmla="*/ 1687 h 2006"/>
              <a:gd name="T8" fmla="*/ 359 w 746"/>
              <a:gd name="T9" fmla="*/ 2006 h 2006"/>
              <a:gd name="T10" fmla="*/ 0 w 746"/>
              <a:gd name="T11" fmla="*/ 1687 h 2006"/>
              <a:gd name="T12" fmla="*/ 179 w 746"/>
              <a:gd name="T13" fmla="*/ 1687 h 2006"/>
              <a:gd name="T14" fmla="*/ 168 w 746"/>
              <a:gd name="T15" fmla="*/ 0 h 20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46" h="2006">
                <a:moveTo>
                  <a:pt x="168" y="0"/>
                </a:moveTo>
                <a:lnTo>
                  <a:pt x="555" y="303"/>
                </a:lnTo>
                <a:lnTo>
                  <a:pt x="555" y="1687"/>
                </a:lnTo>
                <a:lnTo>
                  <a:pt x="746" y="1687"/>
                </a:lnTo>
                <a:lnTo>
                  <a:pt x="359" y="2006"/>
                </a:lnTo>
                <a:lnTo>
                  <a:pt x="0" y="1687"/>
                </a:lnTo>
                <a:lnTo>
                  <a:pt x="179" y="1687"/>
                </a:lnTo>
                <a:lnTo>
                  <a:pt x="168" y="0"/>
                </a:lnTo>
                <a:close/>
              </a:path>
            </a:pathLst>
          </a:custGeom>
          <a:solidFill>
            <a:srgbClr val="91DEA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1867"/>
          </a:p>
        </p:txBody>
      </p:sp>
      <p:sp>
        <p:nvSpPr>
          <p:cNvPr id="42" name="Freeform 8">
            <a:extLst>
              <a:ext uri="{FF2B5EF4-FFF2-40B4-BE49-F238E27FC236}">
                <a16:creationId xmlns:a16="http://schemas.microsoft.com/office/drawing/2014/main" id="{E103B519-0FAC-A292-BC0C-92A6AF708E9D}"/>
              </a:ext>
            </a:extLst>
          </p:cNvPr>
          <p:cNvSpPr>
            <a:spLocks/>
          </p:cNvSpPr>
          <p:nvPr/>
        </p:nvSpPr>
        <p:spPr bwMode="auto">
          <a:xfrm rot="5400000">
            <a:off x="7264401" y="4336727"/>
            <a:ext cx="942285" cy="2003303"/>
          </a:xfrm>
          <a:custGeom>
            <a:avLst/>
            <a:gdLst>
              <a:gd name="T0" fmla="*/ 565 w 746"/>
              <a:gd name="T1" fmla="*/ 1254 h 1586"/>
              <a:gd name="T2" fmla="*/ 746 w 746"/>
              <a:gd name="T3" fmla="*/ 1254 h 1586"/>
              <a:gd name="T4" fmla="*/ 359 w 746"/>
              <a:gd name="T5" fmla="*/ 1586 h 1586"/>
              <a:gd name="T6" fmla="*/ 0 w 746"/>
              <a:gd name="T7" fmla="*/ 1254 h 1586"/>
              <a:gd name="T8" fmla="*/ 179 w 746"/>
              <a:gd name="T9" fmla="*/ 1254 h 1586"/>
              <a:gd name="T10" fmla="*/ 179 w 746"/>
              <a:gd name="T11" fmla="*/ 673 h 1586"/>
              <a:gd name="T12" fmla="*/ 179 w 746"/>
              <a:gd name="T13" fmla="*/ 303 h 1586"/>
              <a:gd name="T14" fmla="*/ 566 w 746"/>
              <a:gd name="T15" fmla="*/ 0 h 1586"/>
              <a:gd name="T16" fmla="*/ 570 w 746"/>
              <a:gd name="T17" fmla="*/ 679 h 1586"/>
              <a:gd name="T18" fmla="*/ 565 w 746"/>
              <a:gd name="T19" fmla="*/ 1254 h 1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6" h="1586">
                <a:moveTo>
                  <a:pt x="565" y="1254"/>
                </a:moveTo>
                <a:lnTo>
                  <a:pt x="746" y="1254"/>
                </a:lnTo>
                <a:lnTo>
                  <a:pt x="359" y="1586"/>
                </a:lnTo>
                <a:lnTo>
                  <a:pt x="0" y="1254"/>
                </a:lnTo>
                <a:lnTo>
                  <a:pt x="179" y="1254"/>
                </a:lnTo>
                <a:lnTo>
                  <a:pt x="179" y="673"/>
                </a:lnTo>
                <a:lnTo>
                  <a:pt x="179" y="303"/>
                </a:lnTo>
                <a:lnTo>
                  <a:pt x="566" y="0"/>
                </a:lnTo>
                <a:lnTo>
                  <a:pt x="570" y="679"/>
                </a:lnTo>
                <a:lnTo>
                  <a:pt x="565" y="1254"/>
                </a:lnTo>
                <a:close/>
              </a:path>
            </a:pathLst>
          </a:custGeom>
          <a:solidFill>
            <a:srgbClr val="288D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1867"/>
          </a:p>
        </p:txBody>
      </p:sp>
    </p:spTree>
    <p:custDataLst>
      <p:tags r:id="rId1"/>
    </p:custDataLst>
    <p:extLst>
      <p:ext uri="{BB962C8B-B14F-4D97-AF65-F5344CB8AC3E}">
        <p14:creationId xmlns:p14="http://schemas.microsoft.com/office/powerpoint/2010/main" val="15113878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008FD-337C-324B-D6C5-ACE75D29201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9781DC3-AC2B-6F49-C772-C5F8EA8AE8F6}"/>
              </a:ext>
            </a:extLst>
          </p:cNvPr>
          <p:cNvSpPr>
            <a:spLocks noGrp="1"/>
          </p:cNvSpPr>
          <p:nvPr>
            <p:ph type="body" idx="2"/>
          </p:nvPr>
        </p:nvSpPr>
        <p:spPr>
          <a:xfrm>
            <a:off x="8128000" y="3371850"/>
            <a:ext cx="7315200" cy="3627660"/>
          </a:xfrm>
        </p:spPr>
        <p:txBody>
          <a:bodyPr/>
          <a:lstStyle/>
          <a:p>
            <a:pPr>
              <a:lnSpc>
                <a:spcPct val="115000"/>
              </a:lnSpc>
            </a:pPr>
            <a:r>
              <a:rPr lang="en-US" dirty="0"/>
              <a:t>So agents can do more tasks without limits</a:t>
            </a:r>
            <a:endParaRPr lang="en-US" dirty="0"/>
          </a:p>
          <a:p>
            <a:pPr>
              <a:lnSpc>
                <a:spcPct val="115000"/>
              </a:lnSpc>
            </a:pPr>
            <a:r>
              <a:rPr lang="en-US" dirty="0"/>
              <a:t>So every agent can use every tool</a:t>
            </a:r>
            <a:endParaRPr lang="en-US" dirty="0"/>
          </a:p>
          <a:p>
            <a:pPr>
              <a:lnSpc>
                <a:spcPct val="115000"/>
              </a:lnSpc>
            </a:pPr>
            <a:r>
              <a:rPr lang="en-US" dirty="0"/>
              <a:t>So each agent uses only what its job requires</a:t>
            </a:r>
            <a:endParaRPr lang="en-US" dirty="0"/>
          </a:p>
          <a:p>
            <a:pPr>
              <a:lnSpc>
                <a:spcPct val="115000"/>
              </a:lnSpc>
            </a:pPr>
            <a:r>
              <a:rPr lang="en-US" dirty="0"/>
              <a:t>So agents can take over other agents’ tools</a:t>
            </a:r>
            <a:endParaRPr lang="en-US" dirty="0"/>
          </a:p>
        </p:txBody>
      </p:sp>
      <p:sp>
        <p:nvSpPr>
          <p:cNvPr id="3" name="Text Placeholder 2">
            <a:extLst>
              <a:ext uri="{FF2B5EF4-FFF2-40B4-BE49-F238E27FC236}">
                <a16:creationId xmlns:a16="http://schemas.microsoft.com/office/drawing/2014/main" id="{E4499651-F421-28B2-5EF4-3D58D479ECD6}"/>
              </a:ext>
            </a:extLst>
          </p:cNvPr>
          <p:cNvSpPr>
            <a:spLocks noGrp="1"/>
          </p:cNvSpPr>
          <p:nvPr>
            <p:ph type="body" idx="10"/>
          </p:nvPr>
        </p:nvSpPr>
        <p:spPr>
          <a:xfrm>
            <a:off x="8128000" y="2430800"/>
            <a:ext cx="7315200" cy="771878"/>
          </a:xfrm>
        </p:spPr>
        <p:txBody>
          <a:bodyPr/>
          <a:lstStyle/>
          <a:p>
            <a:pPr>
              <a:lnSpc>
                <a:spcPct val="115000"/>
              </a:lnSpc>
            </a:pPr>
            <a:r>
              <a:rPr lang="en-US" dirty="0"/>
              <a:t>Why do we give each agent only the tools its role needs?</a:t>
            </a:r>
            <a:endParaRPr lang="en-US" dirty="0"/>
          </a:p>
        </p:txBody>
      </p:sp>
    </p:spTree>
    <p:custDataLst>
      <p:tags r:id="rId1"/>
    </p:custDataLst>
    <p:extLst>
      <p:ext uri="{BB962C8B-B14F-4D97-AF65-F5344CB8AC3E}">
        <p14:creationId xmlns:p14="http://schemas.microsoft.com/office/powerpoint/2010/main" val="649307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6E2F1-D55D-4319-0B8A-3DF760F4A4B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64E52CE2-5541-4B87-2A2C-E5BF03755E32}"/>
              </a:ext>
            </a:extLst>
          </p:cNvPr>
          <p:cNvSpPr>
            <a:spLocks noGrp="1"/>
          </p:cNvSpPr>
          <p:nvPr>
            <p:ph type="title"/>
          </p:nvPr>
        </p:nvSpPr>
        <p:spPr>
          <a:xfrm>
            <a:off x="2421576" y="341503"/>
            <a:ext cx="9696532" cy="646426"/>
          </a:xfrm>
        </p:spPr>
        <p:txBody>
          <a:bodyPr/>
          <a:lstStyle/>
          <a:p>
            <a:r>
              <a:rPr lang="en-US" dirty="0"/>
              <a:t>A “Receptionist” Agent with CrewAI</a:t>
            </a:r>
            <a:endParaRPr lang="en-US" dirty="0"/>
          </a:p>
        </p:txBody>
      </p:sp>
      <p:sp>
        <p:nvSpPr>
          <p:cNvPr id="4" name="Text Placeholder 3">
            <a:extLst>
              <a:ext uri="{FF2B5EF4-FFF2-40B4-BE49-F238E27FC236}">
                <a16:creationId xmlns:a16="http://schemas.microsoft.com/office/drawing/2014/main" id="{8A0A7F1F-E9FF-D76F-C334-8B39D1F1A631}"/>
              </a:ext>
            </a:extLst>
          </p:cNvPr>
          <p:cNvSpPr>
            <a:spLocks noGrp="1"/>
          </p:cNvSpPr>
          <p:nvPr>
            <p:ph type="body" sz="quarter" idx="11"/>
          </p:nvPr>
        </p:nvSpPr>
        <p:spPr>
          <a:xfrm>
            <a:off x="1279501" y="2556374"/>
            <a:ext cx="13696999" cy="1186286"/>
          </a:xfrm>
        </p:spPr>
        <p:txBody>
          <a:bodyPr>
            <a:noAutofit/>
          </a:bodyPr>
          <a:lstStyle/>
          <a:p>
            <a:pPr>
              <a:lnSpc>
                <a:spcPct val="115000"/>
              </a:lnSpc>
            </a:pPr>
            <a:r>
              <a:rPr lang="en-US" b="1" dirty="0"/>
              <a:t>Scenario:</a:t>
            </a:r>
            <a:r>
              <a:rPr lang="en-US" b="0" dirty="0"/>
              <a:t xml:space="preserve"> A knowledge website gets hundreds of questions a day. Some need fresh information from the web, some don’t. We’ll build two agents: a router (the receptionist) that decides if a web search is needed, and a researcher who searches and answers. Fast answers, and no wasted searches.</a:t>
            </a:r>
            <a:endParaRPr lang="en-US" b="1" dirty="0"/>
          </a:p>
        </p:txBody>
      </p:sp>
      <p:sp>
        <p:nvSpPr>
          <p:cNvPr id="5" name="Text Placeholder 4">
            <a:extLst>
              <a:ext uri="{FF2B5EF4-FFF2-40B4-BE49-F238E27FC236}">
                <a16:creationId xmlns:a16="http://schemas.microsoft.com/office/drawing/2014/main" id="{55E83093-A858-FC9D-05B1-4136DDE42643}"/>
              </a:ext>
            </a:extLst>
          </p:cNvPr>
          <p:cNvSpPr>
            <a:spLocks noGrp="1"/>
          </p:cNvSpPr>
          <p:nvPr>
            <p:ph type="body" sz="quarter" idx="14"/>
          </p:nvPr>
        </p:nvSpPr>
        <p:spPr>
          <a:xfrm>
            <a:off x="13416914" y="1793560"/>
            <a:ext cx="565786" cy="574675"/>
          </a:xfrm>
        </p:spPr>
        <p:txBody>
          <a:bodyPr wrap="none"/>
          <a:lstStyle/>
          <a:p>
            <a:r>
              <a:rPr lang="en-IN"/>
              <a:t>30</a:t>
            </a:r>
          </a:p>
        </p:txBody>
      </p:sp>
      <p:sp>
        <p:nvSpPr>
          <p:cNvPr id="2" name="Text Placeholder 3">
            <a:extLst>
              <a:ext uri="{FF2B5EF4-FFF2-40B4-BE49-F238E27FC236}">
                <a16:creationId xmlns:a16="http://schemas.microsoft.com/office/drawing/2014/main" id="{EDE6D92F-3850-B639-78F0-68B530866B3A}"/>
              </a:ext>
            </a:extLst>
          </p:cNvPr>
          <p:cNvSpPr txBox="1">
            <a:spLocks/>
          </p:cNvSpPr>
          <p:nvPr/>
        </p:nvSpPr>
        <p:spPr>
          <a:xfrm>
            <a:off x="2023038" y="7201240"/>
            <a:ext cx="12567280" cy="861998"/>
          </a:xfrm>
          <a:prstGeom prst="rect">
            <a:avLst/>
          </a:prstGeom>
        </p:spPr>
        <p:txBody>
          <a:bodyPr vert="horz" lIns="91440" tIns="45720" rIns="91440" bIns="45720" rtlCol="0" anchor="t">
            <a:noAutofit/>
          </a:bodyPr>
          <a:lstStyle>
            <a:lvl1pPr marL="0" indent="0" algn="l" defTabSz="914400" rtl="0" eaLnBrk="1" latinLnBrk="0" hangingPunct="1">
              <a:lnSpc>
                <a:spcPct val="114000"/>
              </a:lnSpc>
              <a:spcBef>
                <a:spcPts val="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114000"/>
              </a:lnSpc>
              <a:spcBef>
                <a:spcPts val="1000"/>
              </a:spcBef>
              <a:buFontTx/>
              <a:buNone/>
              <a:defRPr lang="en-GB"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gn="l" defTabSz="914400" rtl="0" eaLnBrk="1" latinLnBrk="0" hangingPunct="1">
              <a:lnSpc>
                <a:spcPct val="114000"/>
              </a:lnSpc>
              <a:spcBef>
                <a:spcPts val="1000"/>
              </a:spcBef>
              <a:buFontTx/>
              <a:buNone/>
              <a:defRPr lang="en-GB"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gn="l" defTabSz="914400" rtl="0" eaLnBrk="1" latinLnBrk="0" hangingPunct="1">
              <a:lnSpc>
                <a:spcPct val="114000"/>
              </a:lnSpc>
              <a:spcBef>
                <a:spcPts val="1000"/>
              </a:spcBef>
              <a:buFontTx/>
              <a:buNone/>
              <a:defRPr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gn="l" defTabSz="914400" rtl="0" eaLnBrk="1" latinLnBrk="0" hangingPunct="1">
              <a:lnSpc>
                <a:spcPct val="114000"/>
              </a:lnSpc>
              <a:spcBef>
                <a:spcPts val="1000"/>
              </a:spcBef>
              <a:buFontTx/>
              <a:buNone/>
              <a:defRPr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t>Please download the demo document from the reference material section to perform </a:t>
            </a:r>
          </a:p>
          <a:p>
            <a:pPr algn="ctr">
              <a:lnSpc>
                <a:spcPct val="100000"/>
              </a:lnSpc>
            </a:pPr>
            <a:r>
              <a:rPr lang="en-US"/>
              <a:t>step-by-step execution.</a:t>
            </a:r>
          </a:p>
        </p:txBody>
      </p:sp>
      <p:sp>
        <p:nvSpPr>
          <p:cNvPr id="3" name="Rectangle: Rounded Corners 2">
            <a:extLst>
              <a:ext uri="{FF2B5EF4-FFF2-40B4-BE49-F238E27FC236}">
                <a16:creationId xmlns:a16="http://schemas.microsoft.com/office/drawing/2014/main" id="{B8385E8A-E6BF-3EB7-2682-0DFABF9D0755}"/>
              </a:ext>
            </a:extLst>
          </p:cNvPr>
          <p:cNvSpPr/>
          <p:nvPr/>
        </p:nvSpPr>
        <p:spPr>
          <a:xfrm>
            <a:off x="1634150" y="6737385"/>
            <a:ext cx="13109729" cy="1480471"/>
          </a:xfrm>
          <a:prstGeom prst="roundRect">
            <a:avLst/>
          </a:prstGeom>
          <a:noFill/>
          <a:ln w="25400"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a:spcBef>
                <a:spcPts val="1000"/>
              </a:spcBef>
              <a:spcAft>
                <a:spcPct val="0"/>
              </a:spcAft>
              <a:buClr>
                <a:srgbClr val="000000"/>
              </a:buClr>
              <a:buSzPts val="2200"/>
              <a:buFont typeface="Arial"/>
            </a:pPr>
            <a:endParaRPr lang="en-IN" sz="2200" b="1">
              <a:solidFill>
                <a:srgbClr val="404040"/>
              </a:solidFill>
              <a:latin typeface="Open Sans" panose="020B0606030504020204" pitchFamily="34" charset="0"/>
              <a:ea typeface="Open Sans"/>
              <a:cs typeface="Open Sans"/>
            </a:endParaRPr>
          </a:p>
        </p:txBody>
      </p:sp>
      <p:sp>
        <p:nvSpPr>
          <p:cNvPr id="6" name="Rectangle: Rounded Corners 5">
            <a:extLst>
              <a:ext uri="{FF2B5EF4-FFF2-40B4-BE49-F238E27FC236}">
                <a16:creationId xmlns:a16="http://schemas.microsoft.com/office/drawing/2014/main" id="{1F9F4E79-AB6A-D6A1-5187-1642040C5AB8}"/>
              </a:ext>
            </a:extLst>
          </p:cNvPr>
          <p:cNvSpPr/>
          <p:nvPr/>
        </p:nvSpPr>
        <p:spPr>
          <a:xfrm>
            <a:off x="2023039" y="6457989"/>
            <a:ext cx="1767652" cy="528084"/>
          </a:xfrm>
          <a:prstGeom prst="roundRect">
            <a:avLst/>
          </a:prstGeom>
          <a:solidFill>
            <a:srgbClr val="0171C0"/>
          </a:solidFill>
          <a:ln w="25400"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a:spcBef>
                <a:spcPts val="1000"/>
              </a:spcBef>
              <a:spcAft>
                <a:spcPct val="0"/>
              </a:spcAft>
              <a:buClr>
                <a:srgbClr val="000000"/>
              </a:buClr>
              <a:buSzPts val="2200"/>
              <a:buFont typeface="Arial"/>
            </a:pPr>
            <a:endParaRPr lang="en-IN" sz="2200" b="1">
              <a:solidFill>
                <a:srgbClr val="404040"/>
              </a:solidFill>
              <a:latin typeface="Open Sans" panose="020B0606030504020204" pitchFamily="34" charset="0"/>
              <a:ea typeface="Open Sans"/>
              <a:cs typeface="Open Sans"/>
            </a:endParaRPr>
          </a:p>
        </p:txBody>
      </p:sp>
      <p:sp>
        <p:nvSpPr>
          <p:cNvPr id="7" name="Text Placeholder 3">
            <a:extLst>
              <a:ext uri="{FF2B5EF4-FFF2-40B4-BE49-F238E27FC236}">
                <a16:creationId xmlns:a16="http://schemas.microsoft.com/office/drawing/2014/main" id="{65842F63-12B1-2FD3-DEA0-C9AFE35CE986}"/>
              </a:ext>
            </a:extLst>
          </p:cNvPr>
          <p:cNvSpPr txBox="1">
            <a:spLocks/>
          </p:cNvSpPr>
          <p:nvPr/>
        </p:nvSpPr>
        <p:spPr>
          <a:xfrm>
            <a:off x="2023038" y="6518538"/>
            <a:ext cx="1767652" cy="528084"/>
          </a:xfrm>
          <a:prstGeom prst="rect">
            <a:avLst/>
          </a:prstGeom>
        </p:spPr>
        <p:txBody>
          <a:bodyPr vert="horz" lIns="91440" tIns="45720" rIns="91440" bIns="45720" rtlCol="0" anchor="t">
            <a:noAutofit/>
          </a:bodyPr>
          <a:lstStyle>
            <a:lvl1pPr marL="0" indent="0" algn="l" defTabSz="914400" rtl="0" eaLnBrk="1" latinLnBrk="0" hangingPunct="1">
              <a:lnSpc>
                <a:spcPct val="114000"/>
              </a:lnSpc>
              <a:spcBef>
                <a:spcPts val="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114000"/>
              </a:lnSpc>
              <a:spcBef>
                <a:spcPts val="1000"/>
              </a:spcBef>
              <a:buFontTx/>
              <a:buNone/>
              <a:defRPr lang="en-GB"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gn="l" defTabSz="914400" rtl="0" eaLnBrk="1" latinLnBrk="0" hangingPunct="1">
              <a:lnSpc>
                <a:spcPct val="114000"/>
              </a:lnSpc>
              <a:spcBef>
                <a:spcPts val="1000"/>
              </a:spcBef>
              <a:buFontTx/>
              <a:buNone/>
              <a:defRPr lang="en-GB"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gn="l" defTabSz="914400" rtl="0" eaLnBrk="1" latinLnBrk="0" hangingPunct="1">
              <a:lnSpc>
                <a:spcPct val="114000"/>
              </a:lnSpc>
              <a:spcBef>
                <a:spcPts val="1000"/>
              </a:spcBef>
              <a:buFontTx/>
              <a:buNone/>
              <a:defRPr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gn="l" defTabSz="914400" rtl="0" eaLnBrk="1" latinLnBrk="0" hangingPunct="1">
              <a:lnSpc>
                <a:spcPct val="114000"/>
              </a:lnSpc>
              <a:spcBef>
                <a:spcPts val="1000"/>
              </a:spcBef>
              <a:buFontTx/>
              <a:buNone/>
              <a:defRPr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b="1">
                <a:solidFill>
                  <a:schemeClr val="bg1"/>
                </a:solidFill>
              </a:rPr>
              <a:t>Note:</a:t>
            </a:r>
          </a:p>
        </p:txBody>
      </p:sp>
    </p:spTree>
    <p:custDataLst>
      <p:tags r:id="rId1"/>
    </p:custDataLst>
    <p:extLst>
      <p:ext uri="{BB962C8B-B14F-4D97-AF65-F5344CB8AC3E}">
        <p14:creationId xmlns:p14="http://schemas.microsoft.com/office/powerpoint/2010/main" val="2972495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C3428-AD6B-36A4-84F8-22A8D9C8084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E407403-7778-66C2-937E-B36F5DB38A10}"/>
              </a:ext>
            </a:extLst>
          </p:cNvPr>
          <p:cNvSpPr>
            <a:spLocks noGrp="1"/>
          </p:cNvSpPr>
          <p:nvPr>
            <p:ph type="title"/>
          </p:nvPr>
        </p:nvSpPr>
        <p:spPr/>
        <p:txBody>
          <a:bodyPr>
            <a:normAutofit/>
          </a:bodyPr>
          <a:lstStyle/>
          <a:p>
            <a:r>
              <a:rPr lang="en-US" dirty="0"/>
              <a:t>Four Ways Agents Share the Work</a:t>
            </a:r>
            <a:endParaRPr lang="en-US" dirty="0"/>
          </a:p>
        </p:txBody>
      </p:sp>
      <p:sp>
        <p:nvSpPr>
          <p:cNvPr id="24" name="Brandline_LVC">
            <a:extLst>
              <a:ext uri="{FF2B5EF4-FFF2-40B4-BE49-F238E27FC236}">
                <a16:creationId xmlns:a16="http://schemas.microsoft.com/office/drawing/2014/main" id="{1A215EC0-F848-B52C-82F9-1606134A35C8}"/>
              </a:ext>
            </a:extLst>
          </p:cNvPr>
          <p:cNvSpPr/>
          <p:nvPr/>
        </p:nvSpPr>
        <p:spPr>
          <a:xfrm>
            <a:off x="4191000" y="816324"/>
            <a:ext cx="787011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36282B64-0D8E-49D3-2312-869FF921BF95}"/>
              </a:ext>
            </a:extLst>
          </p:cNvPr>
          <p:cNvSpPr txBox="1"/>
          <p:nvPr/>
        </p:nvSpPr>
        <p:spPr>
          <a:xfrm>
            <a:off x="2237363" y="1440870"/>
            <a:ext cx="12548681" cy="846514"/>
          </a:xfrm>
          <a:prstGeom prst="rect">
            <a:avLst/>
          </a:prstGeom>
          <a:noFill/>
        </p:spPr>
        <p:txBody>
          <a:bodyPr wrap="square" rtlCol="0">
            <a:spAutoFit/>
          </a:bodyPr>
          <a:lstStyle/>
          <a:p>
            <a:pPr algn="ctr">
              <a:lnSpc>
                <a:spcPct val="115000"/>
              </a:lnSpc>
            </a:pPr>
            <a:r>
              <a:rPr lang="en-US" sz="2200" dirty="0">
                <a:solidFill>
                  <a:srgbClr val="404040"/>
                </a:solidFill>
                <a:latin typeface="Open Sans" pitchFamily="2" charset="0"/>
              </a:rPr>
              <a:t>Coordination means who works when. A crew can follow one of four patterns:</a:t>
            </a:r>
            <a:endParaRPr lang="en-US" sz="2200" dirty="0">
              <a:solidFill>
                <a:srgbClr val="404040"/>
              </a:solidFill>
              <a:latin typeface="Open Sans" pitchFamily="2" charset="0"/>
            </a:endParaRPr>
          </a:p>
        </p:txBody>
      </p:sp>
      <p:sp>
        <p:nvSpPr>
          <p:cNvPr id="10" name="Google Shape;5629;ge3efd1aa76_0_4906">
            <a:extLst>
              <a:ext uri="{FF2B5EF4-FFF2-40B4-BE49-F238E27FC236}">
                <a16:creationId xmlns:a16="http://schemas.microsoft.com/office/drawing/2014/main" id="{A3616365-1261-A8FA-6F37-015D43DC4704}"/>
              </a:ext>
            </a:extLst>
          </p:cNvPr>
          <p:cNvSpPr txBox="1"/>
          <p:nvPr/>
        </p:nvSpPr>
        <p:spPr>
          <a:xfrm>
            <a:off x="6252652" y="7781017"/>
            <a:ext cx="5091852" cy="481630"/>
          </a:xfrm>
          <a:prstGeom prst="rect">
            <a:avLst/>
          </a:prstGeom>
          <a:noFill/>
          <a:ln>
            <a:noFill/>
          </a:ln>
        </p:spPr>
        <p:txBody>
          <a:bodyPr spcFirstLastPara="1" wrap="square" lIns="91425" tIns="45700" rIns="91425" bIns="45700" anchor="ctr" anchorCtr="0">
            <a:spAutoFit/>
          </a:bodyPr>
          <a:lstStyle/>
          <a:p>
            <a:pPr lvl="0" algn="ctr">
              <a:lnSpc>
                <a:spcPct val="115000"/>
              </a:lnSpc>
              <a:buClr>
                <a:srgbClr val="000000"/>
              </a:buClr>
              <a:buSzPts val="2200"/>
            </a:pPr>
            <a:r>
              <a:rPr lang="en-US" sz="2200" dirty="0">
                <a:solidFill>
                  <a:srgbClr val="404040"/>
                </a:solidFill>
                <a:latin typeface="Open Sans" pitchFamily="2" charset="0"/>
                <a:ea typeface="Open Sans"/>
                <a:cs typeface="Open Sans"/>
                <a:sym typeface="Open Sans"/>
              </a:rPr>
              <a:t>Dynamic (changes plan on the go)</a:t>
            </a:r>
            <a:endParaRPr lang="en-US" sz="2200" dirty="0">
              <a:solidFill>
                <a:srgbClr val="404040"/>
              </a:solidFill>
              <a:latin typeface="Open Sans" pitchFamily="2" charset="0"/>
              <a:ea typeface="Open Sans"/>
              <a:cs typeface="Open Sans"/>
              <a:sym typeface="Open Sans"/>
            </a:endParaRPr>
          </a:p>
        </p:txBody>
      </p:sp>
      <p:sp>
        <p:nvSpPr>
          <p:cNvPr id="11" name="Google Shape;5631;ge3efd1aa76_0_4906">
            <a:extLst>
              <a:ext uri="{FF2B5EF4-FFF2-40B4-BE49-F238E27FC236}">
                <a16:creationId xmlns:a16="http://schemas.microsoft.com/office/drawing/2014/main" id="{4C440098-F994-BCCE-556B-6D4E49212BC1}"/>
              </a:ext>
            </a:extLst>
          </p:cNvPr>
          <p:cNvSpPr txBox="1"/>
          <p:nvPr/>
        </p:nvSpPr>
        <p:spPr>
          <a:xfrm>
            <a:off x="3161861" y="5943652"/>
            <a:ext cx="3864000" cy="481630"/>
          </a:xfrm>
          <a:prstGeom prst="rect">
            <a:avLst/>
          </a:prstGeom>
          <a:noFill/>
          <a:ln>
            <a:noFill/>
          </a:ln>
        </p:spPr>
        <p:txBody>
          <a:bodyPr spcFirstLastPara="1" wrap="square" lIns="91425" tIns="45700" rIns="91425" bIns="45700" anchor="t" anchorCtr="0">
            <a:spAutoFit/>
          </a:bodyPr>
          <a:lstStyle/>
          <a:p>
            <a:pPr lvl="0" algn="ctr">
              <a:lnSpc>
                <a:spcPct val="115000"/>
              </a:lnSpc>
              <a:buClr>
                <a:srgbClr val="000000"/>
              </a:buClr>
              <a:buSzPts val="2200"/>
            </a:pPr>
            <a:r>
              <a:rPr lang="en-US" sz="2200" dirty="0">
                <a:solidFill>
                  <a:srgbClr val="404040"/>
                </a:solidFill>
                <a:latin typeface="Open Sans" pitchFamily="2" charset="0"/>
                <a:ea typeface="Open Sans"/>
                <a:cs typeface="Open Sans"/>
                <a:sym typeface="Open Sans"/>
              </a:rPr>
              <a:t>Hierarchical (a boss assigns)</a:t>
            </a:r>
            <a:endParaRPr lang="en-US" sz="2200" dirty="0">
              <a:solidFill>
                <a:srgbClr val="404040"/>
              </a:solidFill>
              <a:latin typeface="Open Sans" pitchFamily="2" charset="0"/>
              <a:ea typeface="Open Sans"/>
              <a:cs typeface="Open Sans"/>
              <a:sym typeface="Open Sans"/>
            </a:endParaRPr>
          </a:p>
        </p:txBody>
      </p:sp>
      <p:sp>
        <p:nvSpPr>
          <p:cNvPr id="12" name="Google Shape;5634;ge3efd1aa76_0_4906">
            <a:extLst>
              <a:ext uri="{FF2B5EF4-FFF2-40B4-BE49-F238E27FC236}">
                <a16:creationId xmlns:a16="http://schemas.microsoft.com/office/drawing/2014/main" id="{291403D0-7DD1-356F-B619-2E348E9C909B}"/>
              </a:ext>
            </a:extLst>
          </p:cNvPr>
          <p:cNvSpPr/>
          <p:nvPr/>
        </p:nvSpPr>
        <p:spPr>
          <a:xfrm>
            <a:off x="7492777" y="5275006"/>
            <a:ext cx="1158529" cy="549519"/>
          </a:xfrm>
          <a:custGeom>
            <a:avLst/>
            <a:gdLst/>
            <a:ahLst/>
            <a:cxnLst/>
            <a:rect l="l" t="t" r="r" b="b"/>
            <a:pathLst>
              <a:path w="21298" h="21600" extrusionOk="0">
                <a:moveTo>
                  <a:pt x="59" y="6917"/>
                </a:moveTo>
                <a:cubicBezTo>
                  <a:pt x="1611" y="13906"/>
                  <a:pt x="16943" y="21600"/>
                  <a:pt x="21298" y="21600"/>
                </a:cubicBezTo>
                <a:lnTo>
                  <a:pt x="21298" y="12114"/>
                </a:lnTo>
                <a:cubicBezTo>
                  <a:pt x="18842" y="12114"/>
                  <a:pt x="11199" y="13221"/>
                  <a:pt x="2180" y="0"/>
                </a:cubicBezTo>
                <a:cubicBezTo>
                  <a:pt x="1062" y="1290"/>
                  <a:pt x="-302" y="5290"/>
                  <a:pt x="59" y="6917"/>
                </a:cubicBezTo>
                <a:close/>
              </a:path>
            </a:pathLst>
          </a:custGeom>
          <a:solidFill>
            <a:srgbClr val="DADCDC"/>
          </a:solid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None/>
            </a:pPr>
            <a:endParaRPr sz="2200" b="0" i="0" u="none" strike="noStrike" cap="none" dirty="0">
              <a:solidFill>
                <a:srgbClr val="404040"/>
              </a:solidFill>
              <a:latin typeface="Open Sans" pitchFamily="2" charset="0"/>
              <a:ea typeface="Arial"/>
              <a:cs typeface="Arial"/>
              <a:sym typeface="Arial"/>
            </a:endParaRPr>
          </a:p>
        </p:txBody>
      </p:sp>
      <p:sp>
        <p:nvSpPr>
          <p:cNvPr id="13" name="Google Shape;5635;ge3efd1aa76_0_4906">
            <a:extLst>
              <a:ext uri="{FF2B5EF4-FFF2-40B4-BE49-F238E27FC236}">
                <a16:creationId xmlns:a16="http://schemas.microsoft.com/office/drawing/2014/main" id="{882041F5-CB56-C20C-298B-158F294A6F8C}"/>
              </a:ext>
            </a:extLst>
          </p:cNvPr>
          <p:cNvSpPr/>
          <p:nvPr/>
        </p:nvSpPr>
        <p:spPr>
          <a:xfrm>
            <a:off x="7492775" y="4603672"/>
            <a:ext cx="2242778" cy="961902"/>
          </a:xfrm>
          <a:custGeom>
            <a:avLst/>
            <a:gdLst/>
            <a:ahLst/>
            <a:cxnLst/>
            <a:rect l="l" t="t" r="r" b="b"/>
            <a:pathLst>
              <a:path w="21600" h="21600" extrusionOk="0">
                <a:moveTo>
                  <a:pt x="16847" y="0"/>
                </a:moveTo>
                <a:lnTo>
                  <a:pt x="17122" y="7099"/>
                </a:lnTo>
                <a:lnTo>
                  <a:pt x="4158" y="7099"/>
                </a:lnTo>
                <a:cubicBezTo>
                  <a:pt x="1862" y="7099"/>
                  <a:pt x="0" y="9711"/>
                  <a:pt x="0" y="12933"/>
                </a:cubicBezTo>
                <a:lnTo>
                  <a:pt x="0" y="19723"/>
                </a:lnTo>
                <a:lnTo>
                  <a:pt x="24" y="19723"/>
                </a:lnTo>
                <a:cubicBezTo>
                  <a:pt x="110" y="18557"/>
                  <a:pt x="441" y="17493"/>
                  <a:pt x="944" y="16635"/>
                </a:cubicBezTo>
                <a:cubicBezTo>
                  <a:pt x="1706" y="15332"/>
                  <a:pt x="2863" y="14501"/>
                  <a:pt x="4158" y="14501"/>
                </a:cubicBezTo>
                <a:lnTo>
                  <a:pt x="17122" y="14501"/>
                </a:lnTo>
                <a:lnTo>
                  <a:pt x="16959" y="21600"/>
                </a:lnTo>
                <a:lnTo>
                  <a:pt x="21600" y="10800"/>
                </a:lnTo>
                <a:cubicBezTo>
                  <a:pt x="21600" y="10800"/>
                  <a:pt x="16847" y="0"/>
                  <a:pt x="16847" y="0"/>
                </a:cubicBezTo>
                <a:close/>
              </a:path>
            </a:pathLst>
          </a:custGeom>
          <a:solidFill>
            <a:srgbClr val="EF6461"/>
          </a:solid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None/>
            </a:pPr>
            <a:endParaRPr sz="2200" b="0" i="0" u="none" strike="noStrike" cap="none" dirty="0">
              <a:solidFill>
                <a:srgbClr val="404040"/>
              </a:solidFill>
              <a:latin typeface="Open Sans" pitchFamily="2" charset="0"/>
              <a:ea typeface="Arial"/>
              <a:cs typeface="Arial"/>
              <a:sym typeface="Arial"/>
            </a:endParaRPr>
          </a:p>
        </p:txBody>
      </p:sp>
      <p:sp>
        <p:nvSpPr>
          <p:cNvPr id="14" name="Google Shape;5636;ge3efd1aa76_0_4906">
            <a:extLst>
              <a:ext uri="{FF2B5EF4-FFF2-40B4-BE49-F238E27FC236}">
                <a16:creationId xmlns:a16="http://schemas.microsoft.com/office/drawing/2014/main" id="{0054084A-F512-BF55-0DA9-BB6F37E62BCD}"/>
              </a:ext>
            </a:extLst>
          </p:cNvPr>
          <p:cNvSpPr/>
          <p:nvPr/>
        </p:nvSpPr>
        <p:spPr>
          <a:xfrm>
            <a:off x="8306946" y="5417842"/>
            <a:ext cx="310836" cy="428963"/>
          </a:xfrm>
          <a:custGeom>
            <a:avLst/>
            <a:gdLst/>
            <a:ahLst/>
            <a:cxnLst/>
            <a:rect l="l" t="t" r="r" b="b"/>
            <a:pathLst>
              <a:path w="21600" h="21600" extrusionOk="0">
                <a:moveTo>
                  <a:pt x="8385" y="21600"/>
                </a:moveTo>
                <a:cubicBezTo>
                  <a:pt x="15681" y="21600"/>
                  <a:pt x="21600" y="11930"/>
                  <a:pt x="21600" y="0"/>
                </a:cubicBezTo>
                <a:lnTo>
                  <a:pt x="4833" y="0"/>
                </a:lnTo>
                <a:cubicBezTo>
                  <a:pt x="4833" y="6728"/>
                  <a:pt x="2948" y="12736"/>
                  <a:pt x="0" y="16698"/>
                </a:cubicBezTo>
                <a:cubicBezTo>
                  <a:pt x="2281" y="19762"/>
                  <a:pt x="5201" y="21600"/>
                  <a:pt x="8385" y="21600"/>
                </a:cubicBezTo>
                <a:close/>
              </a:path>
            </a:pathLst>
          </a:custGeom>
          <a:solidFill>
            <a:srgbClr val="ECECEC"/>
          </a:solid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None/>
            </a:pPr>
            <a:endParaRPr sz="2200" b="0" i="0" u="none" strike="noStrike" cap="none" dirty="0">
              <a:solidFill>
                <a:srgbClr val="404040"/>
              </a:solidFill>
              <a:latin typeface="Open Sans" pitchFamily="2" charset="0"/>
              <a:ea typeface="Arial"/>
              <a:cs typeface="Arial"/>
              <a:sym typeface="Arial"/>
            </a:endParaRPr>
          </a:p>
        </p:txBody>
      </p:sp>
      <p:sp>
        <p:nvSpPr>
          <p:cNvPr id="15" name="Google Shape;5637;ge3efd1aa76_0_4906">
            <a:extLst>
              <a:ext uri="{FF2B5EF4-FFF2-40B4-BE49-F238E27FC236}">
                <a16:creationId xmlns:a16="http://schemas.microsoft.com/office/drawing/2014/main" id="{C6ABF74B-E775-0F76-B16C-B0B9F31B65D8}"/>
              </a:ext>
            </a:extLst>
          </p:cNvPr>
          <p:cNvSpPr/>
          <p:nvPr/>
        </p:nvSpPr>
        <p:spPr>
          <a:xfrm>
            <a:off x="7578478" y="3603814"/>
            <a:ext cx="961902" cy="2242778"/>
          </a:xfrm>
          <a:custGeom>
            <a:avLst/>
            <a:gdLst/>
            <a:ahLst/>
            <a:cxnLst/>
            <a:rect l="l" t="t" r="r" b="b"/>
            <a:pathLst>
              <a:path w="21600" h="21600" extrusionOk="0">
                <a:moveTo>
                  <a:pt x="0" y="4753"/>
                </a:moveTo>
                <a:lnTo>
                  <a:pt x="7098" y="4479"/>
                </a:lnTo>
                <a:lnTo>
                  <a:pt x="7098" y="17442"/>
                </a:lnTo>
                <a:cubicBezTo>
                  <a:pt x="7098" y="19738"/>
                  <a:pt x="9711" y="21600"/>
                  <a:pt x="12933" y="21600"/>
                </a:cubicBezTo>
                <a:lnTo>
                  <a:pt x="19723" y="21600"/>
                </a:lnTo>
                <a:lnTo>
                  <a:pt x="19723" y="21576"/>
                </a:lnTo>
                <a:cubicBezTo>
                  <a:pt x="18557" y="21490"/>
                  <a:pt x="17493" y="21159"/>
                  <a:pt x="16635" y="20656"/>
                </a:cubicBezTo>
                <a:cubicBezTo>
                  <a:pt x="15332" y="19893"/>
                  <a:pt x="14501" y="18737"/>
                  <a:pt x="14501" y="17442"/>
                </a:cubicBezTo>
                <a:lnTo>
                  <a:pt x="14501" y="4479"/>
                </a:lnTo>
                <a:lnTo>
                  <a:pt x="21600" y="4641"/>
                </a:lnTo>
                <a:lnTo>
                  <a:pt x="10800" y="0"/>
                </a:lnTo>
                <a:cubicBezTo>
                  <a:pt x="10800" y="0"/>
                  <a:pt x="0" y="4753"/>
                  <a:pt x="0" y="4753"/>
                </a:cubicBezTo>
                <a:close/>
              </a:path>
            </a:pathLst>
          </a:custGeom>
          <a:solidFill>
            <a:srgbClr val="E4B363"/>
          </a:solid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None/>
            </a:pPr>
            <a:endParaRPr sz="2200" b="0" i="0" u="none" strike="noStrike" cap="none" dirty="0">
              <a:solidFill>
                <a:srgbClr val="404040"/>
              </a:solidFill>
              <a:latin typeface="Open Sans" pitchFamily="2" charset="0"/>
              <a:ea typeface="Arial"/>
              <a:cs typeface="Arial"/>
              <a:sym typeface="Arial"/>
            </a:endParaRPr>
          </a:p>
        </p:txBody>
      </p:sp>
      <p:sp>
        <p:nvSpPr>
          <p:cNvPr id="16" name="Google Shape;5638;ge3efd1aa76_0_4906">
            <a:extLst>
              <a:ext uri="{FF2B5EF4-FFF2-40B4-BE49-F238E27FC236}">
                <a16:creationId xmlns:a16="http://schemas.microsoft.com/office/drawing/2014/main" id="{B508D04C-DBFF-4110-1579-A8C73DCA58DC}"/>
              </a:ext>
            </a:extLst>
          </p:cNvPr>
          <p:cNvSpPr/>
          <p:nvPr/>
        </p:nvSpPr>
        <p:spPr>
          <a:xfrm>
            <a:off x="8878294" y="5632098"/>
            <a:ext cx="428963" cy="310896"/>
          </a:xfrm>
          <a:custGeom>
            <a:avLst/>
            <a:gdLst/>
            <a:ahLst/>
            <a:cxnLst/>
            <a:rect l="l" t="t" r="r" b="b"/>
            <a:pathLst>
              <a:path w="21600" h="21600" extrusionOk="0">
                <a:moveTo>
                  <a:pt x="21600" y="13217"/>
                </a:moveTo>
                <a:cubicBezTo>
                  <a:pt x="21600" y="5919"/>
                  <a:pt x="11930" y="0"/>
                  <a:pt x="0" y="0"/>
                </a:cubicBezTo>
                <a:lnTo>
                  <a:pt x="0" y="16769"/>
                </a:lnTo>
                <a:cubicBezTo>
                  <a:pt x="6729" y="16769"/>
                  <a:pt x="12736" y="18651"/>
                  <a:pt x="16698" y="21600"/>
                </a:cubicBezTo>
                <a:cubicBezTo>
                  <a:pt x="19761" y="19321"/>
                  <a:pt x="21600" y="16401"/>
                  <a:pt x="21600" y="13217"/>
                </a:cubicBezTo>
                <a:close/>
              </a:path>
            </a:pathLst>
          </a:custGeom>
          <a:solidFill>
            <a:srgbClr val="DADCDC"/>
          </a:solid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None/>
            </a:pPr>
            <a:endParaRPr sz="2200" b="0" i="0" u="none" strike="noStrike" cap="none" dirty="0">
              <a:solidFill>
                <a:srgbClr val="404040"/>
              </a:solidFill>
              <a:latin typeface="Open Sans" pitchFamily="2" charset="0"/>
              <a:ea typeface="Arial"/>
              <a:cs typeface="Arial"/>
              <a:sym typeface="Arial"/>
            </a:endParaRPr>
          </a:p>
        </p:txBody>
      </p:sp>
      <p:sp>
        <p:nvSpPr>
          <p:cNvPr id="17" name="Google Shape;5639;ge3efd1aa76_0_4906">
            <a:extLst>
              <a:ext uri="{FF2B5EF4-FFF2-40B4-BE49-F238E27FC236}">
                <a16:creationId xmlns:a16="http://schemas.microsoft.com/office/drawing/2014/main" id="{89D5F040-C3D0-593A-AF09-B3CF44A95606}"/>
              </a:ext>
            </a:extLst>
          </p:cNvPr>
          <p:cNvSpPr/>
          <p:nvPr/>
        </p:nvSpPr>
        <p:spPr>
          <a:xfrm>
            <a:off x="7064267" y="5703516"/>
            <a:ext cx="2242778" cy="961902"/>
          </a:xfrm>
          <a:custGeom>
            <a:avLst/>
            <a:gdLst/>
            <a:ahLst/>
            <a:cxnLst/>
            <a:rect l="l" t="t" r="r" b="b"/>
            <a:pathLst>
              <a:path w="21600" h="21600" extrusionOk="0">
                <a:moveTo>
                  <a:pt x="4753" y="21600"/>
                </a:moveTo>
                <a:lnTo>
                  <a:pt x="4478" y="14501"/>
                </a:lnTo>
                <a:lnTo>
                  <a:pt x="17442" y="14501"/>
                </a:lnTo>
                <a:cubicBezTo>
                  <a:pt x="19738" y="14501"/>
                  <a:pt x="21600" y="11889"/>
                  <a:pt x="21600" y="8667"/>
                </a:cubicBezTo>
                <a:lnTo>
                  <a:pt x="21600" y="1877"/>
                </a:lnTo>
                <a:lnTo>
                  <a:pt x="21576" y="1877"/>
                </a:lnTo>
                <a:cubicBezTo>
                  <a:pt x="21489" y="3043"/>
                  <a:pt x="21159" y="4107"/>
                  <a:pt x="20656" y="4965"/>
                </a:cubicBezTo>
                <a:cubicBezTo>
                  <a:pt x="19893" y="6268"/>
                  <a:pt x="18737" y="7099"/>
                  <a:pt x="17442" y="7099"/>
                </a:cubicBezTo>
                <a:lnTo>
                  <a:pt x="4478" y="7099"/>
                </a:lnTo>
                <a:lnTo>
                  <a:pt x="4641" y="0"/>
                </a:lnTo>
                <a:lnTo>
                  <a:pt x="0" y="10800"/>
                </a:lnTo>
                <a:cubicBezTo>
                  <a:pt x="0" y="10800"/>
                  <a:pt x="4753" y="21600"/>
                  <a:pt x="4753" y="21600"/>
                </a:cubicBezTo>
                <a:close/>
              </a:path>
            </a:pathLst>
          </a:custGeom>
          <a:solidFill>
            <a:srgbClr val="74D2DC"/>
          </a:solid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None/>
            </a:pPr>
            <a:endParaRPr sz="2200" b="0" i="0" u="none" strike="noStrike" cap="none" dirty="0">
              <a:solidFill>
                <a:srgbClr val="404040"/>
              </a:solidFill>
              <a:latin typeface="Open Sans" pitchFamily="2" charset="0"/>
              <a:ea typeface="Arial"/>
              <a:cs typeface="Arial"/>
              <a:sym typeface="Arial"/>
            </a:endParaRPr>
          </a:p>
        </p:txBody>
      </p:sp>
      <p:sp>
        <p:nvSpPr>
          <p:cNvPr id="18" name="Google Shape;5640;ge3efd1aa76_0_4906">
            <a:extLst>
              <a:ext uri="{FF2B5EF4-FFF2-40B4-BE49-F238E27FC236}">
                <a16:creationId xmlns:a16="http://schemas.microsoft.com/office/drawing/2014/main" id="{4C2B6153-CA16-3164-F5DD-E46D0BDCCBFB}"/>
              </a:ext>
            </a:extLst>
          </p:cNvPr>
          <p:cNvSpPr/>
          <p:nvPr/>
        </p:nvSpPr>
        <p:spPr>
          <a:xfrm>
            <a:off x="8306949" y="5417842"/>
            <a:ext cx="961902" cy="2242778"/>
          </a:xfrm>
          <a:custGeom>
            <a:avLst/>
            <a:gdLst/>
            <a:ahLst/>
            <a:cxnLst/>
            <a:rect l="l" t="t" r="r" b="b"/>
            <a:pathLst>
              <a:path w="21600" h="21600" extrusionOk="0">
                <a:moveTo>
                  <a:pt x="21600" y="16847"/>
                </a:moveTo>
                <a:lnTo>
                  <a:pt x="14502" y="17122"/>
                </a:lnTo>
                <a:lnTo>
                  <a:pt x="14502" y="4158"/>
                </a:lnTo>
                <a:cubicBezTo>
                  <a:pt x="14502" y="1862"/>
                  <a:pt x="11889" y="0"/>
                  <a:pt x="8667" y="0"/>
                </a:cubicBezTo>
                <a:lnTo>
                  <a:pt x="1877" y="0"/>
                </a:lnTo>
                <a:lnTo>
                  <a:pt x="1877" y="24"/>
                </a:lnTo>
                <a:cubicBezTo>
                  <a:pt x="3043" y="110"/>
                  <a:pt x="4107" y="441"/>
                  <a:pt x="4965" y="944"/>
                </a:cubicBezTo>
                <a:cubicBezTo>
                  <a:pt x="6268" y="1707"/>
                  <a:pt x="7099" y="2863"/>
                  <a:pt x="7099" y="4158"/>
                </a:cubicBezTo>
                <a:lnTo>
                  <a:pt x="7099" y="17122"/>
                </a:lnTo>
                <a:lnTo>
                  <a:pt x="0" y="16959"/>
                </a:lnTo>
                <a:lnTo>
                  <a:pt x="10800" y="21600"/>
                </a:lnTo>
                <a:cubicBezTo>
                  <a:pt x="10800" y="21600"/>
                  <a:pt x="21600" y="16847"/>
                  <a:pt x="21600" y="16847"/>
                </a:cubicBezTo>
                <a:close/>
              </a:path>
            </a:pathLst>
          </a:custGeom>
          <a:solidFill>
            <a:srgbClr val="8BAA4F"/>
          </a:solid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None/>
            </a:pPr>
            <a:endParaRPr sz="2200" b="0" i="0" u="none" strike="noStrike" cap="none" dirty="0">
              <a:solidFill>
                <a:srgbClr val="404040"/>
              </a:solidFill>
              <a:latin typeface="Open Sans" pitchFamily="2" charset="0"/>
              <a:ea typeface="Arial"/>
              <a:cs typeface="Arial"/>
              <a:sym typeface="Arial"/>
            </a:endParaRPr>
          </a:p>
        </p:txBody>
      </p:sp>
      <p:sp>
        <p:nvSpPr>
          <p:cNvPr id="19" name="Google Shape;5631;ge3efd1aa76_0_4906">
            <a:extLst>
              <a:ext uri="{FF2B5EF4-FFF2-40B4-BE49-F238E27FC236}">
                <a16:creationId xmlns:a16="http://schemas.microsoft.com/office/drawing/2014/main" id="{1D872626-640E-68D2-D0B1-066AD586B40B}"/>
              </a:ext>
            </a:extLst>
          </p:cNvPr>
          <p:cNvSpPr txBox="1"/>
          <p:nvPr/>
        </p:nvSpPr>
        <p:spPr>
          <a:xfrm>
            <a:off x="6797355" y="3027332"/>
            <a:ext cx="3046500" cy="481630"/>
          </a:xfrm>
          <a:prstGeom prst="rect">
            <a:avLst/>
          </a:prstGeom>
          <a:noFill/>
          <a:ln>
            <a:noFill/>
          </a:ln>
        </p:spPr>
        <p:txBody>
          <a:bodyPr spcFirstLastPara="1" wrap="square" lIns="91425" tIns="45700" rIns="91425" bIns="45700" anchor="t" anchorCtr="0">
            <a:spAutoFit/>
          </a:bodyPr>
          <a:lstStyle/>
          <a:p>
            <a:pPr lvl="0" algn="ctr">
              <a:lnSpc>
                <a:spcPct val="115000"/>
              </a:lnSpc>
              <a:buClr>
                <a:srgbClr val="000000"/>
              </a:buClr>
              <a:buSzPts val="2200"/>
            </a:pPr>
            <a:r>
              <a:rPr lang="en-US" sz="2200" dirty="0">
                <a:solidFill>
                  <a:srgbClr val="404040"/>
                </a:solidFill>
                <a:latin typeface="Open Sans" pitchFamily="2" charset="0"/>
                <a:ea typeface="Open Sans"/>
                <a:cs typeface="Open Sans"/>
                <a:sym typeface="Open Sans"/>
              </a:rPr>
              <a:t>Serial (one by one)</a:t>
            </a:r>
            <a:endParaRPr lang="en-US" sz="2200" dirty="0">
              <a:solidFill>
                <a:srgbClr val="404040"/>
              </a:solidFill>
              <a:latin typeface="Open Sans" pitchFamily="2" charset="0"/>
              <a:ea typeface="Open Sans"/>
              <a:cs typeface="Open Sans"/>
              <a:sym typeface="Open Sans"/>
            </a:endParaRPr>
          </a:p>
        </p:txBody>
      </p:sp>
      <p:sp>
        <p:nvSpPr>
          <p:cNvPr id="20" name="Google Shape;5631;ge3efd1aa76_0_4906">
            <a:extLst>
              <a:ext uri="{FF2B5EF4-FFF2-40B4-BE49-F238E27FC236}">
                <a16:creationId xmlns:a16="http://schemas.microsoft.com/office/drawing/2014/main" id="{34F3EDFA-DA72-AD83-4C75-7DD0AB4CF45B}"/>
              </a:ext>
            </a:extLst>
          </p:cNvPr>
          <p:cNvSpPr txBox="1"/>
          <p:nvPr/>
        </p:nvSpPr>
        <p:spPr>
          <a:xfrm>
            <a:off x="9821254" y="4843808"/>
            <a:ext cx="3046500" cy="481630"/>
          </a:xfrm>
          <a:prstGeom prst="rect">
            <a:avLst/>
          </a:prstGeom>
          <a:noFill/>
          <a:ln>
            <a:noFill/>
          </a:ln>
        </p:spPr>
        <p:txBody>
          <a:bodyPr spcFirstLastPara="1" wrap="square" lIns="91425" tIns="45700" rIns="91425" bIns="45700" anchor="t" anchorCtr="0">
            <a:spAutoFit/>
          </a:bodyPr>
          <a:lstStyle/>
          <a:p>
            <a:pPr lvl="0" algn="ctr">
              <a:lnSpc>
                <a:spcPct val="115000"/>
              </a:lnSpc>
              <a:buClr>
                <a:srgbClr val="000000"/>
              </a:buClr>
              <a:buSzPts val="2200"/>
            </a:pPr>
            <a:r>
              <a:rPr lang="en-US" sz="2200" dirty="0">
                <a:solidFill>
                  <a:srgbClr val="404040"/>
                </a:solidFill>
                <a:latin typeface="Open Sans" pitchFamily="2" charset="0"/>
                <a:ea typeface="Open Sans"/>
                <a:cs typeface="Open Sans"/>
                <a:sym typeface="Open Sans"/>
              </a:rPr>
              <a:t>Parallel (all at once)</a:t>
            </a:r>
            <a:endParaRPr lang="en-US" sz="2200" dirty="0">
              <a:solidFill>
                <a:srgbClr val="404040"/>
              </a:solidFill>
              <a:latin typeface="Open Sans" pitchFamily="2" charset="0"/>
              <a:ea typeface="Open Sans"/>
              <a:cs typeface="Open Sans"/>
              <a:sym typeface="Open Sans"/>
            </a:endParaRPr>
          </a:p>
        </p:txBody>
      </p:sp>
    </p:spTree>
    <p:custDataLst>
      <p:tags r:id="rId1"/>
    </p:custDataLst>
    <p:extLst>
      <p:ext uri="{BB962C8B-B14F-4D97-AF65-F5344CB8AC3E}">
        <p14:creationId xmlns:p14="http://schemas.microsoft.com/office/powerpoint/2010/main" val="2084429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ED940-AB97-AD04-E470-7C998F0E6AD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FEFC5F8-3428-3CEB-4F39-FD4B64FB0671}"/>
              </a:ext>
            </a:extLst>
          </p:cNvPr>
          <p:cNvSpPr>
            <a:spLocks noGrp="1"/>
          </p:cNvSpPr>
          <p:nvPr>
            <p:ph type="title"/>
          </p:nvPr>
        </p:nvSpPr>
        <p:spPr/>
        <p:txBody>
          <a:bodyPr>
            <a:normAutofit/>
          </a:bodyPr>
          <a:lstStyle/>
          <a:p>
            <a:r>
              <a:rPr lang="en-IN" dirty="0"/>
              <a:t>Plan B: When an Agent Fails</a:t>
            </a:r>
            <a:endParaRPr lang="en-IN" dirty="0"/>
          </a:p>
        </p:txBody>
      </p:sp>
      <p:sp>
        <p:nvSpPr>
          <p:cNvPr id="24" name="Brandline_LVC">
            <a:extLst>
              <a:ext uri="{FF2B5EF4-FFF2-40B4-BE49-F238E27FC236}">
                <a16:creationId xmlns:a16="http://schemas.microsoft.com/office/drawing/2014/main" id="{AD667D1D-55BB-E92A-BBEB-FED6BC82FF4C}"/>
              </a:ext>
            </a:extLst>
          </p:cNvPr>
          <p:cNvSpPr/>
          <p:nvPr/>
        </p:nvSpPr>
        <p:spPr>
          <a:xfrm>
            <a:off x="4648200" y="816324"/>
            <a:ext cx="696325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C049E62D-595F-BD0E-7A17-802B180CF137}"/>
              </a:ext>
            </a:extLst>
          </p:cNvPr>
          <p:cNvSpPr txBox="1"/>
          <p:nvPr/>
        </p:nvSpPr>
        <p:spPr>
          <a:xfrm>
            <a:off x="2101174" y="1440870"/>
            <a:ext cx="12782145" cy="846514"/>
          </a:xfrm>
          <a:prstGeom prst="rect">
            <a:avLst/>
          </a:prstGeom>
          <a:noFill/>
        </p:spPr>
        <p:txBody>
          <a:bodyPr wrap="square" rtlCol="0">
            <a:spAutoFit/>
          </a:bodyPr>
          <a:lstStyle/>
          <a:p>
            <a:pPr algn="ctr">
              <a:lnSpc>
                <a:spcPct val="115000"/>
              </a:lnSpc>
            </a:pPr>
            <a:r>
              <a:rPr lang="en-US" sz="2200" err="1">
                <a:solidFill>
                  <a:srgbClr val="404040"/>
                </a:solidFill>
                <a:latin typeface="Open Sans" pitchFamily="2" charset="0"/>
              </a:rPr>
              <a:t>Agents fail too: a website is down, or an answer comes back wrong. A fallback is a Plan B that keeps the work moving:</a:t>
            </a:r>
            <a:endParaRPr lang="en-US" sz="2200" err="1">
              <a:solidFill>
                <a:srgbClr val="404040"/>
              </a:solidFill>
              <a:latin typeface="Open Sans" pitchFamily="2" charset="0"/>
            </a:endParaRPr>
          </a:p>
        </p:txBody>
      </p:sp>
      <p:sp>
        <p:nvSpPr>
          <p:cNvPr id="40" name="TextBox 39">
            <a:extLst>
              <a:ext uri="{FF2B5EF4-FFF2-40B4-BE49-F238E27FC236}">
                <a16:creationId xmlns:a16="http://schemas.microsoft.com/office/drawing/2014/main" id="{DC9278E4-209A-43D5-370E-2352670C1CDF}"/>
              </a:ext>
            </a:extLst>
          </p:cNvPr>
          <p:cNvSpPr txBox="1"/>
          <p:nvPr/>
        </p:nvSpPr>
        <p:spPr>
          <a:xfrm>
            <a:off x="4531034" y="4134663"/>
            <a:ext cx="1548822" cy="430887"/>
          </a:xfrm>
          <a:prstGeom prst="rect">
            <a:avLst/>
          </a:prstGeom>
          <a:noFill/>
        </p:spPr>
        <p:txBody>
          <a:bodyPr wrap="none" rtlCol="0">
            <a:spAutoFit/>
          </a:bodyPr>
          <a:lstStyle/>
          <a:p>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Try again</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4" name="TextBox 53">
            <a:extLst>
              <a:ext uri="{FF2B5EF4-FFF2-40B4-BE49-F238E27FC236}">
                <a16:creationId xmlns:a16="http://schemas.microsoft.com/office/drawing/2014/main" id="{024452A3-DE51-1BD3-7053-3B82AE13A266}"/>
              </a:ext>
            </a:extLst>
          </p:cNvPr>
          <p:cNvSpPr txBox="1"/>
          <p:nvPr/>
        </p:nvSpPr>
        <p:spPr>
          <a:xfrm>
            <a:off x="10141041" y="4075906"/>
            <a:ext cx="3328000" cy="430887"/>
          </a:xfrm>
          <a:prstGeom prst="rect">
            <a:avLst/>
          </a:prstGeom>
          <a:noFill/>
        </p:spPr>
        <p:txBody>
          <a:bodyPr wrap="square" rtlCol="0">
            <a:spAutoFit/>
          </a:bodyPr>
          <a:lstStyle/>
          <a:p>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Give a simpler answer</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5" name="TextBox 54">
            <a:extLst>
              <a:ext uri="{FF2B5EF4-FFF2-40B4-BE49-F238E27FC236}">
                <a16:creationId xmlns:a16="http://schemas.microsoft.com/office/drawing/2014/main" id="{4746FF27-4AC1-8C4D-767B-C9F6FC9B9FA8}"/>
              </a:ext>
            </a:extLst>
          </p:cNvPr>
          <p:cNvSpPr txBox="1"/>
          <p:nvPr/>
        </p:nvSpPr>
        <p:spPr>
          <a:xfrm>
            <a:off x="4106970" y="6021815"/>
            <a:ext cx="2193229" cy="430887"/>
          </a:xfrm>
          <a:prstGeom prst="rect">
            <a:avLst/>
          </a:prstGeom>
          <a:noFill/>
        </p:spPr>
        <p:txBody>
          <a:bodyPr wrap="none" rtlCol="0">
            <a:spAutoFit/>
          </a:bodyPr>
          <a:lstStyle/>
          <a:p>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Backup agent</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6" name="TextBox 55">
            <a:extLst>
              <a:ext uri="{FF2B5EF4-FFF2-40B4-BE49-F238E27FC236}">
                <a16:creationId xmlns:a16="http://schemas.microsoft.com/office/drawing/2014/main" id="{6FECF809-DFD1-3689-29C5-AC28C083E1AF}"/>
              </a:ext>
            </a:extLst>
          </p:cNvPr>
          <p:cNvSpPr txBox="1"/>
          <p:nvPr/>
        </p:nvSpPr>
        <p:spPr>
          <a:xfrm>
            <a:off x="10209021" y="6079871"/>
            <a:ext cx="3552615" cy="430887"/>
          </a:xfrm>
          <a:prstGeom prst="rect">
            <a:avLst/>
          </a:prstGeom>
          <a:noFill/>
        </p:spPr>
        <p:txBody>
          <a:bodyPr wrap="square" rtlCol="0">
            <a:spAutoFit/>
          </a:bodyPr>
          <a:lstStyle/>
          <a:p>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Escalate to a supervisor</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9" name="Freeform: Shape 38">
            <a:extLst>
              <a:ext uri="{FF2B5EF4-FFF2-40B4-BE49-F238E27FC236}">
                <a16:creationId xmlns:a16="http://schemas.microsoft.com/office/drawing/2014/main" id="{EDAB1303-F790-F09C-8820-D5AF42786DBB}"/>
              </a:ext>
            </a:extLst>
          </p:cNvPr>
          <p:cNvSpPr/>
          <p:nvPr/>
        </p:nvSpPr>
        <p:spPr>
          <a:xfrm>
            <a:off x="4067863" y="3645130"/>
            <a:ext cx="2826048" cy="1292440"/>
          </a:xfrm>
          <a:custGeom>
            <a:avLst/>
            <a:gdLst>
              <a:gd name="connsiteX0" fmla="*/ 2229380 w 2335577"/>
              <a:gd name="connsiteY0" fmla="*/ 0 h 1068132"/>
              <a:gd name="connsiteX1" fmla="*/ 2123183 w 2335577"/>
              <a:gd name="connsiteY1" fmla="*/ 106198 h 1068132"/>
              <a:gd name="connsiteX2" fmla="*/ 2158582 w 2335577"/>
              <a:gd name="connsiteY2" fmla="*/ 185076 h 1068132"/>
              <a:gd name="connsiteX3" fmla="*/ 1863460 w 2335577"/>
              <a:gd name="connsiteY3" fmla="*/ 1029655 h 1068132"/>
              <a:gd name="connsiteX4" fmla="*/ 0 w 2335577"/>
              <a:gd name="connsiteY4" fmla="*/ 1029655 h 1068132"/>
              <a:gd name="connsiteX5" fmla="*/ 0 w 2335577"/>
              <a:gd name="connsiteY5" fmla="*/ 1068133 h 1068132"/>
              <a:gd name="connsiteX6" fmla="*/ 1886162 w 2335577"/>
              <a:gd name="connsiteY6" fmla="*/ 1068133 h 1068132"/>
              <a:gd name="connsiteX7" fmla="*/ 1886162 w 2335577"/>
              <a:gd name="connsiteY7" fmla="*/ 1049663 h 1068132"/>
              <a:gd name="connsiteX8" fmla="*/ 1899244 w 2335577"/>
              <a:gd name="connsiteY8" fmla="*/ 1051203 h 1068132"/>
              <a:gd name="connsiteX9" fmla="*/ 2190903 w 2335577"/>
              <a:gd name="connsiteY9" fmla="*/ 205469 h 1068132"/>
              <a:gd name="connsiteX10" fmla="*/ 2229380 w 2335577"/>
              <a:gd name="connsiteY10" fmla="*/ 212780 h 1068132"/>
              <a:gd name="connsiteX11" fmla="*/ 2335578 w 2335577"/>
              <a:gd name="connsiteY11" fmla="*/ 106582 h 1068132"/>
              <a:gd name="connsiteX12" fmla="*/ 2229380 w 2335577"/>
              <a:gd name="connsiteY12" fmla="*/ 0 h 1068132"/>
              <a:gd name="connsiteX13" fmla="*/ 2229380 w 2335577"/>
              <a:gd name="connsiteY13" fmla="*/ 174303 h 1068132"/>
              <a:gd name="connsiteX14" fmla="*/ 2161660 w 2335577"/>
              <a:gd name="connsiteY14" fmla="*/ 106582 h 1068132"/>
              <a:gd name="connsiteX15" fmla="*/ 2229380 w 2335577"/>
              <a:gd name="connsiteY15" fmla="*/ 38862 h 1068132"/>
              <a:gd name="connsiteX16" fmla="*/ 2297100 w 2335577"/>
              <a:gd name="connsiteY16" fmla="*/ 106582 h 1068132"/>
              <a:gd name="connsiteX17" fmla="*/ 2229380 w 2335577"/>
              <a:gd name="connsiteY17" fmla="*/ 174303 h 1068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35577" h="1068132">
                <a:moveTo>
                  <a:pt x="2229380" y="0"/>
                </a:moveTo>
                <a:cubicBezTo>
                  <a:pt x="2170894" y="0"/>
                  <a:pt x="2123183" y="47712"/>
                  <a:pt x="2123183" y="106198"/>
                </a:cubicBezTo>
                <a:cubicBezTo>
                  <a:pt x="2123183" y="137364"/>
                  <a:pt x="2136650" y="165838"/>
                  <a:pt x="2158582" y="185076"/>
                </a:cubicBezTo>
                <a:cubicBezTo>
                  <a:pt x="2001979" y="444799"/>
                  <a:pt x="1902707" y="728762"/>
                  <a:pt x="1863460" y="1029655"/>
                </a:cubicBezTo>
                <a:lnTo>
                  <a:pt x="0" y="1029655"/>
                </a:lnTo>
                <a:lnTo>
                  <a:pt x="0" y="1068133"/>
                </a:lnTo>
                <a:lnTo>
                  <a:pt x="1886162" y="1068133"/>
                </a:lnTo>
                <a:lnTo>
                  <a:pt x="1886162" y="1049663"/>
                </a:lnTo>
                <a:lnTo>
                  <a:pt x="1899244" y="1051203"/>
                </a:lnTo>
                <a:cubicBezTo>
                  <a:pt x="1936182" y="749925"/>
                  <a:pt x="2034300" y="465192"/>
                  <a:pt x="2190903" y="205469"/>
                </a:cubicBezTo>
                <a:cubicBezTo>
                  <a:pt x="2202831" y="210087"/>
                  <a:pt x="2215528" y="212780"/>
                  <a:pt x="2229380" y="212780"/>
                </a:cubicBezTo>
                <a:cubicBezTo>
                  <a:pt x="2287866" y="212780"/>
                  <a:pt x="2335578" y="165068"/>
                  <a:pt x="2335578" y="106582"/>
                </a:cubicBezTo>
                <a:cubicBezTo>
                  <a:pt x="2335578" y="47712"/>
                  <a:pt x="2288250" y="0"/>
                  <a:pt x="2229380" y="0"/>
                </a:cubicBezTo>
                <a:close/>
                <a:moveTo>
                  <a:pt x="2229380" y="174303"/>
                </a:moveTo>
                <a:cubicBezTo>
                  <a:pt x="2192057" y="174303"/>
                  <a:pt x="2161660" y="143906"/>
                  <a:pt x="2161660" y="106582"/>
                </a:cubicBezTo>
                <a:cubicBezTo>
                  <a:pt x="2161660" y="69259"/>
                  <a:pt x="2192057" y="38862"/>
                  <a:pt x="2229380" y="38862"/>
                </a:cubicBezTo>
                <a:cubicBezTo>
                  <a:pt x="2266703" y="38862"/>
                  <a:pt x="2297100" y="69259"/>
                  <a:pt x="2297100" y="106582"/>
                </a:cubicBezTo>
                <a:cubicBezTo>
                  <a:pt x="2297100" y="143906"/>
                  <a:pt x="2266703" y="174303"/>
                  <a:pt x="2229380" y="174303"/>
                </a:cubicBezTo>
                <a:close/>
              </a:path>
            </a:pathLst>
          </a:custGeom>
          <a:solidFill>
            <a:srgbClr val="C6D6E0"/>
          </a:solidFill>
          <a:ln w="3844" cap="flat">
            <a:noFill/>
            <a:prstDash val="solid"/>
            <a:miter/>
          </a:ln>
        </p:spPr>
        <p:txBody>
          <a:bodyPr rtlCol="0" anchor="ctr"/>
          <a:lstStyle/>
          <a:p>
            <a:endParaRPr lang="en-US">
              <a:solidFill>
                <a:schemeClr val="tx1">
                  <a:lumMod val="75000"/>
                  <a:lumOff val="25000"/>
                </a:schemeClr>
              </a:solidFill>
            </a:endParaRPr>
          </a:p>
        </p:txBody>
      </p:sp>
      <p:sp>
        <p:nvSpPr>
          <p:cNvPr id="43" name="Freeform: Shape 42">
            <a:extLst>
              <a:ext uri="{FF2B5EF4-FFF2-40B4-BE49-F238E27FC236}">
                <a16:creationId xmlns:a16="http://schemas.microsoft.com/office/drawing/2014/main" id="{2CB86BF6-E26B-8885-4470-E87BCEF3BD05}"/>
              </a:ext>
            </a:extLst>
          </p:cNvPr>
          <p:cNvSpPr/>
          <p:nvPr/>
        </p:nvSpPr>
        <p:spPr>
          <a:xfrm>
            <a:off x="9588205" y="3645596"/>
            <a:ext cx="2830704" cy="1292440"/>
          </a:xfrm>
          <a:custGeom>
            <a:avLst/>
            <a:gdLst>
              <a:gd name="connsiteX0" fmla="*/ 476735 w 2339425"/>
              <a:gd name="connsiteY0" fmla="*/ 1029655 h 1068132"/>
              <a:gd name="connsiteX1" fmla="*/ 180074 w 2339425"/>
              <a:gd name="connsiteY1" fmla="*/ 182383 h 1068132"/>
              <a:gd name="connsiteX2" fmla="*/ 212395 w 2339425"/>
              <a:gd name="connsiteY2" fmla="*/ 106198 h 1068132"/>
              <a:gd name="connsiteX3" fmla="*/ 106198 w 2339425"/>
              <a:gd name="connsiteY3" fmla="*/ 0 h 1068132"/>
              <a:gd name="connsiteX4" fmla="*/ 0 w 2339425"/>
              <a:gd name="connsiteY4" fmla="*/ 106198 h 1068132"/>
              <a:gd name="connsiteX5" fmla="*/ 106198 w 2339425"/>
              <a:gd name="connsiteY5" fmla="*/ 212395 h 1068132"/>
              <a:gd name="connsiteX6" fmla="*/ 148138 w 2339425"/>
              <a:gd name="connsiteY6" fmla="*/ 203930 h 1068132"/>
              <a:gd name="connsiteX7" fmla="*/ 440566 w 2339425"/>
              <a:gd name="connsiteY7" fmla="*/ 1051203 h 1068132"/>
              <a:gd name="connsiteX8" fmla="*/ 453264 w 2339425"/>
              <a:gd name="connsiteY8" fmla="*/ 1049663 h 1068132"/>
              <a:gd name="connsiteX9" fmla="*/ 453264 w 2339425"/>
              <a:gd name="connsiteY9" fmla="*/ 1068133 h 1068132"/>
              <a:gd name="connsiteX10" fmla="*/ 2339425 w 2339425"/>
              <a:gd name="connsiteY10" fmla="*/ 1068133 h 1068132"/>
              <a:gd name="connsiteX11" fmla="*/ 2339425 w 2339425"/>
              <a:gd name="connsiteY11" fmla="*/ 1029655 h 1068132"/>
              <a:gd name="connsiteX12" fmla="*/ 476735 w 2339425"/>
              <a:gd name="connsiteY12" fmla="*/ 1029655 h 1068132"/>
              <a:gd name="connsiteX13" fmla="*/ 38477 w 2339425"/>
              <a:gd name="connsiteY13" fmla="*/ 106198 h 1068132"/>
              <a:gd name="connsiteX14" fmla="*/ 106198 w 2339425"/>
              <a:gd name="connsiteY14" fmla="*/ 38477 h 1068132"/>
              <a:gd name="connsiteX15" fmla="*/ 173918 w 2339425"/>
              <a:gd name="connsiteY15" fmla="*/ 106198 h 1068132"/>
              <a:gd name="connsiteX16" fmla="*/ 106198 w 2339425"/>
              <a:gd name="connsiteY16" fmla="*/ 173918 h 1068132"/>
              <a:gd name="connsiteX17" fmla="*/ 38477 w 2339425"/>
              <a:gd name="connsiteY17" fmla="*/ 106198 h 1068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39425" h="1068132">
                <a:moveTo>
                  <a:pt x="476735" y="1029655"/>
                </a:moveTo>
                <a:cubicBezTo>
                  <a:pt x="437488" y="727992"/>
                  <a:pt x="337447" y="443260"/>
                  <a:pt x="180074" y="182383"/>
                </a:cubicBezTo>
                <a:cubicBezTo>
                  <a:pt x="200082" y="163144"/>
                  <a:pt x="212395" y="135825"/>
                  <a:pt x="212395" y="106198"/>
                </a:cubicBezTo>
                <a:cubicBezTo>
                  <a:pt x="212395" y="47712"/>
                  <a:pt x="164683" y="0"/>
                  <a:pt x="106198" y="0"/>
                </a:cubicBezTo>
                <a:cubicBezTo>
                  <a:pt x="47712" y="0"/>
                  <a:pt x="0" y="47712"/>
                  <a:pt x="0" y="106198"/>
                </a:cubicBezTo>
                <a:cubicBezTo>
                  <a:pt x="0" y="164683"/>
                  <a:pt x="47712" y="212395"/>
                  <a:pt x="106198" y="212395"/>
                </a:cubicBezTo>
                <a:cubicBezTo>
                  <a:pt x="121204" y="212395"/>
                  <a:pt x="135056" y="209317"/>
                  <a:pt x="148138" y="203930"/>
                </a:cubicBezTo>
                <a:cubicBezTo>
                  <a:pt x="305126" y="464422"/>
                  <a:pt x="403628" y="749155"/>
                  <a:pt x="440566" y="1051203"/>
                </a:cubicBezTo>
                <a:lnTo>
                  <a:pt x="453264" y="1049663"/>
                </a:lnTo>
                <a:lnTo>
                  <a:pt x="453264" y="1068133"/>
                </a:lnTo>
                <a:lnTo>
                  <a:pt x="2339425" y="1068133"/>
                </a:lnTo>
                <a:lnTo>
                  <a:pt x="2339425" y="1029655"/>
                </a:lnTo>
                <a:lnTo>
                  <a:pt x="476735" y="1029655"/>
                </a:lnTo>
                <a:close/>
                <a:moveTo>
                  <a:pt x="38477" y="106198"/>
                </a:moveTo>
                <a:cubicBezTo>
                  <a:pt x="38477" y="68875"/>
                  <a:pt x="68875" y="38477"/>
                  <a:pt x="106198" y="38477"/>
                </a:cubicBezTo>
                <a:cubicBezTo>
                  <a:pt x="143521" y="38477"/>
                  <a:pt x="173918" y="68875"/>
                  <a:pt x="173918" y="106198"/>
                </a:cubicBezTo>
                <a:cubicBezTo>
                  <a:pt x="173918" y="143521"/>
                  <a:pt x="143521" y="173918"/>
                  <a:pt x="106198" y="173918"/>
                </a:cubicBezTo>
                <a:cubicBezTo>
                  <a:pt x="68875" y="173918"/>
                  <a:pt x="38477" y="143521"/>
                  <a:pt x="38477" y="106198"/>
                </a:cubicBezTo>
                <a:close/>
              </a:path>
            </a:pathLst>
          </a:custGeom>
          <a:solidFill>
            <a:srgbClr val="F8AE20"/>
          </a:solidFill>
          <a:ln w="3844" cap="flat">
            <a:noFill/>
            <a:prstDash val="solid"/>
            <a:miter/>
          </a:ln>
        </p:spPr>
        <p:txBody>
          <a:bodyPr rtlCol="0" anchor="ctr"/>
          <a:lstStyle/>
          <a:p>
            <a:endParaRPr lang="en-US">
              <a:solidFill>
                <a:schemeClr val="tx1">
                  <a:lumMod val="75000"/>
                  <a:lumOff val="25000"/>
                </a:schemeClr>
              </a:solidFill>
            </a:endParaRPr>
          </a:p>
        </p:txBody>
      </p:sp>
      <p:sp>
        <p:nvSpPr>
          <p:cNvPr id="45" name="Freeform: Shape 44">
            <a:extLst>
              <a:ext uri="{FF2B5EF4-FFF2-40B4-BE49-F238E27FC236}">
                <a16:creationId xmlns:a16="http://schemas.microsoft.com/office/drawing/2014/main" id="{711F08FA-A3FD-0281-B70A-28381973A091}"/>
              </a:ext>
            </a:extLst>
          </p:cNvPr>
          <p:cNvSpPr/>
          <p:nvPr/>
        </p:nvSpPr>
        <p:spPr>
          <a:xfrm>
            <a:off x="4067863" y="5550269"/>
            <a:ext cx="2825586" cy="1289180"/>
          </a:xfrm>
          <a:custGeom>
            <a:avLst/>
            <a:gdLst>
              <a:gd name="connsiteX0" fmla="*/ 2229380 w 2335195"/>
              <a:gd name="connsiteY0" fmla="*/ 852659 h 1065438"/>
              <a:gd name="connsiteX1" fmla="*/ 2192827 w 2335195"/>
              <a:gd name="connsiteY1" fmla="*/ 859200 h 1065438"/>
              <a:gd name="connsiteX2" fmla="*/ 1900014 w 2335195"/>
              <a:gd name="connsiteY2" fmla="*/ 16545 h 1065438"/>
              <a:gd name="connsiteX3" fmla="*/ 1886162 w 2335195"/>
              <a:gd name="connsiteY3" fmla="*/ 18469 h 1065438"/>
              <a:gd name="connsiteX4" fmla="*/ 1886162 w 2335195"/>
              <a:gd name="connsiteY4" fmla="*/ 0 h 1065438"/>
              <a:gd name="connsiteX5" fmla="*/ 0 w 2335195"/>
              <a:gd name="connsiteY5" fmla="*/ 0 h 1065438"/>
              <a:gd name="connsiteX6" fmla="*/ 0 w 2335195"/>
              <a:gd name="connsiteY6" fmla="*/ 38477 h 1065438"/>
              <a:gd name="connsiteX7" fmla="*/ 1864229 w 2335195"/>
              <a:gd name="connsiteY7" fmla="*/ 38477 h 1065438"/>
              <a:gd name="connsiteX8" fmla="*/ 2159736 w 2335195"/>
              <a:gd name="connsiteY8" fmla="*/ 878824 h 1065438"/>
              <a:gd name="connsiteX9" fmla="*/ 2122798 w 2335195"/>
              <a:gd name="connsiteY9" fmla="*/ 959241 h 1065438"/>
              <a:gd name="connsiteX10" fmla="*/ 2228995 w 2335195"/>
              <a:gd name="connsiteY10" fmla="*/ 1065439 h 1065438"/>
              <a:gd name="connsiteX11" fmla="*/ 2335193 w 2335195"/>
              <a:gd name="connsiteY11" fmla="*/ 959241 h 1065438"/>
              <a:gd name="connsiteX12" fmla="*/ 2229380 w 2335195"/>
              <a:gd name="connsiteY12" fmla="*/ 852659 h 1065438"/>
              <a:gd name="connsiteX13" fmla="*/ 2229380 w 2335195"/>
              <a:gd name="connsiteY13" fmla="*/ 1026962 h 1065438"/>
              <a:gd name="connsiteX14" fmla="*/ 2161660 w 2335195"/>
              <a:gd name="connsiteY14" fmla="*/ 959241 h 1065438"/>
              <a:gd name="connsiteX15" fmla="*/ 2229380 w 2335195"/>
              <a:gd name="connsiteY15" fmla="*/ 891521 h 1065438"/>
              <a:gd name="connsiteX16" fmla="*/ 2297100 w 2335195"/>
              <a:gd name="connsiteY16" fmla="*/ 959241 h 1065438"/>
              <a:gd name="connsiteX17" fmla="*/ 2229380 w 2335195"/>
              <a:gd name="connsiteY17" fmla="*/ 1026962 h 1065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35195" h="1065438">
                <a:moveTo>
                  <a:pt x="2229380" y="852659"/>
                </a:moveTo>
                <a:cubicBezTo>
                  <a:pt x="2216683" y="852659"/>
                  <a:pt x="2204370" y="854968"/>
                  <a:pt x="2192827" y="859200"/>
                </a:cubicBezTo>
                <a:cubicBezTo>
                  <a:pt x="2036223" y="600247"/>
                  <a:pt x="1937721" y="317054"/>
                  <a:pt x="1900014" y="16545"/>
                </a:cubicBezTo>
                <a:lnTo>
                  <a:pt x="1886162" y="18469"/>
                </a:lnTo>
                <a:lnTo>
                  <a:pt x="1886162" y="0"/>
                </a:lnTo>
                <a:lnTo>
                  <a:pt x="0" y="0"/>
                </a:lnTo>
                <a:lnTo>
                  <a:pt x="0" y="38477"/>
                </a:lnTo>
                <a:lnTo>
                  <a:pt x="1864229" y="38477"/>
                </a:lnTo>
                <a:cubicBezTo>
                  <a:pt x="1904246" y="337832"/>
                  <a:pt x="2003903" y="620255"/>
                  <a:pt x="2159736" y="878824"/>
                </a:cubicBezTo>
                <a:cubicBezTo>
                  <a:pt x="2137419" y="898447"/>
                  <a:pt x="2122798" y="926920"/>
                  <a:pt x="2122798" y="959241"/>
                </a:cubicBezTo>
                <a:cubicBezTo>
                  <a:pt x="2122798" y="1017727"/>
                  <a:pt x="2170510" y="1065439"/>
                  <a:pt x="2228995" y="1065439"/>
                </a:cubicBezTo>
                <a:cubicBezTo>
                  <a:pt x="2287481" y="1065439"/>
                  <a:pt x="2335193" y="1017727"/>
                  <a:pt x="2335193" y="959241"/>
                </a:cubicBezTo>
                <a:cubicBezTo>
                  <a:pt x="2335578" y="900371"/>
                  <a:pt x="2288250" y="852659"/>
                  <a:pt x="2229380" y="852659"/>
                </a:cubicBezTo>
                <a:close/>
                <a:moveTo>
                  <a:pt x="2229380" y="1026962"/>
                </a:moveTo>
                <a:cubicBezTo>
                  <a:pt x="2192057" y="1026962"/>
                  <a:pt x="2161660" y="996565"/>
                  <a:pt x="2161660" y="959241"/>
                </a:cubicBezTo>
                <a:cubicBezTo>
                  <a:pt x="2161660" y="921918"/>
                  <a:pt x="2192057" y="891521"/>
                  <a:pt x="2229380" y="891521"/>
                </a:cubicBezTo>
                <a:cubicBezTo>
                  <a:pt x="2266703" y="891521"/>
                  <a:pt x="2297100" y="921918"/>
                  <a:pt x="2297100" y="959241"/>
                </a:cubicBezTo>
                <a:cubicBezTo>
                  <a:pt x="2297100" y="996565"/>
                  <a:pt x="2266703" y="1026962"/>
                  <a:pt x="2229380" y="1026962"/>
                </a:cubicBezTo>
                <a:close/>
              </a:path>
            </a:pathLst>
          </a:custGeom>
          <a:solidFill>
            <a:srgbClr val="20323C"/>
          </a:solidFill>
          <a:ln w="3844" cap="flat">
            <a:noFill/>
            <a:prstDash val="solid"/>
            <a:miter/>
          </a:ln>
        </p:spPr>
        <p:txBody>
          <a:bodyPr rtlCol="0" anchor="ctr"/>
          <a:lstStyle/>
          <a:p>
            <a:endParaRPr lang="en-US">
              <a:solidFill>
                <a:schemeClr val="tx1">
                  <a:lumMod val="75000"/>
                  <a:lumOff val="25000"/>
                </a:schemeClr>
              </a:solidFill>
            </a:endParaRPr>
          </a:p>
        </p:txBody>
      </p:sp>
      <p:sp>
        <p:nvSpPr>
          <p:cNvPr id="48" name="Freeform: Shape 47">
            <a:extLst>
              <a:ext uri="{FF2B5EF4-FFF2-40B4-BE49-F238E27FC236}">
                <a16:creationId xmlns:a16="http://schemas.microsoft.com/office/drawing/2014/main" id="{FB8CC984-B2B9-10C8-AA86-8799ADEF0B0B}"/>
              </a:ext>
            </a:extLst>
          </p:cNvPr>
          <p:cNvSpPr/>
          <p:nvPr/>
        </p:nvSpPr>
        <p:spPr>
          <a:xfrm>
            <a:off x="9588671" y="5549803"/>
            <a:ext cx="2831169" cy="1289181"/>
          </a:xfrm>
          <a:custGeom>
            <a:avLst/>
            <a:gdLst>
              <a:gd name="connsiteX0" fmla="*/ 453264 w 2339809"/>
              <a:gd name="connsiteY0" fmla="*/ 0 h 1065439"/>
              <a:gd name="connsiteX1" fmla="*/ 453264 w 2339809"/>
              <a:gd name="connsiteY1" fmla="*/ 18469 h 1065439"/>
              <a:gd name="connsiteX2" fmla="*/ 439797 w 2339809"/>
              <a:gd name="connsiteY2" fmla="*/ 16930 h 1065439"/>
              <a:gd name="connsiteX3" fmla="*/ 146214 w 2339809"/>
              <a:gd name="connsiteY3" fmla="*/ 860739 h 1065439"/>
              <a:gd name="connsiteX4" fmla="*/ 106198 w 2339809"/>
              <a:gd name="connsiteY4" fmla="*/ 853044 h 1065439"/>
              <a:gd name="connsiteX5" fmla="*/ 0 w 2339809"/>
              <a:gd name="connsiteY5" fmla="*/ 959241 h 1065439"/>
              <a:gd name="connsiteX6" fmla="*/ 106198 w 2339809"/>
              <a:gd name="connsiteY6" fmla="*/ 1065439 h 1065439"/>
              <a:gd name="connsiteX7" fmla="*/ 212395 w 2339809"/>
              <a:gd name="connsiteY7" fmla="*/ 959241 h 1065439"/>
              <a:gd name="connsiteX8" fmla="*/ 178535 w 2339809"/>
              <a:gd name="connsiteY8" fmla="*/ 881517 h 1065439"/>
              <a:gd name="connsiteX9" fmla="*/ 475966 w 2339809"/>
              <a:gd name="connsiteY9" fmla="*/ 38477 h 1065439"/>
              <a:gd name="connsiteX10" fmla="*/ 2339810 w 2339809"/>
              <a:gd name="connsiteY10" fmla="*/ 38477 h 1065439"/>
              <a:gd name="connsiteX11" fmla="*/ 2339810 w 2339809"/>
              <a:gd name="connsiteY11" fmla="*/ 0 h 1065439"/>
              <a:gd name="connsiteX12" fmla="*/ 453264 w 2339809"/>
              <a:gd name="connsiteY12" fmla="*/ 0 h 1065439"/>
              <a:gd name="connsiteX13" fmla="*/ 105813 w 2339809"/>
              <a:gd name="connsiteY13" fmla="*/ 1027347 h 1065439"/>
              <a:gd name="connsiteX14" fmla="*/ 38093 w 2339809"/>
              <a:gd name="connsiteY14" fmla="*/ 959626 h 1065439"/>
              <a:gd name="connsiteX15" fmla="*/ 105813 w 2339809"/>
              <a:gd name="connsiteY15" fmla="*/ 891906 h 1065439"/>
              <a:gd name="connsiteX16" fmla="*/ 173533 w 2339809"/>
              <a:gd name="connsiteY16" fmla="*/ 959626 h 1065439"/>
              <a:gd name="connsiteX17" fmla="*/ 105813 w 2339809"/>
              <a:gd name="connsiteY17" fmla="*/ 1027347 h 1065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39809" h="1065439">
                <a:moveTo>
                  <a:pt x="453264" y="0"/>
                </a:moveTo>
                <a:lnTo>
                  <a:pt x="453264" y="18469"/>
                </a:lnTo>
                <a:lnTo>
                  <a:pt x="439797" y="16930"/>
                </a:lnTo>
                <a:cubicBezTo>
                  <a:pt x="401704" y="317823"/>
                  <a:pt x="303202" y="601402"/>
                  <a:pt x="146214" y="860739"/>
                </a:cubicBezTo>
                <a:cubicBezTo>
                  <a:pt x="133902" y="855737"/>
                  <a:pt x="120434" y="853044"/>
                  <a:pt x="106198" y="853044"/>
                </a:cubicBezTo>
                <a:cubicBezTo>
                  <a:pt x="47712" y="853044"/>
                  <a:pt x="0" y="900756"/>
                  <a:pt x="0" y="959241"/>
                </a:cubicBezTo>
                <a:cubicBezTo>
                  <a:pt x="0" y="1017727"/>
                  <a:pt x="47712" y="1065439"/>
                  <a:pt x="106198" y="1065439"/>
                </a:cubicBezTo>
                <a:cubicBezTo>
                  <a:pt x="164683" y="1065439"/>
                  <a:pt x="212395" y="1017727"/>
                  <a:pt x="212395" y="959241"/>
                </a:cubicBezTo>
                <a:cubicBezTo>
                  <a:pt x="212395" y="928460"/>
                  <a:pt x="199313" y="900756"/>
                  <a:pt x="178535" y="881517"/>
                </a:cubicBezTo>
                <a:cubicBezTo>
                  <a:pt x="335523" y="622180"/>
                  <a:pt x="435564" y="338601"/>
                  <a:pt x="475966" y="38477"/>
                </a:cubicBezTo>
                <a:lnTo>
                  <a:pt x="2339810" y="38477"/>
                </a:lnTo>
                <a:lnTo>
                  <a:pt x="2339810" y="0"/>
                </a:lnTo>
                <a:lnTo>
                  <a:pt x="453264" y="0"/>
                </a:lnTo>
                <a:close/>
                <a:moveTo>
                  <a:pt x="105813" y="1027347"/>
                </a:moveTo>
                <a:cubicBezTo>
                  <a:pt x="68490" y="1027347"/>
                  <a:pt x="38093" y="996950"/>
                  <a:pt x="38093" y="959626"/>
                </a:cubicBezTo>
                <a:cubicBezTo>
                  <a:pt x="38093" y="922303"/>
                  <a:pt x="68490" y="891906"/>
                  <a:pt x="105813" y="891906"/>
                </a:cubicBezTo>
                <a:cubicBezTo>
                  <a:pt x="143136" y="891906"/>
                  <a:pt x="173533" y="922303"/>
                  <a:pt x="173533" y="959626"/>
                </a:cubicBezTo>
                <a:cubicBezTo>
                  <a:pt x="173533" y="996950"/>
                  <a:pt x="143136" y="1027347"/>
                  <a:pt x="105813" y="1027347"/>
                </a:cubicBezTo>
                <a:close/>
              </a:path>
            </a:pathLst>
          </a:custGeom>
          <a:solidFill>
            <a:srgbClr val="F2553C"/>
          </a:solidFill>
          <a:ln w="3844" cap="flat">
            <a:noFill/>
            <a:prstDash val="solid"/>
            <a:miter/>
          </a:ln>
        </p:spPr>
        <p:txBody>
          <a:bodyPr rtlCol="0" anchor="ctr"/>
          <a:lstStyle/>
          <a:p>
            <a:endParaRPr lang="en-US">
              <a:solidFill>
                <a:schemeClr val="tx1">
                  <a:lumMod val="75000"/>
                  <a:lumOff val="25000"/>
                </a:schemeClr>
              </a:solidFill>
            </a:endParaRPr>
          </a:p>
        </p:txBody>
      </p:sp>
      <p:grpSp>
        <p:nvGrpSpPr>
          <p:cNvPr id="51" name="Graphic 3">
            <a:extLst>
              <a:ext uri="{FF2B5EF4-FFF2-40B4-BE49-F238E27FC236}">
                <a16:creationId xmlns:a16="http://schemas.microsoft.com/office/drawing/2014/main" id="{5563B37C-097B-8510-2663-69EFCFDC3AA7}"/>
              </a:ext>
            </a:extLst>
          </p:cNvPr>
          <p:cNvGrpSpPr/>
          <p:nvPr/>
        </p:nvGrpSpPr>
        <p:grpSpPr>
          <a:xfrm>
            <a:off x="6542677" y="3541117"/>
            <a:ext cx="3408395" cy="3408397"/>
            <a:chOff x="6264155" y="3083578"/>
            <a:chExt cx="3749236" cy="3749237"/>
          </a:xfrm>
        </p:grpSpPr>
        <p:sp>
          <p:nvSpPr>
            <p:cNvPr id="58" name="Freeform: Shape 57">
              <a:extLst>
                <a:ext uri="{FF2B5EF4-FFF2-40B4-BE49-F238E27FC236}">
                  <a16:creationId xmlns:a16="http://schemas.microsoft.com/office/drawing/2014/main" id="{821DC0F8-6CDC-16B6-B9DC-BDD5FEA40C72}"/>
                </a:ext>
              </a:extLst>
            </p:cNvPr>
            <p:cNvSpPr/>
            <p:nvPr/>
          </p:nvSpPr>
          <p:spPr>
            <a:xfrm>
              <a:off x="6264155" y="4958197"/>
              <a:ext cx="1874618" cy="1874618"/>
            </a:xfrm>
            <a:custGeom>
              <a:avLst/>
              <a:gdLst>
                <a:gd name="connsiteX0" fmla="*/ 1874619 w 1874618"/>
                <a:gd name="connsiteY0" fmla="*/ 1874619 h 1874618"/>
                <a:gd name="connsiteX1" fmla="*/ 1145087 w 1874618"/>
                <a:gd name="connsiteY1" fmla="*/ 1727250 h 1874618"/>
                <a:gd name="connsiteX2" fmla="*/ 549457 w 1874618"/>
                <a:gd name="connsiteY2" fmla="*/ 1325546 h 1874618"/>
                <a:gd name="connsiteX3" fmla="*/ 147369 w 1874618"/>
                <a:gd name="connsiteY3" fmla="*/ 729531 h 1874618"/>
                <a:gd name="connsiteX4" fmla="*/ 0 w 1874618"/>
                <a:gd name="connsiteY4" fmla="*/ 0 h 1874618"/>
                <a:gd name="connsiteX5" fmla="*/ 202776 w 1874618"/>
                <a:gd name="connsiteY5" fmla="*/ 0 h 1874618"/>
                <a:gd name="connsiteX6" fmla="*/ 1874234 w 1874618"/>
                <a:gd name="connsiteY6" fmla="*/ 1671458 h 1874618"/>
                <a:gd name="connsiteX7" fmla="*/ 1874234 w 1874618"/>
                <a:gd name="connsiteY7" fmla="*/ 1874619 h 1874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4618" h="1874618">
                  <a:moveTo>
                    <a:pt x="1874619" y="1874619"/>
                  </a:moveTo>
                  <a:cubicBezTo>
                    <a:pt x="1621437" y="1874619"/>
                    <a:pt x="1375952" y="1824983"/>
                    <a:pt x="1145087" y="1727250"/>
                  </a:cubicBezTo>
                  <a:cubicBezTo>
                    <a:pt x="921918" y="1632981"/>
                    <a:pt x="721451" y="1497540"/>
                    <a:pt x="549457" y="1325546"/>
                  </a:cubicBezTo>
                  <a:cubicBezTo>
                    <a:pt x="377078" y="1153167"/>
                    <a:pt x="242023" y="952700"/>
                    <a:pt x="147369" y="729531"/>
                  </a:cubicBezTo>
                  <a:cubicBezTo>
                    <a:pt x="49636" y="498282"/>
                    <a:pt x="0" y="252796"/>
                    <a:pt x="0" y="0"/>
                  </a:cubicBezTo>
                  <a:lnTo>
                    <a:pt x="202776" y="0"/>
                  </a:lnTo>
                  <a:cubicBezTo>
                    <a:pt x="202776" y="921918"/>
                    <a:pt x="952700" y="1671458"/>
                    <a:pt x="1874234" y="1671458"/>
                  </a:cubicBezTo>
                  <a:lnTo>
                    <a:pt x="1874234" y="1874619"/>
                  </a:lnTo>
                  <a:close/>
                </a:path>
              </a:pathLst>
            </a:custGeom>
            <a:solidFill>
              <a:srgbClr val="20323C"/>
            </a:solidFill>
            <a:ln w="3844" cap="flat">
              <a:noFill/>
              <a:prstDash val="solid"/>
              <a:miter/>
            </a:ln>
          </p:spPr>
          <p:txBody>
            <a:bodyPr rtlCol="0" anchor="ctr"/>
            <a:lstStyle/>
            <a:p>
              <a:endParaRPr lang="en-US">
                <a:solidFill>
                  <a:schemeClr val="tx1">
                    <a:lumMod val="75000"/>
                    <a:lumOff val="25000"/>
                  </a:schemeClr>
                </a:solidFill>
              </a:endParaRPr>
            </a:p>
          </p:txBody>
        </p:sp>
        <p:sp>
          <p:nvSpPr>
            <p:cNvPr id="59" name="Freeform: Shape 58">
              <a:extLst>
                <a:ext uri="{FF2B5EF4-FFF2-40B4-BE49-F238E27FC236}">
                  <a16:creationId xmlns:a16="http://schemas.microsoft.com/office/drawing/2014/main" id="{C65CA88C-34CB-0F67-CB96-6FFDAD90F30B}"/>
                </a:ext>
              </a:extLst>
            </p:cNvPr>
            <p:cNvSpPr/>
            <p:nvPr/>
          </p:nvSpPr>
          <p:spPr>
            <a:xfrm>
              <a:off x="8138773" y="4958582"/>
              <a:ext cx="1874233" cy="1874233"/>
            </a:xfrm>
            <a:custGeom>
              <a:avLst/>
              <a:gdLst>
                <a:gd name="connsiteX0" fmla="*/ 0 w 1874233"/>
                <a:gd name="connsiteY0" fmla="*/ 1874234 h 1874233"/>
                <a:gd name="connsiteX1" fmla="*/ 0 w 1874233"/>
                <a:gd name="connsiteY1" fmla="*/ 1671458 h 1874233"/>
                <a:gd name="connsiteX2" fmla="*/ 1671457 w 1874233"/>
                <a:gd name="connsiteY2" fmla="*/ 0 h 1874233"/>
                <a:gd name="connsiteX3" fmla="*/ 1874234 w 1874233"/>
                <a:gd name="connsiteY3" fmla="*/ 0 h 1874233"/>
                <a:gd name="connsiteX4" fmla="*/ 1726865 w 1874233"/>
                <a:gd name="connsiteY4" fmla="*/ 729531 h 1874233"/>
                <a:gd name="connsiteX5" fmla="*/ 1325161 w 1874233"/>
                <a:gd name="connsiteY5" fmla="*/ 1325162 h 1874233"/>
                <a:gd name="connsiteX6" fmla="*/ 729531 w 1874233"/>
                <a:gd name="connsiteY6" fmla="*/ 1726866 h 1874233"/>
                <a:gd name="connsiteX7" fmla="*/ 0 w 1874233"/>
                <a:gd name="connsiteY7" fmla="*/ 1874234 h 1874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4233" h="1874233">
                  <a:moveTo>
                    <a:pt x="0" y="1874234"/>
                  </a:moveTo>
                  <a:lnTo>
                    <a:pt x="0" y="1671458"/>
                  </a:lnTo>
                  <a:cubicBezTo>
                    <a:pt x="921918" y="1671458"/>
                    <a:pt x="1671457" y="921534"/>
                    <a:pt x="1671457" y="0"/>
                  </a:cubicBezTo>
                  <a:lnTo>
                    <a:pt x="1874234" y="0"/>
                  </a:lnTo>
                  <a:cubicBezTo>
                    <a:pt x="1874234" y="253181"/>
                    <a:pt x="1824598" y="498667"/>
                    <a:pt x="1726865" y="729531"/>
                  </a:cubicBezTo>
                  <a:cubicBezTo>
                    <a:pt x="1632595" y="952700"/>
                    <a:pt x="1497155" y="1153168"/>
                    <a:pt x="1325161" y="1325162"/>
                  </a:cubicBezTo>
                  <a:cubicBezTo>
                    <a:pt x="1153167" y="1497155"/>
                    <a:pt x="952700" y="1632596"/>
                    <a:pt x="729531" y="1726866"/>
                  </a:cubicBezTo>
                  <a:cubicBezTo>
                    <a:pt x="498667" y="1824598"/>
                    <a:pt x="253181" y="1874234"/>
                    <a:pt x="0" y="1874234"/>
                  </a:cubicBezTo>
                  <a:close/>
                </a:path>
              </a:pathLst>
            </a:custGeom>
            <a:solidFill>
              <a:srgbClr val="F2553C"/>
            </a:solidFill>
            <a:ln w="3844" cap="flat">
              <a:noFill/>
              <a:prstDash val="solid"/>
              <a:miter/>
            </a:ln>
          </p:spPr>
          <p:txBody>
            <a:bodyPr rtlCol="0" anchor="ctr"/>
            <a:lstStyle/>
            <a:p>
              <a:endParaRPr lang="en-US">
                <a:solidFill>
                  <a:schemeClr val="tx1">
                    <a:lumMod val="75000"/>
                    <a:lumOff val="25000"/>
                  </a:schemeClr>
                </a:solidFill>
              </a:endParaRPr>
            </a:p>
          </p:txBody>
        </p:sp>
        <p:sp>
          <p:nvSpPr>
            <p:cNvPr id="60" name="Freeform: Shape 59">
              <a:extLst>
                <a:ext uri="{FF2B5EF4-FFF2-40B4-BE49-F238E27FC236}">
                  <a16:creationId xmlns:a16="http://schemas.microsoft.com/office/drawing/2014/main" id="{6A14087E-B686-20CF-DC72-A4FDEDAB4A44}"/>
                </a:ext>
              </a:extLst>
            </p:cNvPr>
            <p:cNvSpPr/>
            <p:nvPr/>
          </p:nvSpPr>
          <p:spPr>
            <a:xfrm>
              <a:off x="8139158" y="3083578"/>
              <a:ext cx="1874233" cy="1874618"/>
            </a:xfrm>
            <a:custGeom>
              <a:avLst/>
              <a:gdLst>
                <a:gd name="connsiteX0" fmla="*/ 1874234 w 1874233"/>
                <a:gd name="connsiteY0" fmla="*/ 1874619 h 1874618"/>
                <a:gd name="connsiteX1" fmla="*/ 1671458 w 1874233"/>
                <a:gd name="connsiteY1" fmla="*/ 1874619 h 1874618"/>
                <a:gd name="connsiteX2" fmla="*/ 0 w 1874233"/>
                <a:gd name="connsiteY2" fmla="*/ 203161 h 1874618"/>
                <a:gd name="connsiteX3" fmla="*/ 0 w 1874233"/>
                <a:gd name="connsiteY3" fmla="*/ 0 h 1874618"/>
                <a:gd name="connsiteX4" fmla="*/ 729531 w 1874233"/>
                <a:gd name="connsiteY4" fmla="*/ 147368 h 1874618"/>
                <a:gd name="connsiteX5" fmla="*/ 1325161 w 1874233"/>
                <a:gd name="connsiteY5" fmla="*/ 549072 h 1874618"/>
                <a:gd name="connsiteX6" fmla="*/ 1726865 w 1874233"/>
                <a:gd name="connsiteY6" fmla="*/ 1144703 h 1874618"/>
                <a:gd name="connsiteX7" fmla="*/ 1874234 w 1874233"/>
                <a:gd name="connsiteY7" fmla="*/ 1874619 h 1874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4233" h="1874618">
                  <a:moveTo>
                    <a:pt x="1874234" y="1874619"/>
                  </a:moveTo>
                  <a:lnTo>
                    <a:pt x="1671458" y="1874619"/>
                  </a:lnTo>
                  <a:cubicBezTo>
                    <a:pt x="1671458" y="952700"/>
                    <a:pt x="921534" y="203161"/>
                    <a:pt x="0" y="203161"/>
                  </a:cubicBezTo>
                  <a:lnTo>
                    <a:pt x="0" y="0"/>
                  </a:lnTo>
                  <a:cubicBezTo>
                    <a:pt x="253181" y="0"/>
                    <a:pt x="498667" y="49636"/>
                    <a:pt x="729531" y="147368"/>
                  </a:cubicBezTo>
                  <a:cubicBezTo>
                    <a:pt x="952700" y="241638"/>
                    <a:pt x="1153167" y="377078"/>
                    <a:pt x="1325161" y="549072"/>
                  </a:cubicBezTo>
                  <a:cubicBezTo>
                    <a:pt x="1497155" y="721066"/>
                    <a:pt x="1632595" y="921534"/>
                    <a:pt x="1726865" y="1144703"/>
                  </a:cubicBezTo>
                  <a:cubicBezTo>
                    <a:pt x="1824598" y="1375952"/>
                    <a:pt x="1874234" y="1621438"/>
                    <a:pt x="1874234" y="1874619"/>
                  </a:cubicBezTo>
                  <a:close/>
                </a:path>
              </a:pathLst>
            </a:custGeom>
            <a:solidFill>
              <a:srgbClr val="F8AE20"/>
            </a:solidFill>
            <a:ln w="3844" cap="flat">
              <a:noFill/>
              <a:prstDash val="solid"/>
              <a:miter/>
            </a:ln>
          </p:spPr>
          <p:txBody>
            <a:bodyPr rtlCol="0" anchor="ctr"/>
            <a:lstStyle/>
            <a:p>
              <a:endParaRPr lang="en-US">
                <a:solidFill>
                  <a:schemeClr val="tx1">
                    <a:lumMod val="75000"/>
                    <a:lumOff val="25000"/>
                  </a:schemeClr>
                </a:solidFill>
              </a:endParaRPr>
            </a:p>
          </p:txBody>
        </p:sp>
        <p:sp>
          <p:nvSpPr>
            <p:cNvPr id="61" name="Freeform: Shape 60">
              <a:extLst>
                <a:ext uri="{FF2B5EF4-FFF2-40B4-BE49-F238E27FC236}">
                  <a16:creationId xmlns:a16="http://schemas.microsoft.com/office/drawing/2014/main" id="{C22AB580-E2F2-6FD4-454F-7C929CFCBBDB}"/>
                </a:ext>
              </a:extLst>
            </p:cNvPr>
            <p:cNvSpPr/>
            <p:nvPr/>
          </p:nvSpPr>
          <p:spPr>
            <a:xfrm>
              <a:off x="6264540" y="3083963"/>
              <a:ext cx="1874233" cy="1874234"/>
            </a:xfrm>
            <a:custGeom>
              <a:avLst/>
              <a:gdLst>
                <a:gd name="connsiteX0" fmla="*/ 202776 w 1874233"/>
                <a:gd name="connsiteY0" fmla="*/ 1874234 h 1874234"/>
                <a:gd name="connsiteX1" fmla="*/ 0 w 1874233"/>
                <a:gd name="connsiteY1" fmla="*/ 1874234 h 1874234"/>
                <a:gd name="connsiteX2" fmla="*/ 147368 w 1874233"/>
                <a:gd name="connsiteY2" fmla="*/ 1144703 h 1874234"/>
                <a:gd name="connsiteX3" fmla="*/ 549072 w 1874233"/>
                <a:gd name="connsiteY3" fmla="*/ 549072 h 1874234"/>
                <a:gd name="connsiteX4" fmla="*/ 1144702 w 1874233"/>
                <a:gd name="connsiteY4" fmla="*/ 147368 h 1874234"/>
                <a:gd name="connsiteX5" fmla="*/ 1874234 w 1874233"/>
                <a:gd name="connsiteY5" fmla="*/ 0 h 1874234"/>
                <a:gd name="connsiteX6" fmla="*/ 1874234 w 1874233"/>
                <a:gd name="connsiteY6" fmla="*/ 202776 h 1874234"/>
                <a:gd name="connsiteX7" fmla="*/ 202776 w 1874233"/>
                <a:gd name="connsiteY7" fmla="*/ 1874234 h 1874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4233" h="1874234">
                  <a:moveTo>
                    <a:pt x="202776" y="1874234"/>
                  </a:moveTo>
                  <a:lnTo>
                    <a:pt x="0" y="1874234"/>
                  </a:lnTo>
                  <a:cubicBezTo>
                    <a:pt x="0" y="1621053"/>
                    <a:pt x="49636" y="1375567"/>
                    <a:pt x="147368" y="1144703"/>
                  </a:cubicBezTo>
                  <a:cubicBezTo>
                    <a:pt x="241638" y="921534"/>
                    <a:pt x="377078" y="721066"/>
                    <a:pt x="549072" y="549072"/>
                  </a:cubicBezTo>
                  <a:cubicBezTo>
                    <a:pt x="721066" y="377079"/>
                    <a:pt x="921534" y="241638"/>
                    <a:pt x="1144702" y="147368"/>
                  </a:cubicBezTo>
                  <a:cubicBezTo>
                    <a:pt x="1375951" y="49636"/>
                    <a:pt x="1621437" y="0"/>
                    <a:pt x="1874234" y="0"/>
                  </a:cubicBezTo>
                  <a:lnTo>
                    <a:pt x="1874234" y="202776"/>
                  </a:lnTo>
                  <a:cubicBezTo>
                    <a:pt x="952700" y="202391"/>
                    <a:pt x="202776" y="952316"/>
                    <a:pt x="202776" y="1874234"/>
                  </a:cubicBezTo>
                  <a:close/>
                </a:path>
              </a:pathLst>
            </a:custGeom>
            <a:solidFill>
              <a:srgbClr val="C6D6E0"/>
            </a:solidFill>
            <a:ln w="3844" cap="flat">
              <a:noFill/>
              <a:prstDash val="solid"/>
              <a:miter/>
            </a:ln>
          </p:spPr>
          <p:txBody>
            <a:bodyPr rtlCol="0" anchor="ctr"/>
            <a:lstStyle/>
            <a:p>
              <a:endParaRPr lang="en-US">
                <a:solidFill>
                  <a:schemeClr val="tx1">
                    <a:lumMod val="75000"/>
                    <a:lumOff val="25000"/>
                  </a:schemeClr>
                </a:solidFill>
              </a:endParaRPr>
            </a:p>
          </p:txBody>
        </p:sp>
      </p:grpSp>
      <p:pic>
        <p:nvPicPr>
          <p:cNvPr id="63" name="Picture 62" descr="A blue folder with a yellow arrow pointing to the left&#10;&#10;AI-generated content may be incorrect.">
            <a:extLst>
              <a:ext uri="{FF2B5EF4-FFF2-40B4-BE49-F238E27FC236}">
                <a16:creationId xmlns:a16="http://schemas.microsoft.com/office/drawing/2014/main" id="{D66B3D07-50D6-D982-4B9E-DC03F71A66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0513" y="4491224"/>
            <a:ext cx="1507833" cy="1507833"/>
          </a:xfrm>
          <a:prstGeom prst="rect">
            <a:avLst/>
          </a:prstGeom>
        </p:spPr>
      </p:pic>
    </p:spTree>
    <p:custDataLst>
      <p:tags r:id="rId1"/>
    </p:custDataLst>
    <p:extLst>
      <p:ext uri="{BB962C8B-B14F-4D97-AF65-F5344CB8AC3E}">
        <p14:creationId xmlns:p14="http://schemas.microsoft.com/office/powerpoint/2010/main" val="776781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CF99D-649A-15A1-7075-5E54011E20D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4BAA392-8B68-BDDC-2351-9A078878582C}"/>
              </a:ext>
            </a:extLst>
          </p:cNvPr>
          <p:cNvSpPr>
            <a:spLocks noGrp="1"/>
          </p:cNvSpPr>
          <p:nvPr>
            <p:ph type="title"/>
          </p:nvPr>
        </p:nvSpPr>
        <p:spPr/>
        <p:txBody>
          <a:bodyPr>
            <a:normAutofit/>
          </a:bodyPr>
          <a:lstStyle/>
          <a:p>
            <a:r>
              <a:rPr lang="en-US" dirty="0" err="1"/>
              <a:t>Guardrails: Check the Work Before It Moves On</a:t>
            </a:r>
            <a:endParaRPr lang="en-US" dirty="0" err="1"/>
          </a:p>
        </p:txBody>
      </p:sp>
      <p:sp>
        <p:nvSpPr>
          <p:cNvPr id="24" name="Brandline_LVC">
            <a:extLst>
              <a:ext uri="{FF2B5EF4-FFF2-40B4-BE49-F238E27FC236}">
                <a16:creationId xmlns:a16="http://schemas.microsoft.com/office/drawing/2014/main" id="{488BE6F3-D5CB-A17F-2BF3-9B8FACCB0694}"/>
              </a:ext>
            </a:extLst>
          </p:cNvPr>
          <p:cNvSpPr/>
          <p:nvPr/>
        </p:nvSpPr>
        <p:spPr>
          <a:xfrm>
            <a:off x="4953000" y="816324"/>
            <a:ext cx="636595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2095B153-D6BC-361E-9805-F42EC6454A63}"/>
              </a:ext>
            </a:extLst>
          </p:cNvPr>
          <p:cNvSpPr txBox="1"/>
          <p:nvPr/>
        </p:nvSpPr>
        <p:spPr>
          <a:xfrm>
            <a:off x="2101174" y="1440870"/>
            <a:ext cx="12782145" cy="846514"/>
          </a:xfrm>
          <a:prstGeom prst="rect">
            <a:avLst/>
          </a:prstGeom>
          <a:noFill/>
        </p:spPr>
        <p:txBody>
          <a:bodyPr wrap="square" rtlCol="0">
            <a:spAutoFit/>
          </a:bodyPr>
          <a:lstStyle/>
          <a:p>
            <a:pPr algn="ctr">
              <a:lnSpc>
                <a:spcPct val="115000"/>
              </a:lnSpc>
            </a:pPr>
            <a:r>
              <a:rPr lang="en-US" sz="2200" err="1">
                <a:solidFill>
                  <a:srgbClr val="404040"/>
                </a:solidFill>
                <a:latin typeface="Open Sans" pitchFamily="2" charset="0"/>
              </a:rPr>
              <a:t>A guardrail is an automatic quality check. Before an agent’s work goes to the next step, it must pass:</a:t>
            </a:r>
            <a:endParaRPr lang="en-US" sz="2200" err="1">
              <a:solidFill>
                <a:srgbClr val="404040"/>
              </a:solidFill>
              <a:latin typeface="Open Sans" pitchFamily="2" charset="0"/>
            </a:endParaRPr>
          </a:p>
        </p:txBody>
      </p:sp>
      <p:sp>
        <p:nvSpPr>
          <p:cNvPr id="50" name="Text Placeholder 21">
            <a:extLst>
              <a:ext uri="{FF2B5EF4-FFF2-40B4-BE49-F238E27FC236}">
                <a16:creationId xmlns:a16="http://schemas.microsoft.com/office/drawing/2014/main" id="{008132EB-8E7E-30B7-E213-134E715791A9}"/>
              </a:ext>
            </a:extLst>
          </p:cNvPr>
          <p:cNvSpPr txBox="1">
            <a:spLocks/>
          </p:cNvSpPr>
          <p:nvPr/>
        </p:nvSpPr>
        <p:spPr>
          <a:xfrm>
            <a:off x="1926224" y="7537268"/>
            <a:ext cx="12476577" cy="693531"/>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a:t>Like a quality checker at the factory gate: nothing faulty leaves the line.</a:t>
            </a:r>
            <a:endParaRPr lang="en-US"/>
          </a:p>
        </p:txBody>
      </p:sp>
      <p:sp>
        <p:nvSpPr>
          <p:cNvPr id="51" name="Rectangle: Rounded Corners 50">
            <a:extLst>
              <a:ext uri="{FF2B5EF4-FFF2-40B4-BE49-F238E27FC236}">
                <a16:creationId xmlns:a16="http://schemas.microsoft.com/office/drawing/2014/main" id="{7398839B-C88A-F636-3C80-C18391110DFA}"/>
              </a:ext>
            </a:extLst>
          </p:cNvPr>
          <p:cNvSpPr/>
          <p:nvPr/>
        </p:nvSpPr>
        <p:spPr>
          <a:xfrm>
            <a:off x="2062411" y="7147930"/>
            <a:ext cx="12204203" cy="1252228"/>
          </a:xfrm>
          <a:prstGeom prst="round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8" name="Freeform 5">
            <a:extLst>
              <a:ext uri="{FF2B5EF4-FFF2-40B4-BE49-F238E27FC236}">
                <a16:creationId xmlns:a16="http://schemas.microsoft.com/office/drawing/2014/main" id="{121C44FC-E577-7630-1ED2-35ECF5BC067B}"/>
              </a:ext>
            </a:extLst>
          </p:cNvPr>
          <p:cNvSpPr>
            <a:spLocks/>
          </p:cNvSpPr>
          <p:nvPr/>
        </p:nvSpPr>
        <p:spPr bwMode="auto">
          <a:xfrm>
            <a:off x="5477051" y="3169953"/>
            <a:ext cx="2130534" cy="1737546"/>
          </a:xfrm>
          <a:custGeom>
            <a:avLst/>
            <a:gdLst>
              <a:gd name="T0" fmla="*/ 212 w 547"/>
              <a:gd name="T1" fmla="*/ 25 h 485"/>
              <a:gd name="T2" fmla="*/ 0 w 547"/>
              <a:gd name="T3" fmla="*/ 238 h 485"/>
              <a:gd name="T4" fmla="*/ 4 w 547"/>
              <a:gd name="T5" fmla="*/ 242 h 485"/>
              <a:gd name="T6" fmla="*/ 215 w 547"/>
              <a:gd name="T7" fmla="*/ 453 h 485"/>
              <a:gd name="T8" fmla="*/ 332 w 547"/>
              <a:gd name="T9" fmla="*/ 453 h 485"/>
              <a:gd name="T10" fmla="*/ 543 w 547"/>
              <a:gd name="T11" fmla="*/ 242 h 485"/>
              <a:gd name="T12" fmla="*/ 547 w 547"/>
              <a:gd name="T13" fmla="*/ 238 h 485"/>
              <a:gd name="T14" fmla="*/ 334 w 547"/>
              <a:gd name="T15" fmla="*/ 25 h 485"/>
              <a:gd name="T16" fmla="*/ 273 w 547"/>
              <a:gd name="T17" fmla="*/ 0 h 485"/>
              <a:gd name="T18" fmla="*/ 212 w 547"/>
              <a:gd name="T19" fmla="*/ 25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7" h="485">
                <a:moveTo>
                  <a:pt x="212" y="25"/>
                </a:moveTo>
                <a:cubicBezTo>
                  <a:pt x="0" y="238"/>
                  <a:pt x="0" y="238"/>
                  <a:pt x="0" y="238"/>
                </a:cubicBezTo>
                <a:cubicBezTo>
                  <a:pt x="1" y="239"/>
                  <a:pt x="2" y="241"/>
                  <a:pt x="4" y="242"/>
                </a:cubicBezTo>
                <a:cubicBezTo>
                  <a:pt x="215" y="453"/>
                  <a:pt x="215" y="453"/>
                  <a:pt x="215" y="453"/>
                </a:cubicBezTo>
                <a:cubicBezTo>
                  <a:pt x="247" y="485"/>
                  <a:pt x="300" y="485"/>
                  <a:pt x="332" y="453"/>
                </a:cubicBezTo>
                <a:cubicBezTo>
                  <a:pt x="543" y="242"/>
                  <a:pt x="543" y="242"/>
                  <a:pt x="543" y="242"/>
                </a:cubicBezTo>
                <a:cubicBezTo>
                  <a:pt x="544" y="241"/>
                  <a:pt x="545" y="239"/>
                  <a:pt x="547" y="238"/>
                </a:cubicBezTo>
                <a:cubicBezTo>
                  <a:pt x="334" y="25"/>
                  <a:pt x="334" y="25"/>
                  <a:pt x="334" y="25"/>
                </a:cubicBezTo>
                <a:cubicBezTo>
                  <a:pt x="317" y="8"/>
                  <a:pt x="295" y="0"/>
                  <a:pt x="273" y="0"/>
                </a:cubicBezTo>
                <a:cubicBezTo>
                  <a:pt x="251" y="0"/>
                  <a:pt x="229" y="8"/>
                  <a:pt x="212" y="25"/>
                </a:cubicBezTo>
              </a:path>
            </a:pathLst>
          </a:custGeom>
          <a:solidFill>
            <a:srgbClr val="8E98A6"/>
          </a:solidFill>
          <a:ln>
            <a:noFill/>
          </a:ln>
          <a:effectLst>
            <a:innerShdw blurRad="114300">
              <a:schemeClr val="tx1"/>
            </a:innerShdw>
          </a:effectLst>
        </p:spPr>
        <p:txBody>
          <a:bodyPr vert="horz" wrap="square" lIns="162560" tIns="81280" rIns="162560" bIns="81280" numCol="1" anchor="t" anchorCtr="0" compatLnSpc="1">
            <a:prstTxWarp prst="textNoShape">
              <a:avLst/>
            </a:prstTxWarp>
          </a:bodyPr>
          <a:lstStyle/>
          <a:p>
            <a:pPr defTabSz="1625620"/>
            <a:endParaRPr lang="en-US" sz="3200">
              <a:solidFill>
                <a:srgbClr val="44494E"/>
              </a:solidFill>
            </a:endParaRPr>
          </a:p>
        </p:txBody>
      </p:sp>
      <p:sp>
        <p:nvSpPr>
          <p:cNvPr id="89" name="Freeform 5">
            <a:extLst>
              <a:ext uri="{FF2B5EF4-FFF2-40B4-BE49-F238E27FC236}">
                <a16:creationId xmlns:a16="http://schemas.microsoft.com/office/drawing/2014/main" id="{307300BC-95B0-371E-046F-9B69429AEA68}"/>
              </a:ext>
            </a:extLst>
          </p:cNvPr>
          <p:cNvSpPr>
            <a:spLocks/>
          </p:cNvSpPr>
          <p:nvPr/>
        </p:nvSpPr>
        <p:spPr bwMode="auto">
          <a:xfrm>
            <a:off x="8973618" y="3981329"/>
            <a:ext cx="2130534" cy="1737546"/>
          </a:xfrm>
          <a:custGeom>
            <a:avLst/>
            <a:gdLst>
              <a:gd name="T0" fmla="*/ 212 w 547"/>
              <a:gd name="T1" fmla="*/ 25 h 485"/>
              <a:gd name="T2" fmla="*/ 0 w 547"/>
              <a:gd name="T3" fmla="*/ 238 h 485"/>
              <a:gd name="T4" fmla="*/ 4 w 547"/>
              <a:gd name="T5" fmla="*/ 242 h 485"/>
              <a:gd name="T6" fmla="*/ 215 w 547"/>
              <a:gd name="T7" fmla="*/ 453 h 485"/>
              <a:gd name="T8" fmla="*/ 332 w 547"/>
              <a:gd name="T9" fmla="*/ 453 h 485"/>
              <a:gd name="T10" fmla="*/ 543 w 547"/>
              <a:gd name="T11" fmla="*/ 242 h 485"/>
              <a:gd name="T12" fmla="*/ 547 w 547"/>
              <a:gd name="T13" fmla="*/ 238 h 485"/>
              <a:gd name="T14" fmla="*/ 334 w 547"/>
              <a:gd name="T15" fmla="*/ 25 h 485"/>
              <a:gd name="T16" fmla="*/ 273 w 547"/>
              <a:gd name="T17" fmla="*/ 0 h 485"/>
              <a:gd name="T18" fmla="*/ 212 w 547"/>
              <a:gd name="T19" fmla="*/ 25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7" h="485">
                <a:moveTo>
                  <a:pt x="212" y="25"/>
                </a:moveTo>
                <a:cubicBezTo>
                  <a:pt x="0" y="238"/>
                  <a:pt x="0" y="238"/>
                  <a:pt x="0" y="238"/>
                </a:cubicBezTo>
                <a:cubicBezTo>
                  <a:pt x="1" y="239"/>
                  <a:pt x="2" y="241"/>
                  <a:pt x="4" y="242"/>
                </a:cubicBezTo>
                <a:cubicBezTo>
                  <a:pt x="215" y="453"/>
                  <a:pt x="215" y="453"/>
                  <a:pt x="215" y="453"/>
                </a:cubicBezTo>
                <a:cubicBezTo>
                  <a:pt x="247" y="485"/>
                  <a:pt x="300" y="485"/>
                  <a:pt x="332" y="453"/>
                </a:cubicBezTo>
                <a:cubicBezTo>
                  <a:pt x="543" y="242"/>
                  <a:pt x="543" y="242"/>
                  <a:pt x="543" y="242"/>
                </a:cubicBezTo>
                <a:cubicBezTo>
                  <a:pt x="544" y="241"/>
                  <a:pt x="545" y="239"/>
                  <a:pt x="547" y="238"/>
                </a:cubicBezTo>
                <a:cubicBezTo>
                  <a:pt x="334" y="25"/>
                  <a:pt x="334" y="25"/>
                  <a:pt x="334" y="25"/>
                </a:cubicBezTo>
                <a:cubicBezTo>
                  <a:pt x="317" y="8"/>
                  <a:pt x="295" y="0"/>
                  <a:pt x="273" y="0"/>
                </a:cubicBezTo>
                <a:cubicBezTo>
                  <a:pt x="251" y="0"/>
                  <a:pt x="229" y="8"/>
                  <a:pt x="212" y="25"/>
                </a:cubicBezTo>
              </a:path>
            </a:pathLst>
          </a:custGeom>
          <a:solidFill>
            <a:srgbClr val="B6BFA3"/>
          </a:solidFill>
          <a:ln>
            <a:noFill/>
          </a:ln>
          <a:effectLst>
            <a:innerShdw blurRad="114300">
              <a:schemeClr val="tx1"/>
            </a:innerShdw>
          </a:effectLst>
        </p:spPr>
        <p:txBody>
          <a:bodyPr vert="horz" wrap="square" lIns="162560" tIns="81280" rIns="162560" bIns="81280" numCol="1" anchor="t" anchorCtr="0" compatLnSpc="1">
            <a:prstTxWarp prst="textNoShape">
              <a:avLst/>
            </a:prstTxWarp>
          </a:bodyPr>
          <a:lstStyle/>
          <a:p>
            <a:pPr defTabSz="1625620"/>
            <a:endParaRPr lang="en-US" sz="3200">
              <a:solidFill>
                <a:srgbClr val="44494E"/>
              </a:solidFill>
            </a:endParaRPr>
          </a:p>
        </p:txBody>
      </p:sp>
      <p:sp>
        <p:nvSpPr>
          <p:cNvPr id="90" name="Freeform 5">
            <a:extLst>
              <a:ext uri="{FF2B5EF4-FFF2-40B4-BE49-F238E27FC236}">
                <a16:creationId xmlns:a16="http://schemas.microsoft.com/office/drawing/2014/main" id="{B7CF34B2-A226-B520-CB3F-B5D0EAE4460D}"/>
              </a:ext>
            </a:extLst>
          </p:cNvPr>
          <p:cNvSpPr>
            <a:spLocks/>
          </p:cNvSpPr>
          <p:nvPr/>
        </p:nvSpPr>
        <p:spPr bwMode="auto">
          <a:xfrm>
            <a:off x="12136080" y="3169953"/>
            <a:ext cx="2130534" cy="1737546"/>
          </a:xfrm>
          <a:custGeom>
            <a:avLst/>
            <a:gdLst>
              <a:gd name="T0" fmla="*/ 212 w 547"/>
              <a:gd name="T1" fmla="*/ 25 h 485"/>
              <a:gd name="T2" fmla="*/ 0 w 547"/>
              <a:gd name="T3" fmla="*/ 238 h 485"/>
              <a:gd name="T4" fmla="*/ 4 w 547"/>
              <a:gd name="T5" fmla="*/ 242 h 485"/>
              <a:gd name="T6" fmla="*/ 215 w 547"/>
              <a:gd name="T7" fmla="*/ 453 h 485"/>
              <a:gd name="T8" fmla="*/ 332 w 547"/>
              <a:gd name="T9" fmla="*/ 453 h 485"/>
              <a:gd name="T10" fmla="*/ 543 w 547"/>
              <a:gd name="T11" fmla="*/ 242 h 485"/>
              <a:gd name="T12" fmla="*/ 547 w 547"/>
              <a:gd name="T13" fmla="*/ 238 h 485"/>
              <a:gd name="T14" fmla="*/ 334 w 547"/>
              <a:gd name="T15" fmla="*/ 25 h 485"/>
              <a:gd name="T16" fmla="*/ 273 w 547"/>
              <a:gd name="T17" fmla="*/ 0 h 485"/>
              <a:gd name="T18" fmla="*/ 212 w 547"/>
              <a:gd name="T19" fmla="*/ 25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7" h="485">
                <a:moveTo>
                  <a:pt x="212" y="25"/>
                </a:moveTo>
                <a:cubicBezTo>
                  <a:pt x="0" y="238"/>
                  <a:pt x="0" y="238"/>
                  <a:pt x="0" y="238"/>
                </a:cubicBezTo>
                <a:cubicBezTo>
                  <a:pt x="1" y="239"/>
                  <a:pt x="2" y="241"/>
                  <a:pt x="4" y="242"/>
                </a:cubicBezTo>
                <a:cubicBezTo>
                  <a:pt x="215" y="453"/>
                  <a:pt x="215" y="453"/>
                  <a:pt x="215" y="453"/>
                </a:cubicBezTo>
                <a:cubicBezTo>
                  <a:pt x="247" y="485"/>
                  <a:pt x="300" y="485"/>
                  <a:pt x="332" y="453"/>
                </a:cubicBezTo>
                <a:cubicBezTo>
                  <a:pt x="543" y="242"/>
                  <a:pt x="543" y="242"/>
                  <a:pt x="543" y="242"/>
                </a:cubicBezTo>
                <a:cubicBezTo>
                  <a:pt x="544" y="241"/>
                  <a:pt x="545" y="239"/>
                  <a:pt x="547" y="238"/>
                </a:cubicBezTo>
                <a:cubicBezTo>
                  <a:pt x="334" y="25"/>
                  <a:pt x="334" y="25"/>
                  <a:pt x="334" y="25"/>
                </a:cubicBezTo>
                <a:cubicBezTo>
                  <a:pt x="317" y="8"/>
                  <a:pt x="295" y="0"/>
                  <a:pt x="273" y="0"/>
                </a:cubicBezTo>
                <a:cubicBezTo>
                  <a:pt x="251" y="0"/>
                  <a:pt x="229" y="8"/>
                  <a:pt x="212" y="25"/>
                </a:cubicBezTo>
              </a:path>
            </a:pathLst>
          </a:custGeom>
          <a:solidFill>
            <a:srgbClr val="D58D73"/>
          </a:solidFill>
          <a:ln>
            <a:noFill/>
          </a:ln>
          <a:effectLst>
            <a:innerShdw blurRad="114300">
              <a:schemeClr val="tx1"/>
            </a:innerShdw>
          </a:effectLst>
        </p:spPr>
        <p:txBody>
          <a:bodyPr vert="horz" wrap="square" lIns="162560" tIns="81280" rIns="162560" bIns="81280" numCol="1" anchor="t" anchorCtr="0" compatLnSpc="1">
            <a:prstTxWarp prst="textNoShape">
              <a:avLst/>
            </a:prstTxWarp>
          </a:bodyPr>
          <a:lstStyle/>
          <a:p>
            <a:pPr defTabSz="1625620"/>
            <a:endParaRPr lang="en-US" sz="3200">
              <a:solidFill>
                <a:srgbClr val="44494E"/>
              </a:solidFill>
            </a:endParaRPr>
          </a:p>
        </p:txBody>
      </p:sp>
      <p:sp>
        <p:nvSpPr>
          <p:cNvPr id="91" name="Freeform 5">
            <a:extLst>
              <a:ext uri="{FF2B5EF4-FFF2-40B4-BE49-F238E27FC236}">
                <a16:creationId xmlns:a16="http://schemas.microsoft.com/office/drawing/2014/main" id="{A95DC414-2A8B-BD82-8CDD-EEFFF7D03C12}"/>
              </a:ext>
            </a:extLst>
          </p:cNvPr>
          <p:cNvSpPr>
            <a:spLocks/>
          </p:cNvSpPr>
          <p:nvPr/>
        </p:nvSpPr>
        <p:spPr bwMode="auto">
          <a:xfrm>
            <a:off x="2332173" y="3981329"/>
            <a:ext cx="2130534" cy="1737546"/>
          </a:xfrm>
          <a:custGeom>
            <a:avLst/>
            <a:gdLst>
              <a:gd name="T0" fmla="*/ 212 w 547"/>
              <a:gd name="T1" fmla="*/ 25 h 485"/>
              <a:gd name="T2" fmla="*/ 0 w 547"/>
              <a:gd name="T3" fmla="*/ 238 h 485"/>
              <a:gd name="T4" fmla="*/ 4 w 547"/>
              <a:gd name="T5" fmla="*/ 242 h 485"/>
              <a:gd name="T6" fmla="*/ 215 w 547"/>
              <a:gd name="T7" fmla="*/ 453 h 485"/>
              <a:gd name="T8" fmla="*/ 332 w 547"/>
              <a:gd name="T9" fmla="*/ 453 h 485"/>
              <a:gd name="T10" fmla="*/ 543 w 547"/>
              <a:gd name="T11" fmla="*/ 242 h 485"/>
              <a:gd name="T12" fmla="*/ 547 w 547"/>
              <a:gd name="T13" fmla="*/ 238 h 485"/>
              <a:gd name="T14" fmla="*/ 334 w 547"/>
              <a:gd name="T15" fmla="*/ 25 h 485"/>
              <a:gd name="T16" fmla="*/ 273 w 547"/>
              <a:gd name="T17" fmla="*/ 0 h 485"/>
              <a:gd name="T18" fmla="*/ 212 w 547"/>
              <a:gd name="T19" fmla="*/ 25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7" h="485">
                <a:moveTo>
                  <a:pt x="212" y="25"/>
                </a:moveTo>
                <a:cubicBezTo>
                  <a:pt x="0" y="238"/>
                  <a:pt x="0" y="238"/>
                  <a:pt x="0" y="238"/>
                </a:cubicBezTo>
                <a:cubicBezTo>
                  <a:pt x="1" y="239"/>
                  <a:pt x="2" y="241"/>
                  <a:pt x="4" y="242"/>
                </a:cubicBezTo>
                <a:cubicBezTo>
                  <a:pt x="215" y="453"/>
                  <a:pt x="215" y="453"/>
                  <a:pt x="215" y="453"/>
                </a:cubicBezTo>
                <a:cubicBezTo>
                  <a:pt x="247" y="485"/>
                  <a:pt x="300" y="485"/>
                  <a:pt x="332" y="453"/>
                </a:cubicBezTo>
                <a:cubicBezTo>
                  <a:pt x="543" y="242"/>
                  <a:pt x="543" y="242"/>
                  <a:pt x="543" y="242"/>
                </a:cubicBezTo>
                <a:cubicBezTo>
                  <a:pt x="544" y="241"/>
                  <a:pt x="545" y="239"/>
                  <a:pt x="547" y="238"/>
                </a:cubicBezTo>
                <a:cubicBezTo>
                  <a:pt x="334" y="25"/>
                  <a:pt x="334" y="25"/>
                  <a:pt x="334" y="25"/>
                </a:cubicBezTo>
                <a:cubicBezTo>
                  <a:pt x="317" y="8"/>
                  <a:pt x="295" y="0"/>
                  <a:pt x="273" y="0"/>
                </a:cubicBezTo>
                <a:cubicBezTo>
                  <a:pt x="251" y="0"/>
                  <a:pt x="229" y="8"/>
                  <a:pt x="212" y="25"/>
                </a:cubicBezTo>
              </a:path>
            </a:pathLst>
          </a:custGeom>
          <a:solidFill>
            <a:srgbClr val="D9A5AA"/>
          </a:solidFill>
          <a:ln>
            <a:noFill/>
          </a:ln>
          <a:effectLst>
            <a:innerShdw blurRad="114300">
              <a:schemeClr val="tx1"/>
            </a:innerShdw>
          </a:effectLst>
        </p:spPr>
        <p:txBody>
          <a:bodyPr vert="horz" wrap="square" lIns="162560" tIns="81280" rIns="162560" bIns="81280" numCol="1" anchor="t" anchorCtr="0" compatLnSpc="1">
            <a:prstTxWarp prst="textNoShape">
              <a:avLst/>
            </a:prstTxWarp>
          </a:bodyPr>
          <a:lstStyle/>
          <a:p>
            <a:pPr defTabSz="1625620"/>
            <a:endParaRPr lang="en-US" sz="3200">
              <a:solidFill>
                <a:srgbClr val="44494E"/>
              </a:solidFill>
            </a:endParaRPr>
          </a:p>
        </p:txBody>
      </p:sp>
      <p:sp>
        <p:nvSpPr>
          <p:cNvPr id="92" name="Freeform 5">
            <a:extLst>
              <a:ext uri="{FF2B5EF4-FFF2-40B4-BE49-F238E27FC236}">
                <a16:creationId xmlns:a16="http://schemas.microsoft.com/office/drawing/2014/main" id="{506B55C2-DB30-F2F9-B046-251BE4DB94E8}"/>
              </a:ext>
            </a:extLst>
          </p:cNvPr>
          <p:cNvSpPr>
            <a:spLocks/>
          </p:cNvSpPr>
          <p:nvPr/>
        </p:nvSpPr>
        <p:spPr bwMode="auto">
          <a:xfrm>
            <a:off x="5477051" y="4040122"/>
            <a:ext cx="2130534" cy="1737546"/>
          </a:xfrm>
          <a:custGeom>
            <a:avLst/>
            <a:gdLst>
              <a:gd name="T0" fmla="*/ 212 w 547"/>
              <a:gd name="T1" fmla="*/ 25 h 485"/>
              <a:gd name="T2" fmla="*/ 0 w 547"/>
              <a:gd name="T3" fmla="*/ 238 h 485"/>
              <a:gd name="T4" fmla="*/ 4 w 547"/>
              <a:gd name="T5" fmla="*/ 242 h 485"/>
              <a:gd name="T6" fmla="*/ 215 w 547"/>
              <a:gd name="T7" fmla="*/ 453 h 485"/>
              <a:gd name="T8" fmla="*/ 332 w 547"/>
              <a:gd name="T9" fmla="*/ 453 h 485"/>
              <a:gd name="T10" fmla="*/ 543 w 547"/>
              <a:gd name="T11" fmla="*/ 242 h 485"/>
              <a:gd name="T12" fmla="*/ 547 w 547"/>
              <a:gd name="T13" fmla="*/ 238 h 485"/>
              <a:gd name="T14" fmla="*/ 334 w 547"/>
              <a:gd name="T15" fmla="*/ 25 h 485"/>
              <a:gd name="T16" fmla="*/ 273 w 547"/>
              <a:gd name="T17" fmla="*/ 0 h 485"/>
              <a:gd name="T18" fmla="*/ 212 w 547"/>
              <a:gd name="T19" fmla="*/ 25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7" h="485">
                <a:moveTo>
                  <a:pt x="212" y="25"/>
                </a:moveTo>
                <a:cubicBezTo>
                  <a:pt x="0" y="238"/>
                  <a:pt x="0" y="238"/>
                  <a:pt x="0" y="238"/>
                </a:cubicBezTo>
                <a:cubicBezTo>
                  <a:pt x="1" y="239"/>
                  <a:pt x="2" y="241"/>
                  <a:pt x="4" y="242"/>
                </a:cubicBezTo>
                <a:cubicBezTo>
                  <a:pt x="215" y="453"/>
                  <a:pt x="215" y="453"/>
                  <a:pt x="215" y="453"/>
                </a:cubicBezTo>
                <a:cubicBezTo>
                  <a:pt x="247" y="485"/>
                  <a:pt x="300" y="485"/>
                  <a:pt x="332" y="453"/>
                </a:cubicBezTo>
                <a:cubicBezTo>
                  <a:pt x="543" y="242"/>
                  <a:pt x="543" y="242"/>
                  <a:pt x="543" y="242"/>
                </a:cubicBezTo>
                <a:cubicBezTo>
                  <a:pt x="544" y="241"/>
                  <a:pt x="545" y="239"/>
                  <a:pt x="547" y="238"/>
                </a:cubicBezTo>
                <a:cubicBezTo>
                  <a:pt x="334" y="25"/>
                  <a:pt x="334" y="25"/>
                  <a:pt x="334" y="25"/>
                </a:cubicBezTo>
                <a:cubicBezTo>
                  <a:pt x="317" y="8"/>
                  <a:pt x="295" y="0"/>
                  <a:pt x="273" y="0"/>
                </a:cubicBezTo>
                <a:cubicBezTo>
                  <a:pt x="251" y="0"/>
                  <a:pt x="229" y="8"/>
                  <a:pt x="212" y="25"/>
                </a:cubicBezTo>
              </a:path>
            </a:pathLst>
          </a:custGeom>
          <a:solidFill>
            <a:schemeClr val="bg1">
              <a:lumMod val="95000"/>
            </a:schemeClr>
          </a:solidFill>
          <a:ln>
            <a:noFill/>
          </a:ln>
          <a:effectLst>
            <a:outerShdw blurRad="50800" dist="38100" dir="16200000" rotWithShape="0">
              <a:prstClr val="black">
                <a:alpha val="40000"/>
              </a:prstClr>
            </a:outerShdw>
          </a:effectLst>
        </p:spPr>
        <p:txBody>
          <a:bodyPr vert="horz" wrap="square" lIns="162560" tIns="81280" rIns="162560" bIns="81280" numCol="1" anchor="t" anchorCtr="0" compatLnSpc="1">
            <a:prstTxWarp prst="textNoShape">
              <a:avLst/>
            </a:prstTxWarp>
          </a:bodyPr>
          <a:lstStyle/>
          <a:p>
            <a:pPr defTabSz="1625620"/>
            <a:endParaRPr lang="en-US" sz="3200">
              <a:solidFill>
                <a:srgbClr val="44494E"/>
              </a:solidFill>
            </a:endParaRPr>
          </a:p>
        </p:txBody>
      </p:sp>
      <p:sp>
        <p:nvSpPr>
          <p:cNvPr id="93" name="Freeform 5">
            <a:extLst>
              <a:ext uri="{FF2B5EF4-FFF2-40B4-BE49-F238E27FC236}">
                <a16:creationId xmlns:a16="http://schemas.microsoft.com/office/drawing/2014/main" id="{30A0B553-47CF-BE9E-34DD-E995A859C1FF}"/>
              </a:ext>
            </a:extLst>
          </p:cNvPr>
          <p:cNvSpPr>
            <a:spLocks/>
          </p:cNvSpPr>
          <p:nvPr/>
        </p:nvSpPr>
        <p:spPr bwMode="auto">
          <a:xfrm>
            <a:off x="8973618" y="3228748"/>
            <a:ext cx="2130534" cy="1737546"/>
          </a:xfrm>
          <a:custGeom>
            <a:avLst/>
            <a:gdLst>
              <a:gd name="T0" fmla="*/ 212 w 547"/>
              <a:gd name="T1" fmla="*/ 25 h 485"/>
              <a:gd name="T2" fmla="*/ 0 w 547"/>
              <a:gd name="T3" fmla="*/ 238 h 485"/>
              <a:gd name="T4" fmla="*/ 4 w 547"/>
              <a:gd name="T5" fmla="*/ 242 h 485"/>
              <a:gd name="T6" fmla="*/ 215 w 547"/>
              <a:gd name="T7" fmla="*/ 453 h 485"/>
              <a:gd name="T8" fmla="*/ 332 w 547"/>
              <a:gd name="T9" fmla="*/ 453 h 485"/>
              <a:gd name="T10" fmla="*/ 543 w 547"/>
              <a:gd name="T11" fmla="*/ 242 h 485"/>
              <a:gd name="T12" fmla="*/ 547 w 547"/>
              <a:gd name="T13" fmla="*/ 238 h 485"/>
              <a:gd name="T14" fmla="*/ 334 w 547"/>
              <a:gd name="T15" fmla="*/ 25 h 485"/>
              <a:gd name="T16" fmla="*/ 273 w 547"/>
              <a:gd name="T17" fmla="*/ 0 h 485"/>
              <a:gd name="T18" fmla="*/ 212 w 547"/>
              <a:gd name="T19" fmla="*/ 25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7" h="485">
                <a:moveTo>
                  <a:pt x="212" y="25"/>
                </a:moveTo>
                <a:cubicBezTo>
                  <a:pt x="0" y="238"/>
                  <a:pt x="0" y="238"/>
                  <a:pt x="0" y="238"/>
                </a:cubicBezTo>
                <a:cubicBezTo>
                  <a:pt x="1" y="239"/>
                  <a:pt x="2" y="241"/>
                  <a:pt x="4" y="242"/>
                </a:cubicBezTo>
                <a:cubicBezTo>
                  <a:pt x="215" y="453"/>
                  <a:pt x="215" y="453"/>
                  <a:pt x="215" y="453"/>
                </a:cubicBezTo>
                <a:cubicBezTo>
                  <a:pt x="247" y="485"/>
                  <a:pt x="300" y="485"/>
                  <a:pt x="332" y="453"/>
                </a:cubicBezTo>
                <a:cubicBezTo>
                  <a:pt x="543" y="242"/>
                  <a:pt x="543" y="242"/>
                  <a:pt x="543" y="242"/>
                </a:cubicBezTo>
                <a:cubicBezTo>
                  <a:pt x="544" y="241"/>
                  <a:pt x="545" y="239"/>
                  <a:pt x="547" y="238"/>
                </a:cubicBezTo>
                <a:cubicBezTo>
                  <a:pt x="334" y="25"/>
                  <a:pt x="334" y="25"/>
                  <a:pt x="334" y="25"/>
                </a:cubicBezTo>
                <a:cubicBezTo>
                  <a:pt x="317" y="8"/>
                  <a:pt x="295" y="0"/>
                  <a:pt x="273" y="0"/>
                </a:cubicBezTo>
                <a:cubicBezTo>
                  <a:pt x="251" y="0"/>
                  <a:pt x="229" y="8"/>
                  <a:pt x="212" y="25"/>
                </a:cubicBezTo>
              </a:path>
            </a:pathLst>
          </a:custGeom>
          <a:solidFill>
            <a:schemeClr val="bg1">
              <a:lumMod val="95000"/>
            </a:schemeClr>
          </a:solidFill>
          <a:ln>
            <a:noFill/>
          </a:ln>
          <a:effectLst>
            <a:outerShdw blurRad="50800" dist="38100" dir="5400000" algn="t" rotWithShape="0">
              <a:prstClr val="black">
                <a:alpha val="40000"/>
              </a:prstClr>
            </a:outerShdw>
          </a:effectLst>
        </p:spPr>
        <p:txBody>
          <a:bodyPr vert="horz" wrap="square" lIns="162560" tIns="81280" rIns="162560" bIns="81280" numCol="1" anchor="t" anchorCtr="0" compatLnSpc="1">
            <a:prstTxWarp prst="textNoShape">
              <a:avLst/>
            </a:prstTxWarp>
          </a:bodyPr>
          <a:lstStyle/>
          <a:p>
            <a:pPr defTabSz="1625620"/>
            <a:endParaRPr lang="en-US" sz="3200">
              <a:solidFill>
                <a:srgbClr val="44494E"/>
              </a:solidFill>
            </a:endParaRPr>
          </a:p>
        </p:txBody>
      </p:sp>
      <p:sp>
        <p:nvSpPr>
          <p:cNvPr id="94" name="Freeform 5">
            <a:extLst>
              <a:ext uri="{FF2B5EF4-FFF2-40B4-BE49-F238E27FC236}">
                <a16:creationId xmlns:a16="http://schemas.microsoft.com/office/drawing/2014/main" id="{DDCDC096-4128-418B-0D9B-8AF5B44DD83E}"/>
              </a:ext>
            </a:extLst>
          </p:cNvPr>
          <p:cNvSpPr>
            <a:spLocks/>
          </p:cNvSpPr>
          <p:nvPr/>
        </p:nvSpPr>
        <p:spPr bwMode="auto">
          <a:xfrm>
            <a:off x="12136080" y="4040122"/>
            <a:ext cx="2130534" cy="1737546"/>
          </a:xfrm>
          <a:custGeom>
            <a:avLst/>
            <a:gdLst>
              <a:gd name="T0" fmla="*/ 212 w 547"/>
              <a:gd name="T1" fmla="*/ 25 h 485"/>
              <a:gd name="T2" fmla="*/ 0 w 547"/>
              <a:gd name="T3" fmla="*/ 238 h 485"/>
              <a:gd name="T4" fmla="*/ 4 w 547"/>
              <a:gd name="T5" fmla="*/ 242 h 485"/>
              <a:gd name="T6" fmla="*/ 215 w 547"/>
              <a:gd name="T7" fmla="*/ 453 h 485"/>
              <a:gd name="T8" fmla="*/ 332 w 547"/>
              <a:gd name="T9" fmla="*/ 453 h 485"/>
              <a:gd name="T10" fmla="*/ 543 w 547"/>
              <a:gd name="T11" fmla="*/ 242 h 485"/>
              <a:gd name="T12" fmla="*/ 547 w 547"/>
              <a:gd name="T13" fmla="*/ 238 h 485"/>
              <a:gd name="T14" fmla="*/ 334 w 547"/>
              <a:gd name="T15" fmla="*/ 25 h 485"/>
              <a:gd name="T16" fmla="*/ 273 w 547"/>
              <a:gd name="T17" fmla="*/ 0 h 485"/>
              <a:gd name="T18" fmla="*/ 212 w 547"/>
              <a:gd name="T19" fmla="*/ 25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7" h="485">
                <a:moveTo>
                  <a:pt x="212" y="25"/>
                </a:moveTo>
                <a:cubicBezTo>
                  <a:pt x="0" y="238"/>
                  <a:pt x="0" y="238"/>
                  <a:pt x="0" y="238"/>
                </a:cubicBezTo>
                <a:cubicBezTo>
                  <a:pt x="1" y="239"/>
                  <a:pt x="2" y="241"/>
                  <a:pt x="4" y="242"/>
                </a:cubicBezTo>
                <a:cubicBezTo>
                  <a:pt x="215" y="453"/>
                  <a:pt x="215" y="453"/>
                  <a:pt x="215" y="453"/>
                </a:cubicBezTo>
                <a:cubicBezTo>
                  <a:pt x="247" y="485"/>
                  <a:pt x="300" y="485"/>
                  <a:pt x="332" y="453"/>
                </a:cubicBezTo>
                <a:cubicBezTo>
                  <a:pt x="543" y="242"/>
                  <a:pt x="543" y="242"/>
                  <a:pt x="543" y="242"/>
                </a:cubicBezTo>
                <a:cubicBezTo>
                  <a:pt x="544" y="241"/>
                  <a:pt x="545" y="239"/>
                  <a:pt x="547" y="238"/>
                </a:cubicBezTo>
                <a:cubicBezTo>
                  <a:pt x="334" y="25"/>
                  <a:pt x="334" y="25"/>
                  <a:pt x="334" y="25"/>
                </a:cubicBezTo>
                <a:cubicBezTo>
                  <a:pt x="317" y="8"/>
                  <a:pt x="295" y="0"/>
                  <a:pt x="273" y="0"/>
                </a:cubicBezTo>
                <a:cubicBezTo>
                  <a:pt x="251" y="0"/>
                  <a:pt x="229" y="8"/>
                  <a:pt x="212" y="25"/>
                </a:cubicBezTo>
              </a:path>
            </a:pathLst>
          </a:custGeom>
          <a:solidFill>
            <a:schemeClr val="bg1">
              <a:lumMod val="95000"/>
            </a:schemeClr>
          </a:solidFill>
          <a:ln>
            <a:noFill/>
          </a:ln>
          <a:effectLst>
            <a:outerShdw blurRad="50800" dist="38100" dir="16200000" rotWithShape="0">
              <a:prstClr val="black">
                <a:alpha val="40000"/>
              </a:prstClr>
            </a:outerShdw>
          </a:effectLst>
        </p:spPr>
        <p:txBody>
          <a:bodyPr vert="horz" wrap="square" lIns="162560" tIns="81280" rIns="162560" bIns="81280" numCol="1" anchor="t" anchorCtr="0" compatLnSpc="1">
            <a:prstTxWarp prst="textNoShape">
              <a:avLst/>
            </a:prstTxWarp>
          </a:bodyPr>
          <a:lstStyle/>
          <a:p>
            <a:pPr defTabSz="1625620"/>
            <a:endParaRPr lang="en-US" sz="3200">
              <a:solidFill>
                <a:srgbClr val="44494E"/>
              </a:solidFill>
            </a:endParaRPr>
          </a:p>
        </p:txBody>
      </p:sp>
      <p:sp>
        <p:nvSpPr>
          <p:cNvPr id="95" name="Freeform 5">
            <a:extLst>
              <a:ext uri="{FF2B5EF4-FFF2-40B4-BE49-F238E27FC236}">
                <a16:creationId xmlns:a16="http://schemas.microsoft.com/office/drawing/2014/main" id="{E3169D43-420C-897A-1ADB-171348D96CC7}"/>
              </a:ext>
            </a:extLst>
          </p:cNvPr>
          <p:cNvSpPr>
            <a:spLocks/>
          </p:cNvSpPr>
          <p:nvPr/>
        </p:nvSpPr>
        <p:spPr bwMode="auto">
          <a:xfrm>
            <a:off x="2332173" y="3228748"/>
            <a:ext cx="2130534" cy="1737546"/>
          </a:xfrm>
          <a:custGeom>
            <a:avLst/>
            <a:gdLst>
              <a:gd name="T0" fmla="*/ 212 w 547"/>
              <a:gd name="T1" fmla="*/ 25 h 485"/>
              <a:gd name="T2" fmla="*/ 0 w 547"/>
              <a:gd name="T3" fmla="*/ 238 h 485"/>
              <a:gd name="T4" fmla="*/ 4 w 547"/>
              <a:gd name="T5" fmla="*/ 242 h 485"/>
              <a:gd name="T6" fmla="*/ 215 w 547"/>
              <a:gd name="T7" fmla="*/ 453 h 485"/>
              <a:gd name="T8" fmla="*/ 332 w 547"/>
              <a:gd name="T9" fmla="*/ 453 h 485"/>
              <a:gd name="T10" fmla="*/ 543 w 547"/>
              <a:gd name="T11" fmla="*/ 242 h 485"/>
              <a:gd name="T12" fmla="*/ 547 w 547"/>
              <a:gd name="T13" fmla="*/ 238 h 485"/>
              <a:gd name="T14" fmla="*/ 334 w 547"/>
              <a:gd name="T15" fmla="*/ 25 h 485"/>
              <a:gd name="T16" fmla="*/ 273 w 547"/>
              <a:gd name="T17" fmla="*/ 0 h 485"/>
              <a:gd name="T18" fmla="*/ 212 w 547"/>
              <a:gd name="T19" fmla="*/ 25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7" h="485">
                <a:moveTo>
                  <a:pt x="212" y="25"/>
                </a:moveTo>
                <a:cubicBezTo>
                  <a:pt x="0" y="238"/>
                  <a:pt x="0" y="238"/>
                  <a:pt x="0" y="238"/>
                </a:cubicBezTo>
                <a:cubicBezTo>
                  <a:pt x="1" y="239"/>
                  <a:pt x="2" y="241"/>
                  <a:pt x="4" y="242"/>
                </a:cubicBezTo>
                <a:cubicBezTo>
                  <a:pt x="215" y="453"/>
                  <a:pt x="215" y="453"/>
                  <a:pt x="215" y="453"/>
                </a:cubicBezTo>
                <a:cubicBezTo>
                  <a:pt x="247" y="485"/>
                  <a:pt x="300" y="485"/>
                  <a:pt x="332" y="453"/>
                </a:cubicBezTo>
                <a:cubicBezTo>
                  <a:pt x="543" y="242"/>
                  <a:pt x="543" y="242"/>
                  <a:pt x="543" y="242"/>
                </a:cubicBezTo>
                <a:cubicBezTo>
                  <a:pt x="544" y="241"/>
                  <a:pt x="545" y="239"/>
                  <a:pt x="547" y="238"/>
                </a:cubicBezTo>
                <a:cubicBezTo>
                  <a:pt x="334" y="25"/>
                  <a:pt x="334" y="25"/>
                  <a:pt x="334" y="25"/>
                </a:cubicBezTo>
                <a:cubicBezTo>
                  <a:pt x="317" y="8"/>
                  <a:pt x="295" y="0"/>
                  <a:pt x="273" y="0"/>
                </a:cubicBezTo>
                <a:cubicBezTo>
                  <a:pt x="251" y="0"/>
                  <a:pt x="229" y="8"/>
                  <a:pt x="212" y="25"/>
                </a:cubicBezTo>
              </a:path>
            </a:pathLst>
          </a:custGeom>
          <a:solidFill>
            <a:schemeClr val="bg1">
              <a:lumMod val="95000"/>
            </a:schemeClr>
          </a:solidFill>
          <a:ln>
            <a:noFill/>
          </a:ln>
          <a:effectLst>
            <a:outerShdw blurRad="50800" dist="38100" dir="5400000" algn="t" rotWithShape="0">
              <a:prstClr val="black">
                <a:alpha val="40000"/>
              </a:prstClr>
            </a:outerShdw>
          </a:effectLst>
        </p:spPr>
        <p:txBody>
          <a:bodyPr vert="horz" wrap="square" lIns="162560" tIns="81280" rIns="162560" bIns="81280" numCol="1" anchor="t" anchorCtr="0" compatLnSpc="1">
            <a:prstTxWarp prst="textNoShape">
              <a:avLst/>
            </a:prstTxWarp>
          </a:bodyPr>
          <a:lstStyle/>
          <a:p>
            <a:pPr defTabSz="1625620"/>
            <a:endParaRPr lang="en-US" sz="3200">
              <a:solidFill>
                <a:srgbClr val="44494E"/>
              </a:solidFill>
            </a:endParaRPr>
          </a:p>
        </p:txBody>
      </p:sp>
      <p:sp>
        <p:nvSpPr>
          <p:cNvPr id="103" name="TextBox 102">
            <a:extLst>
              <a:ext uri="{FF2B5EF4-FFF2-40B4-BE49-F238E27FC236}">
                <a16:creationId xmlns:a16="http://schemas.microsoft.com/office/drawing/2014/main" id="{5483CBC1-F3F3-AF9C-A20A-93F9FB0ADEF6}"/>
              </a:ext>
            </a:extLst>
          </p:cNvPr>
          <p:cNvSpPr txBox="1"/>
          <p:nvPr/>
        </p:nvSpPr>
        <p:spPr>
          <a:xfrm>
            <a:off x="3120419" y="3751807"/>
            <a:ext cx="554042" cy="475387"/>
          </a:xfrm>
          <a:prstGeom prst="rect">
            <a:avLst/>
          </a:prstGeom>
          <a:noFill/>
        </p:spPr>
        <p:txBody>
          <a:bodyPr wrap="none" rtlCol="0" anchor="ctr">
            <a:spAutoFit/>
          </a:bodyPr>
          <a:lstStyle/>
          <a:p>
            <a:pPr algn="ctr" defTabSz="1625620"/>
            <a:r>
              <a:rPr lang="en-US" sz="2489" b="1">
                <a:solidFill>
                  <a:srgbClr val="44494E"/>
                </a:solidFill>
              </a:rPr>
              <a:t>01</a:t>
            </a:r>
          </a:p>
        </p:txBody>
      </p:sp>
      <p:sp>
        <p:nvSpPr>
          <p:cNvPr id="104" name="TextBox 103">
            <a:extLst>
              <a:ext uri="{FF2B5EF4-FFF2-40B4-BE49-F238E27FC236}">
                <a16:creationId xmlns:a16="http://schemas.microsoft.com/office/drawing/2014/main" id="{04D4F4B9-82DC-F528-A96D-59FA0EA4802E}"/>
              </a:ext>
            </a:extLst>
          </p:cNvPr>
          <p:cNvSpPr txBox="1"/>
          <p:nvPr/>
        </p:nvSpPr>
        <p:spPr>
          <a:xfrm>
            <a:off x="6208101" y="4579906"/>
            <a:ext cx="668433" cy="475387"/>
          </a:xfrm>
          <a:prstGeom prst="rect">
            <a:avLst/>
          </a:prstGeom>
          <a:noFill/>
        </p:spPr>
        <p:txBody>
          <a:bodyPr wrap="none" rtlCol="0" anchor="ctr">
            <a:spAutoFit/>
          </a:bodyPr>
          <a:lstStyle/>
          <a:p>
            <a:pPr algn="ctr" defTabSz="1625620"/>
            <a:r>
              <a:rPr lang="en-US" sz="2489" b="1">
                <a:solidFill>
                  <a:srgbClr val="44494E"/>
                </a:solidFill>
              </a:rPr>
              <a:t>02</a:t>
            </a:r>
          </a:p>
        </p:txBody>
      </p:sp>
      <p:sp>
        <p:nvSpPr>
          <p:cNvPr id="105" name="TextBox 104">
            <a:extLst>
              <a:ext uri="{FF2B5EF4-FFF2-40B4-BE49-F238E27FC236}">
                <a16:creationId xmlns:a16="http://schemas.microsoft.com/office/drawing/2014/main" id="{16A3B894-BFE9-9267-E316-698119D91EB3}"/>
              </a:ext>
            </a:extLst>
          </p:cNvPr>
          <p:cNvSpPr txBox="1"/>
          <p:nvPr/>
        </p:nvSpPr>
        <p:spPr>
          <a:xfrm>
            <a:off x="9702739" y="3716341"/>
            <a:ext cx="672292" cy="475387"/>
          </a:xfrm>
          <a:prstGeom prst="rect">
            <a:avLst/>
          </a:prstGeom>
          <a:noFill/>
        </p:spPr>
        <p:txBody>
          <a:bodyPr wrap="none" rtlCol="0" anchor="ctr">
            <a:spAutoFit/>
          </a:bodyPr>
          <a:lstStyle/>
          <a:p>
            <a:pPr algn="ctr" defTabSz="1625620"/>
            <a:r>
              <a:rPr lang="en-US" sz="2489" b="1">
                <a:solidFill>
                  <a:srgbClr val="44494E"/>
                </a:solidFill>
              </a:rPr>
              <a:t>03</a:t>
            </a:r>
          </a:p>
        </p:txBody>
      </p:sp>
      <p:sp>
        <p:nvSpPr>
          <p:cNvPr id="106" name="TextBox 105">
            <a:extLst>
              <a:ext uri="{FF2B5EF4-FFF2-40B4-BE49-F238E27FC236}">
                <a16:creationId xmlns:a16="http://schemas.microsoft.com/office/drawing/2014/main" id="{7342EFC5-23B6-CA63-E726-28027D3DC29B}"/>
              </a:ext>
            </a:extLst>
          </p:cNvPr>
          <p:cNvSpPr txBox="1"/>
          <p:nvPr/>
        </p:nvSpPr>
        <p:spPr>
          <a:xfrm>
            <a:off x="12899576" y="4619063"/>
            <a:ext cx="603541" cy="475387"/>
          </a:xfrm>
          <a:prstGeom prst="rect">
            <a:avLst/>
          </a:prstGeom>
          <a:noFill/>
        </p:spPr>
        <p:txBody>
          <a:bodyPr wrap="none" rtlCol="0">
            <a:spAutoFit/>
          </a:bodyPr>
          <a:lstStyle/>
          <a:p>
            <a:pPr defTabSz="1625620"/>
            <a:r>
              <a:rPr lang="en-US" sz="2489" b="1">
                <a:solidFill>
                  <a:srgbClr val="44494E"/>
                </a:solidFill>
              </a:rPr>
              <a:t>04</a:t>
            </a:r>
          </a:p>
        </p:txBody>
      </p:sp>
      <p:sp>
        <p:nvSpPr>
          <p:cNvPr id="111" name="TextBox 110">
            <a:extLst>
              <a:ext uri="{FF2B5EF4-FFF2-40B4-BE49-F238E27FC236}">
                <a16:creationId xmlns:a16="http://schemas.microsoft.com/office/drawing/2014/main" id="{41E99D35-EED0-C8E5-820E-32D212A86AE8}"/>
              </a:ext>
            </a:extLst>
          </p:cNvPr>
          <p:cNvSpPr txBox="1"/>
          <p:nvPr/>
        </p:nvSpPr>
        <p:spPr>
          <a:xfrm>
            <a:off x="2101174" y="6073256"/>
            <a:ext cx="2747420" cy="457176"/>
          </a:xfrm>
          <a:prstGeom prst="rect">
            <a:avLst/>
          </a:prstGeom>
          <a:noFill/>
        </p:spPr>
        <p:txBody>
          <a:bodyPr wrap="square" rtlCol="0">
            <a:spAutoFit/>
          </a:bodyPr>
          <a:lstStyle/>
          <a:p>
            <a:pPr algn="ctr">
              <a:lnSpc>
                <a:spcPct val="115000"/>
              </a:lnSpc>
            </a:pPr>
            <a:r>
              <a:rPr lang="en-US" sz="2200">
                <a:solidFill>
                  <a:srgbClr val="404040"/>
                </a:solidFill>
                <a:latin typeface="Open Sans" pitchFamily="2" charset="0"/>
              </a:rPr>
              <a:t>Check the answer</a:t>
            </a:r>
            <a:endParaRPr lang="en-US" sz="2200">
              <a:solidFill>
                <a:srgbClr val="404040"/>
              </a:solidFill>
              <a:latin typeface="Open Sans" pitchFamily="2" charset="0"/>
            </a:endParaRPr>
          </a:p>
        </p:txBody>
      </p:sp>
      <p:sp>
        <p:nvSpPr>
          <p:cNvPr id="112" name="TextBox 111">
            <a:extLst>
              <a:ext uri="{FF2B5EF4-FFF2-40B4-BE49-F238E27FC236}">
                <a16:creationId xmlns:a16="http://schemas.microsoft.com/office/drawing/2014/main" id="{572DB78A-2BC9-D059-85D2-C06233898E55}"/>
              </a:ext>
            </a:extLst>
          </p:cNvPr>
          <p:cNvSpPr txBox="1"/>
          <p:nvPr/>
        </p:nvSpPr>
        <p:spPr>
          <a:xfrm>
            <a:off x="5092293" y="6073256"/>
            <a:ext cx="2747420" cy="846514"/>
          </a:xfrm>
          <a:prstGeom prst="rect">
            <a:avLst/>
          </a:prstGeom>
          <a:noFill/>
        </p:spPr>
        <p:txBody>
          <a:bodyPr wrap="square" rtlCol="0">
            <a:spAutoFit/>
          </a:bodyPr>
          <a:lstStyle/>
          <a:p>
            <a:pPr algn="ctr">
              <a:lnSpc>
                <a:spcPct val="115000"/>
              </a:lnSpc>
            </a:pPr>
            <a:r>
              <a:rPr lang="en-US" sz="2200">
                <a:solidFill>
                  <a:srgbClr val="404040"/>
                </a:solidFill>
                <a:latin typeface="Open Sans" pitchFamily="2" charset="0"/>
              </a:rPr>
              <a:t>Send it back if wrong</a:t>
            </a:r>
            <a:endParaRPr lang="en-US" sz="2200">
              <a:solidFill>
                <a:srgbClr val="404040"/>
              </a:solidFill>
              <a:latin typeface="Open Sans" pitchFamily="2" charset="0"/>
            </a:endParaRPr>
          </a:p>
        </p:txBody>
      </p:sp>
      <p:sp>
        <p:nvSpPr>
          <p:cNvPr id="113" name="TextBox 112">
            <a:extLst>
              <a:ext uri="{FF2B5EF4-FFF2-40B4-BE49-F238E27FC236}">
                <a16:creationId xmlns:a16="http://schemas.microsoft.com/office/drawing/2014/main" id="{3D4CC00B-6667-5A52-CE9B-3BA38B27F97E}"/>
              </a:ext>
            </a:extLst>
          </p:cNvPr>
          <p:cNvSpPr txBox="1"/>
          <p:nvPr/>
        </p:nvSpPr>
        <p:spPr>
          <a:xfrm>
            <a:off x="8783788" y="6073256"/>
            <a:ext cx="2747420" cy="846514"/>
          </a:xfrm>
          <a:prstGeom prst="rect">
            <a:avLst/>
          </a:prstGeom>
          <a:noFill/>
        </p:spPr>
        <p:txBody>
          <a:bodyPr wrap="square" rtlCol="0">
            <a:spAutoFit/>
          </a:bodyPr>
          <a:lstStyle/>
          <a:p>
            <a:pPr algn="ctr">
              <a:lnSpc>
                <a:spcPct val="115000"/>
              </a:lnSpc>
            </a:pPr>
            <a:r>
              <a:rPr lang="en-US" sz="2200" dirty="0">
                <a:solidFill>
                  <a:srgbClr val="404040"/>
                </a:solidFill>
                <a:latin typeface="Open Sans" pitchFamily="2" charset="0"/>
              </a:rPr>
              <a:t>Limit the retries</a:t>
            </a:r>
            <a:endParaRPr lang="en-US" sz="2200" dirty="0">
              <a:solidFill>
                <a:srgbClr val="404040"/>
              </a:solidFill>
              <a:latin typeface="Open Sans" pitchFamily="2" charset="0"/>
            </a:endParaRPr>
          </a:p>
        </p:txBody>
      </p:sp>
      <p:sp>
        <p:nvSpPr>
          <p:cNvPr id="114" name="TextBox 113">
            <a:extLst>
              <a:ext uri="{FF2B5EF4-FFF2-40B4-BE49-F238E27FC236}">
                <a16:creationId xmlns:a16="http://schemas.microsoft.com/office/drawing/2014/main" id="{45C3979C-1DFF-A7DD-A1A4-CDEDF1176450}"/>
              </a:ext>
            </a:extLst>
          </p:cNvPr>
          <p:cNvSpPr txBox="1"/>
          <p:nvPr/>
        </p:nvSpPr>
        <p:spPr>
          <a:xfrm>
            <a:off x="11946250" y="6072275"/>
            <a:ext cx="2747420" cy="457176"/>
          </a:xfrm>
          <a:prstGeom prst="rect">
            <a:avLst/>
          </a:prstGeom>
          <a:noFill/>
        </p:spPr>
        <p:txBody>
          <a:bodyPr wrap="square" rtlCol="0">
            <a:spAutoFit/>
          </a:bodyPr>
          <a:lstStyle/>
          <a:p>
            <a:pPr algn="ctr">
              <a:lnSpc>
                <a:spcPct val="115000"/>
              </a:lnSpc>
            </a:pPr>
            <a:r>
              <a:rPr lang="en-US" sz="2200">
                <a:solidFill>
                  <a:srgbClr val="404040"/>
                </a:solidFill>
                <a:latin typeface="Open Sans" pitchFamily="2" charset="0"/>
              </a:rPr>
              <a:t>Pass only good work</a:t>
            </a:r>
            <a:endParaRPr lang="en-US" sz="2200">
              <a:solidFill>
                <a:srgbClr val="404040"/>
              </a:solidFill>
              <a:latin typeface="Open Sans" pitchFamily="2" charset="0"/>
            </a:endParaRPr>
          </a:p>
        </p:txBody>
      </p:sp>
    </p:spTree>
    <p:custDataLst>
      <p:tags r:id="rId1"/>
    </p:custDataLst>
    <p:extLst>
      <p:ext uri="{BB962C8B-B14F-4D97-AF65-F5344CB8AC3E}">
        <p14:creationId xmlns:p14="http://schemas.microsoft.com/office/powerpoint/2010/main" val="25827274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D457-1ACF-E0A5-30A8-54658BBA47B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852998C-06AE-7238-B95D-4190D5054A72}"/>
              </a:ext>
            </a:extLst>
          </p:cNvPr>
          <p:cNvSpPr>
            <a:spLocks noGrp="1"/>
          </p:cNvSpPr>
          <p:nvPr>
            <p:ph type="title"/>
          </p:nvPr>
        </p:nvSpPr>
        <p:spPr/>
        <p:txBody>
          <a:bodyPr>
            <a:normAutofit/>
          </a:bodyPr>
          <a:lstStyle/>
          <a:p>
            <a:r>
              <a:rPr lang="en-US" dirty="0"/>
              <a:t>Speed vs. Accuracy: The Big Trade-off</a:t>
            </a:r>
            <a:endParaRPr lang="en-US" dirty="0"/>
          </a:p>
        </p:txBody>
      </p:sp>
      <p:sp>
        <p:nvSpPr>
          <p:cNvPr id="24" name="Brandline_LVC">
            <a:extLst>
              <a:ext uri="{FF2B5EF4-FFF2-40B4-BE49-F238E27FC236}">
                <a16:creationId xmlns:a16="http://schemas.microsoft.com/office/drawing/2014/main" id="{57BAC6FC-1475-CDB9-F628-1A1FD1216201}"/>
              </a:ext>
            </a:extLst>
          </p:cNvPr>
          <p:cNvSpPr/>
          <p:nvPr/>
        </p:nvSpPr>
        <p:spPr>
          <a:xfrm>
            <a:off x="3886200" y="816324"/>
            <a:ext cx="849518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10AF84B9-BEB8-36D9-83BA-3721D80503D8}"/>
              </a:ext>
            </a:extLst>
          </p:cNvPr>
          <p:cNvSpPr txBox="1"/>
          <p:nvPr/>
        </p:nvSpPr>
        <p:spPr>
          <a:xfrm>
            <a:off x="1498059" y="1440870"/>
            <a:ext cx="13638179" cy="846514"/>
          </a:xfrm>
          <a:prstGeom prst="rect">
            <a:avLst/>
          </a:prstGeom>
          <a:noFill/>
        </p:spPr>
        <p:txBody>
          <a:bodyPr wrap="square" rtlCol="0">
            <a:spAutoFit/>
          </a:bodyPr>
          <a:lstStyle/>
          <a:p>
            <a:pPr algn="ctr">
              <a:lnSpc>
                <a:spcPct val="115000"/>
              </a:lnSpc>
            </a:pPr>
            <a:r>
              <a:rPr lang="en-US" sz="2200">
                <a:solidFill>
                  <a:srgbClr val="404040"/>
                </a:solidFill>
                <a:latin typeface="Open Sans" pitchFamily="2" charset="0"/>
              </a:rPr>
              <a:t>Every extra agent or check makes answers better, but slower. Your job is to pick the right balance:</a:t>
            </a:r>
            <a:endParaRPr lang="en-US" sz="2200">
              <a:solidFill>
                <a:srgbClr val="404040"/>
              </a:solidFill>
              <a:latin typeface="Open Sans" pitchFamily="2" charset="0"/>
            </a:endParaRPr>
          </a:p>
        </p:txBody>
      </p:sp>
      <p:sp>
        <p:nvSpPr>
          <p:cNvPr id="17" name="Freeform 5">
            <a:extLst>
              <a:ext uri="{FF2B5EF4-FFF2-40B4-BE49-F238E27FC236}">
                <a16:creationId xmlns:a16="http://schemas.microsoft.com/office/drawing/2014/main" id="{0A3EDE61-0884-A4BB-42B1-994BEB9DC2DA}"/>
              </a:ext>
            </a:extLst>
          </p:cNvPr>
          <p:cNvSpPr>
            <a:spLocks/>
          </p:cNvSpPr>
          <p:nvPr/>
        </p:nvSpPr>
        <p:spPr bwMode="auto">
          <a:xfrm>
            <a:off x="9150591" y="2986659"/>
            <a:ext cx="2628805" cy="2336135"/>
          </a:xfrm>
          <a:custGeom>
            <a:avLst/>
            <a:gdLst>
              <a:gd name="T0" fmla="*/ 212 w 547"/>
              <a:gd name="T1" fmla="*/ 25 h 485"/>
              <a:gd name="T2" fmla="*/ 0 w 547"/>
              <a:gd name="T3" fmla="*/ 238 h 485"/>
              <a:gd name="T4" fmla="*/ 4 w 547"/>
              <a:gd name="T5" fmla="*/ 242 h 485"/>
              <a:gd name="T6" fmla="*/ 215 w 547"/>
              <a:gd name="T7" fmla="*/ 453 h 485"/>
              <a:gd name="T8" fmla="*/ 332 w 547"/>
              <a:gd name="T9" fmla="*/ 453 h 485"/>
              <a:gd name="T10" fmla="*/ 543 w 547"/>
              <a:gd name="T11" fmla="*/ 242 h 485"/>
              <a:gd name="T12" fmla="*/ 547 w 547"/>
              <a:gd name="T13" fmla="*/ 238 h 485"/>
              <a:gd name="T14" fmla="*/ 334 w 547"/>
              <a:gd name="T15" fmla="*/ 25 h 485"/>
              <a:gd name="T16" fmla="*/ 273 w 547"/>
              <a:gd name="T17" fmla="*/ 0 h 485"/>
              <a:gd name="T18" fmla="*/ 212 w 547"/>
              <a:gd name="T19" fmla="*/ 25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7" h="485">
                <a:moveTo>
                  <a:pt x="212" y="25"/>
                </a:moveTo>
                <a:cubicBezTo>
                  <a:pt x="0" y="238"/>
                  <a:pt x="0" y="238"/>
                  <a:pt x="0" y="238"/>
                </a:cubicBezTo>
                <a:cubicBezTo>
                  <a:pt x="1" y="239"/>
                  <a:pt x="2" y="241"/>
                  <a:pt x="4" y="242"/>
                </a:cubicBezTo>
                <a:cubicBezTo>
                  <a:pt x="215" y="453"/>
                  <a:pt x="215" y="453"/>
                  <a:pt x="215" y="453"/>
                </a:cubicBezTo>
                <a:cubicBezTo>
                  <a:pt x="247" y="485"/>
                  <a:pt x="300" y="485"/>
                  <a:pt x="332" y="453"/>
                </a:cubicBezTo>
                <a:cubicBezTo>
                  <a:pt x="543" y="242"/>
                  <a:pt x="543" y="242"/>
                  <a:pt x="543" y="242"/>
                </a:cubicBezTo>
                <a:cubicBezTo>
                  <a:pt x="544" y="241"/>
                  <a:pt x="545" y="239"/>
                  <a:pt x="547" y="238"/>
                </a:cubicBezTo>
                <a:cubicBezTo>
                  <a:pt x="334" y="25"/>
                  <a:pt x="334" y="25"/>
                  <a:pt x="334" y="25"/>
                </a:cubicBezTo>
                <a:cubicBezTo>
                  <a:pt x="317" y="8"/>
                  <a:pt x="295" y="0"/>
                  <a:pt x="273" y="0"/>
                </a:cubicBezTo>
                <a:cubicBezTo>
                  <a:pt x="251" y="0"/>
                  <a:pt x="229" y="8"/>
                  <a:pt x="212" y="25"/>
                </a:cubicBezTo>
              </a:path>
            </a:pathLst>
          </a:custGeom>
          <a:solidFill>
            <a:srgbClr val="8E98A6"/>
          </a:solidFill>
          <a:ln>
            <a:noFill/>
          </a:ln>
          <a:effectLst>
            <a:innerShdw blurRad="114300">
              <a:schemeClr val="tx1"/>
            </a:innerShdw>
          </a:effectLst>
        </p:spPr>
        <p:txBody>
          <a:bodyPr vert="horz" wrap="square" lIns="162560" tIns="81280" rIns="162560" bIns="81280" numCol="1" anchor="t" anchorCtr="0" compatLnSpc="1">
            <a:prstTxWarp prst="textNoShape">
              <a:avLst/>
            </a:prstTxWarp>
          </a:bodyPr>
          <a:lstStyle/>
          <a:p>
            <a:pPr defTabSz="1625620"/>
            <a:endParaRPr lang="en-US" sz="3200">
              <a:solidFill>
                <a:srgbClr val="44494E"/>
              </a:solidFill>
            </a:endParaRPr>
          </a:p>
        </p:txBody>
      </p:sp>
      <p:sp>
        <p:nvSpPr>
          <p:cNvPr id="18" name="Freeform 5">
            <a:extLst>
              <a:ext uri="{FF2B5EF4-FFF2-40B4-BE49-F238E27FC236}">
                <a16:creationId xmlns:a16="http://schemas.microsoft.com/office/drawing/2014/main" id="{D5A64518-2EC3-10D8-F252-7047A417F386}"/>
              </a:ext>
            </a:extLst>
          </p:cNvPr>
          <p:cNvSpPr>
            <a:spLocks/>
          </p:cNvSpPr>
          <p:nvPr/>
        </p:nvSpPr>
        <p:spPr bwMode="auto">
          <a:xfrm>
            <a:off x="4476606" y="3739240"/>
            <a:ext cx="2628805" cy="2336135"/>
          </a:xfrm>
          <a:custGeom>
            <a:avLst/>
            <a:gdLst>
              <a:gd name="T0" fmla="*/ 212 w 547"/>
              <a:gd name="T1" fmla="*/ 25 h 485"/>
              <a:gd name="T2" fmla="*/ 0 w 547"/>
              <a:gd name="T3" fmla="*/ 238 h 485"/>
              <a:gd name="T4" fmla="*/ 4 w 547"/>
              <a:gd name="T5" fmla="*/ 242 h 485"/>
              <a:gd name="T6" fmla="*/ 215 w 547"/>
              <a:gd name="T7" fmla="*/ 453 h 485"/>
              <a:gd name="T8" fmla="*/ 332 w 547"/>
              <a:gd name="T9" fmla="*/ 453 h 485"/>
              <a:gd name="T10" fmla="*/ 543 w 547"/>
              <a:gd name="T11" fmla="*/ 242 h 485"/>
              <a:gd name="T12" fmla="*/ 547 w 547"/>
              <a:gd name="T13" fmla="*/ 238 h 485"/>
              <a:gd name="T14" fmla="*/ 334 w 547"/>
              <a:gd name="T15" fmla="*/ 25 h 485"/>
              <a:gd name="T16" fmla="*/ 273 w 547"/>
              <a:gd name="T17" fmla="*/ 0 h 485"/>
              <a:gd name="T18" fmla="*/ 212 w 547"/>
              <a:gd name="T19" fmla="*/ 25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7" h="485">
                <a:moveTo>
                  <a:pt x="212" y="25"/>
                </a:moveTo>
                <a:cubicBezTo>
                  <a:pt x="0" y="238"/>
                  <a:pt x="0" y="238"/>
                  <a:pt x="0" y="238"/>
                </a:cubicBezTo>
                <a:cubicBezTo>
                  <a:pt x="1" y="239"/>
                  <a:pt x="2" y="241"/>
                  <a:pt x="4" y="242"/>
                </a:cubicBezTo>
                <a:cubicBezTo>
                  <a:pt x="215" y="453"/>
                  <a:pt x="215" y="453"/>
                  <a:pt x="215" y="453"/>
                </a:cubicBezTo>
                <a:cubicBezTo>
                  <a:pt x="247" y="485"/>
                  <a:pt x="300" y="485"/>
                  <a:pt x="332" y="453"/>
                </a:cubicBezTo>
                <a:cubicBezTo>
                  <a:pt x="543" y="242"/>
                  <a:pt x="543" y="242"/>
                  <a:pt x="543" y="242"/>
                </a:cubicBezTo>
                <a:cubicBezTo>
                  <a:pt x="544" y="241"/>
                  <a:pt x="545" y="239"/>
                  <a:pt x="547" y="238"/>
                </a:cubicBezTo>
                <a:cubicBezTo>
                  <a:pt x="334" y="25"/>
                  <a:pt x="334" y="25"/>
                  <a:pt x="334" y="25"/>
                </a:cubicBezTo>
                <a:cubicBezTo>
                  <a:pt x="317" y="8"/>
                  <a:pt x="295" y="0"/>
                  <a:pt x="273" y="0"/>
                </a:cubicBezTo>
                <a:cubicBezTo>
                  <a:pt x="251" y="0"/>
                  <a:pt x="229" y="8"/>
                  <a:pt x="212" y="25"/>
                </a:cubicBezTo>
              </a:path>
            </a:pathLst>
          </a:custGeom>
          <a:solidFill>
            <a:srgbClr val="D9A5AA"/>
          </a:solidFill>
          <a:ln>
            <a:noFill/>
          </a:ln>
          <a:effectLst>
            <a:innerShdw blurRad="114300">
              <a:schemeClr val="tx1"/>
            </a:innerShdw>
          </a:effectLst>
        </p:spPr>
        <p:txBody>
          <a:bodyPr vert="horz" wrap="square" lIns="162560" tIns="81280" rIns="162560" bIns="81280" numCol="1" anchor="t" anchorCtr="0" compatLnSpc="1">
            <a:prstTxWarp prst="textNoShape">
              <a:avLst/>
            </a:prstTxWarp>
          </a:bodyPr>
          <a:lstStyle/>
          <a:p>
            <a:pPr defTabSz="1625620"/>
            <a:endParaRPr lang="en-US" sz="3200">
              <a:solidFill>
                <a:srgbClr val="44494E"/>
              </a:solidFill>
            </a:endParaRPr>
          </a:p>
        </p:txBody>
      </p:sp>
      <p:sp>
        <p:nvSpPr>
          <p:cNvPr id="19" name="Freeform 5">
            <a:extLst>
              <a:ext uri="{FF2B5EF4-FFF2-40B4-BE49-F238E27FC236}">
                <a16:creationId xmlns:a16="http://schemas.microsoft.com/office/drawing/2014/main" id="{239D6B25-E3BD-4E89-F3B9-D2DEE00A5158}"/>
              </a:ext>
            </a:extLst>
          </p:cNvPr>
          <p:cNvSpPr>
            <a:spLocks/>
          </p:cNvSpPr>
          <p:nvPr/>
        </p:nvSpPr>
        <p:spPr bwMode="auto">
          <a:xfrm>
            <a:off x="9150591" y="3856828"/>
            <a:ext cx="2628805" cy="2336135"/>
          </a:xfrm>
          <a:custGeom>
            <a:avLst/>
            <a:gdLst>
              <a:gd name="T0" fmla="*/ 212 w 547"/>
              <a:gd name="T1" fmla="*/ 25 h 485"/>
              <a:gd name="T2" fmla="*/ 0 w 547"/>
              <a:gd name="T3" fmla="*/ 238 h 485"/>
              <a:gd name="T4" fmla="*/ 4 w 547"/>
              <a:gd name="T5" fmla="*/ 242 h 485"/>
              <a:gd name="T6" fmla="*/ 215 w 547"/>
              <a:gd name="T7" fmla="*/ 453 h 485"/>
              <a:gd name="T8" fmla="*/ 332 w 547"/>
              <a:gd name="T9" fmla="*/ 453 h 485"/>
              <a:gd name="T10" fmla="*/ 543 w 547"/>
              <a:gd name="T11" fmla="*/ 242 h 485"/>
              <a:gd name="T12" fmla="*/ 547 w 547"/>
              <a:gd name="T13" fmla="*/ 238 h 485"/>
              <a:gd name="T14" fmla="*/ 334 w 547"/>
              <a:gd name="T15" fmla="*/ 25 h 485"/>
              <a:gd name="T16" fmla="*/ 273 w 547"/>
              <a:gd name="T17" fmla="*/ 0 h 485"/>
              <a:gd name="T18" fmla="*/ 212 w 547"/>
              <a:gd name="T19" fmla="*/ 25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7" h="485">
                <a:moveTo>
                  <a:pt x="212" y="25"/>
                </a:moveTo>
                <a:cubicBezTo>
                  <a:pt x="0" y="238"/>
                  <a:pt x="0" y="238"/>
                  <a:pt x="0" y="238"/>
                </a:cubicBezTo>
                <a:cubicBezTo>
                  <a:pt x="1" y="239"/>
                  <a:pt x="2" y="241"/>
                  <a:pt x="4" y="242"/>
                </a:cubicBezTo>
                <a:cubicBezTo>
                  <a:pt x="215" y="453"/>
                  <a:pt x="215" y="453"/>
                  <a:pt x="215" y="453"/>
                </a:cubicBezTo>
                <a:cubicBezTo>
                  <a:pt x="247" y="485"/>
                  <a:pt x="300" y="485"/>
                  <a:pt x="332" y="453"/>
                </a:cubicBezTo>
                <a:cubicBezTo>
                  <a:pt x="543" y="242"/>
                  <a:pt x="543" y="242"/>
                  <a:pt x="543" y="242"/>
                </a:cubicBezTo>
                <a:cubicBezTo>
                  <a:pt x="544" y="241"/>
                  <a:pt x="545" y="239"/>
                  <a:pt x="547" y="238"/>
                </a:cubicBezTo>
                <a:cubicBezTo>
                  <a:pt x="334" y="25"/>
                  <a:pt x="334" y="25"/>
                  <a:pt x="334" y="25"/>
                </a:cubicBezTo>
                <a:cubicBezTo>
                  <a:pt x="317" y="8"/>
                  <a:pt x="295" y="0"/>
                  <a:pt x="273" y="0"/>
                </a:cubicBezTo>
                <a:cubicBezTo>
                  <a:pt x="251" y="0"/>
                  <a:pt x="229" y="8"/>
                  <a:pt x="212" y="25"/>
                </a:cubicBezTo>
              </a:path>
            </a:pathLst>
          </a:custGeom>
          <a:solidFill>
            <a:schemeClr val="bg1">
              <a:lumMod val="95000"/>
            </a:schemeClr>
          </a:solidFill>
          <a:ln>
            <a:noFill/>
          </a:ln>
          <a:effectLst>
            <a:outerShdw blurRad="50800" dist="38100" dir="16200000" rotWithShape="0">
              <a:prstClr val="black">
                <a:alpha val="40000"/>
              </a:prstClr>
            </a:outerShdw>
          </a:effectLst>
        </p:spPr>
        <p:txBody>
          <a:bodyPr vert="horz" wrap="square" lIns="162560" tIns="81280" rIns="162560" bIns="81280" numCol="1" anchor="t" anchorCtr="0" compatLnSpc="1">
            <a:prstTxWarp prst="textNoShape">
              <a:avLst/>
            </a:prstTxWarp>
          </a:bodyPr>
          <a:lstStyle/>
          <a:p>
            <a:pPr defTabSz="1625620"/>
            <a:endParaRPr lang="en-US" sz="3200">
              <a:solidFill>
                <a:srgbClr val="44494E"/>
              </a:solidFill>
            </a:endParaRPr>
          </a:p>
        </p:txBody>
      </p:sp>
      <p:sp>
        <p:nvSpPr>
          <p:cNvPr id="20" name="Freeform 5">
            <a:extLst>
              <a:ext uri="{FF2B5EF4-FFF2-40B4-BE49-F238E27FC236}">
                <a16:creationId xmlns:a16="http://schemas.microsoft.com/office/drawing/2014/main" id="{7B74D6A0-005F-1FAD-7EC3-3C3FEDA90B7D}"/>
              </a:ext>
            </a:extLst>
          </p:cNvPr>
          <p:cNvSpPr>
            <a:spLocks/>
          </p:cNvSpPr>
          <p:nvPr/>
        </p:nvSpPr>
        <p:spPr bwMode="auto">
          <a:xfrm>
            <a:off x="4476606" y="2986659"/>
            <a:ext cx="2628805" cy="2336135"/>
          </a:xfrm>
          <a:custGeom>
            <a:avLst/>
            <a:gdLst>
              <a:gd name="T0" fmla="*/ 212 w 547"/>
              <a:gd name="T1" fmla="*/ 25 h 485"/>
              <a:gd name="T2" fmla="*/ 0 w 547"/>
              <a:gd name="T3" fmla="*/ 238 h 485"/>
              <a:gd name="T4" fmla="*/ 4 w 547"/>
              <a:gd name="T5" fmla="*/ 242 h 485"/>
              <a:gd name="T6" fmla="*/ 215 w 547"/>
              <a:gd name="T7" fmla="*/ 453 h 485"/>
              <a:gd name="T8" fmla="*/ 332 w 547"/>
              <a:gd name="T9" fmla="*/ 453 h 485"/>
              <a:gd name="T10" fmla="*/ 543 w 547"/>
              <a:gd name="T11" fmla="*/ 242 h 485"/>
              <a:gd name="T12" fmla="*/ 547 w 547"/>
              <a:gd name="T13" fmla="*/ 238 h 485"/>
              <a:gd name="T14" fmla="*/ 334 w 547"/>
              <a:gd name="T15" fmla="*/ 25 h 485"/>
              <a:gd name="T16" fmla="*/ 273 w 547"/>
              <a:gd name="T17" fmla="*/ 0 h 485"/>
              <a:gd name="T18" fmla="*/ 212 w 547"/>
              <a:gd name="T19" fmla="*/ 25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7" h="485">
                <a:moveTo>
                  <a:pt x="212" y="25"/>
                </a:moveTo>
                <a:cubicBezTo>
                  <a:pt x="0" y="238"/>
                  <a:pt x="0" y="238"/>
                  <a:pt x="0" y="238"/>
                </a:cubicBezTo>
                <a:cubicBezTo>
                  <a:pt x="1" y="239"/>
                  <a:pt x="2" y="241"/>
                  <a:pt x="4" y="242"/>
                </a:cubicBezTo>
                <a:cubicBezTo>
                  <a:pt x="215" y="453"/>
                  <a:pt x="215" y="453"/>
                  <a:pt x="215" y="453"/>
                </a:cubicBezTo>
                <a:cubicBezTo>
                  <a:pt x="247" y="485"/>
                  <a:pt x="300" y="485"/>
                  <a:pt x="332" y="453"/>
                </a:cubicBezTo>
                <a:cubicBezTo>
                  <a:pt x="543" y="242"/>
                  <a:pt x="543" y="242"/>
                  <a:pt x="543" y="242"/>
                </a:cubicBezTo>
                <a:cubicBezTo>
                  <a:pt x="544" y="241"/>
                  <a:pt x="545" y="239"/>
                  <a:pt x="547" y="238"/>
                </a:cubicBezTo>
                <a:cubicBezTo>
                  <a:pt x="334" y="25"/>
                  <a:pt x="334" y="25"/>
                  <a:pt x="334" y="25"/>
                </a:cubicBezTo>
                <a:cubicBezTo>
                  <a:pt x="317" y="8"/>
                  <a:pt x="295" y="0"/>
                  <a:pt x="273" y="0"/>
                </a:cubicBezTo>
                <a:cubicBezTo>
                  <a:pt x="251" y="0"/>
                  <a:pt x="229" y="8"/>
                  <a:pt x="212" y="25"/>
                </a:cubicBezTo>
              </a:path>
            </a:pathLst>
          </a:custGeom>
          <a:solidFill>
            <a:schemeClr val="bg1">
              <a:lumMod val="95000"/>
            </a:schemeClr>
          </a:solidFill>
          <a:ln>
            <a:noFill/>
          </a:ln>
          <a:effectLst>
            <a:outerShdw blurRad="50800" dist="38100" dir="5400000" algn="t" rotWithShape="0">
              <a:prstClr val="black">
                <a:alpha val="40000"/>
              </a:prstClr>
            </a:outerShdw>
          </a:effectLst>
        </p:spPr>
        <p:txBody>
          <a:bodyPr vert="horz" wrap="square" lIns="162560" tIns="81280" rIns="162560" bIns="81280" numCol="1" anchor="t" anchorCtr="0" compatLnSpc="1">
            <a:prstTxWarp prst="textNoShape">
              <a:avLst/>
            </a:prstTxWarp>
          </a:bodyPr>
          <a:lstStyle/>
          <a:p>
            <a:pPr defTabSz="1625620"/>
            <a:endParaRPr lang="en-US" sz="3200">
              <a:solidFill>
                <a:srgbClr val="44494E"/>
              </a:solidFill>
            </a:endParaRPr>
          </a:p>
        </p:txBody>
      </p:sp>
      <p:sp>
        <p:nvSpPr>
          <p:cNvPr id="21" name="TextBox 20">
            <a:extLst>
              <a:ext uri="{FF2B5EF4-FFF2-40B4-BE49-F238E27FC236}">
                <a16:creationId xmlns:a16="http://schemas.microsoft.com/office/drawing/2014/main" id="{8F06BD3B-B03A-A837-BA36-21A95107BDA4}"/>
              </a:ext>
            </a:extLst>
          </p:cNvPr>
          <p:cNvSpPr txBox="1"/>
          <p:nvPr/>
        </p:nvSpPr>
        <p:spPr>
          <a:xfrm>
            <a:off x="5537579" y="3917032"/>
            <a:ext cx="508473" cy="475387"/>
          </a:xfrm>
          <a:prstGeom prst="rect">
            <a:avLst/>
          </a:prstGeom>
          <a:noFill/>
        </p:spPr>
        <p:txBody>
          <a:bodyPr wrap="none" rtlCol="0" anchor="ctr">
            <a:spAutoFit/>
          </a:bodyPr>
          <a:lstStyle/>
          <a:p>
            <a:pPr algn="ctr" defTabSz="1625620"/>
            <a:r>
              <a:rPr lang="en-US" sz="2489" b="1">
                <a:solidFill>
                  <a:srgbClr val="44494E"/>
                </a:solidFill>
              </a:rPr>
              <a:t>01</a:t>
            </a:r>
          </a:p>
        </p:txBody>
      </p:sp>
      <p:sp>
        <p:nvSpPr>
          <p:cNvPr id="22" name="TextBox 21">
            <a:extLst>
              <a:ext uri="{FF2B5EF4-FFF2-40B4-BE49-F238E27FC236}">
                <a16:creationId xmlns:a16="http://schemas.microsoft.com/office/drawing/2014/main" id="{98C22B9D-43B3-1867-A9E1-2CC988942632}"/>
              </a:ext>
            </a:extLst>
          </p:cNvPr>
          <p:cNvSpPr txBox="1"/>
          <p:nvPr/>
        </p:nvSpPr>
        <p:spPr>
          <a:xfrm>
            <a:off x="10210756" y="4824440"/>
            <a:ext cx="508473" cy="475387"/>
          </a:xfrm>
          <a:prstGeom prst="rect">
            <a:avLst/>
          </a:prstGeom>
          <a:noFill/>
        </p:spPr>
        <p:txBody>
          <a:bodyPr wrap="none" rtlCol="0" anchor="ctr">
            <a:spAutoFit/>
          </a:bodyPr>
          <a:lstStyle/>
          <a:p>
            <a:pPr algn="ctr" defTabSz="1625620"/>
            <a:r>
              <a:rPr lang="en-US" sz="2489" b="1">
                <a:solidFill>
                  <a:srgbClr val="44494E"/>
                </a:solidFill>
              </a:rPr>
              <a:t>02</a:t>
            </a:r>
          </a:p>
        </p:txBody>
      </p:sp>
      <p:sp>
        <p:nvSpPr>
          <p:cNvPr id="23" name="TextBox 22">
            <a:extLst>
              <a:ext uri="{FF2B5EF4-FFF2-40B4-BE49-F238E27FC236}">
                <a16:creationId xmlns:a16="http://schemas.microsoft.com/office/drawing/2014/main" id="{79A5A569-EA26-2ED3-78F7-250C0C2B0ECD}"/>
              </a:ext>
            </a:extLst>
          </p:cNvPr>
          <p:cNvSpPr txBox="1"/>
          <p:nvPr/>
        </p:nvSpPr>
        <p:spPr>
          <a:xfrm>
            <a:off x="4376128" y="6429562"/>
            <a:ext cx="2747420" cy="457176"/>
          </a:xfrm>
          <a:prstGeom prst="rect">
            <a:avLst/>
          </a:prstGeom>
          <a:noFill/>
        </p:spPr>
        <p:txBody>
          <a:bodyPr wrap="square" rtlCol="0">
            <a:spAutoFit/>
          </a:bodyPr>
          <a:lstStyle/>
          <a:p>
            <a:pPr algn="ctr">
              <a:lnSpc>
                <a:spcPct val="115000"/>
              </a:lnSpc>
            </a:pPr>
            <a:r>
              <a:rPr lang="en-IN" sz="2200">
                <a:solidFill>
                  <a:srgbClr val="404040"/>
                </a:solidFill>
                <a:latin typeface="Open Sans" pitchFamily="2" charset="0"/>
              </a:rPr>
              <a:t>Speed (latency)</a:t>
            </a:r>
            <a:endParaRPr lang="en-IN" sz="2200">
              <a:solidFill>
                <a:srgbClr val="404040"/>
              </a:solidFill>
              <a:latin typeface="Open Sans" pitchFamily="2" charset="0"/>
            </a:endParaRPr>
          </a:p>
        </p:txBody>
      </p:sp>
      <p:sp>
        <p:nvSpPr>
          <p:cNvPr id="25" name="TextBox 24">
            <a:extLst>
              <a:ext uri="{FF2B5EF4-FFF2-40B4-BE49-F238E27FC236}">
                <a16:creationId xmlns:a16="http://schemas.microsoft.com/office/drawing/2014/main" id="{B7E2E63A-7E7B-CD87-237A-28067316DE89}"/>
              </a:ext>
            </a:extLst>
          </p:cNvPr>
          <p:cNvSpPr txBox="1"/>
          <p:nvPr/>
        </p:nvSpPr>
        <p:spPr>
          <a:xfrm>
            <a:off x="9091282" y="6429562"/>
            <a:ext cx="2747420" cy="457176"/>
          </a:xfrm>
          <a:prstGeom prst="rect">
            <a:avLst/>
          </a:prstGeom>
          <a:noFill/>
        </p:spPr>
        <p:txBody>
          <a:bodyPr wrap="square" rtlCol="0">
            <a:spAutoFit/>
          </a:bodyPr>
          <a:lstStyle/>
          <a:p>
            <a:pPr algn="ctr">
              <a:lnSpc>
                <a:spcPct val="115000"/>
              </a:lnSpc>
            </a:pPr>
            <a:r>
              <a:rPr lang="en-US" sz="2200">
                <a:solidFill>
                  <a:srgbClr val="404040"/>
                </a:solidFill>
                <a:latin typeface="Open Sans" pitchFamily="2" charset="0"/>
              </a:rPr>
              <a:t>Accuracy</a:t>
            </a:r>
            <a:endParaRPr lang="en-US" sz="2200">
              <a:solidFill>
                <a:srgbClr val="404040"/>
              </a:solidFill>
              <a:latin typeface="Open Sans" pitchFamily="2" charset="0"/>
            </a:endParaRPr>
          </a:p>
        </p:txBody>
      </p:sp>
    </p:spTree>
    <p:custDataLst>
      <p:tags r:id="rId1"/>
    </p:custDataLst>
    <p:extLst>
      <p:ext uri="{BB962C8B-B14F-4D97-AF65-F5344CB8AC3E}">
        <p14:creationId xmlns:p14="http://schemas.microsoft.com/office/powerpoint/2010/main" val="11982738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2F4B7-33AC-6059-4940-FA35A8D223A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5BAFE4D-78DD-FABC-4350-18D3F7CED6B0}"/>
              </a:ext>
            </a:extLst>
          </p:cNvPr>
          <p:cNvSpPr>
            <a:spLocks noGrp="1"/>
          </p:cNvSpPr>
          <p:nvPr>
            <p:ph type="body" idx="2"/>
          </p:nvPr>
        </p:nvSpPr>
        <p:spPr>
          <a:xfrm>
            <a:off x="8128000" y="3371850"/>
            <a:ext cx="7315200" cy="2070310"/>
          </a:xfrm>
        </p:spPr>
        <p:txBody>
          <a:bodyPr/>
          <a:lstStyle/>
          <a:p>
            <a:pPr>
              <a:lnSpc>
                <a:spcPct val="115000"/>
              </a:lnSpc>
            </a:pPr>
            <a:r>
              <a:rPr lang="en-IN" dirty="0">
                <a:solidFill>
                  <a:srgbClr val="404040"/>
                </a:solidFill>
                <a:latin typeface="Open Sans" pitchFamily="2" charset="0"/>
              </a:rPr>
              <a:t>Serial (one by one)</a:t>
            </a:r>
            <a:endParaRPr lang="en-IN" dirty="0">
              <a:solidFill>
                <a:srgbClr val="404040"/>
              </a:solidFill>
              <a:latin typeface="Open Sans" pitchFamily="2" charset="0"/>
            </a:endParaRPr>
          </a:p>
          <a:p>
            <a:pPr>
              <a:lnSpc>
                <a:spcPct val="115000"/>
              </a:lnSpc>
            </a:pPr>
            <a:r>
              <a:rPr lang="en-IN" dirty="0">
                <a:solidFill>
                  <a:srgbClr val="404040"/>
                </a:solidFill>
                <a:latin typeface="Open Sans" pitchFamily="2" charset="0"/>
              </a:rPr>
              <a:t>Hierarchical (a boss assigns)</a:t>
            </a:r>
            <a:endParaRPr lang="en-IN" dirty="0">
              <a:solidFill>
                <a:srgbClr val="404040"/>
              </a:solidFill>
              <a:latin typeface="Open Sans" pitchFamily="2" charset="0"/>
            </a:endParaRPr>
          </a:p>
          <a:p>
            <a:pPr>
              <a:lnSpc>
                <a:spcPct val="115000"/>
              </a:lnSpc>
            </a:pPr>
            <a:r>
              <a:rPr lang="en-IN" dirty="0">
                <a:solidFill>
                  <a:srgbClr val="404040"/>
                </a:solidFill>
                <a:latin typeface="Open Sans" pitchFamily="2" charset="0"/>
              </a:rPr>
              <a:t>Parallel (all at once)</a:t>
            </a:r>
            <a:endParaRPr lang="en-IN" dirty="0">
              <a:solidFill>
                <a:srgbClr val="404040"/>
              </a:solidFill>
              <a:latin typeface="Open Sans" pitchFamily="2" charset="0"/>
            </a:endParaRPr>
          </a:p>
          <a:p>
            <a:pPr>
              <a:lnSpc>
                <a:spcPct val="115000"/>
              </a:lnSpc>
            </a:pPr>
            <a:r>
              <a:rPr lang="en-IN" dirty="0">
                <a:solidFill>
                  <a:srgbClr val="404040"/>
                </a:solidFill>
                <a:latin typeface="Open Sans" pitchFamily="2" charset="0"/>
              </a:rPr>
              <a:t>Dynamic (changes plan on the go)</a:t>
            </a:r>
            <a:endParaRPr lang="en-IN" dirty="0">
              <a:solidFill>
                <a:srgbClr val="404040"/>
              </a:solidFill>
              <a:latin typeface="Open Sans" pitchFamily="2" charset="0"/>
            </a:endParaRPr>
          </a:p>
        </p:txBody>
      </p:sp>
      <p:sp>
        <p:nvSpPr>
          <p:cNvPr id="3" name="Text Placeholder 2">
            <a:extLst>
              <a:ext uri="{FF2B5EF4-FFF2-40B4-BE49-F238E27FC236}">
                <a16:creationId xmlns:a16="http://schemas.microsoft.com/office/drawing/2014/main" id="{9A1F59A3-0B34-9CD1-FAD1-B6E720F20272}"/>
              </a:ext>
            </a:extLst>
          </p:cNvPr>
          <p:cNvSpPr>
            <a:spLocks noGrp="1"/>
          </p:cNvSpPr>
          <p:nvPr>
            <p:ph type="body" idx="10"/>
          </p:nvPr>
        </p:nvSpPr>
        <p:spPr>
          <a:xfrm>
            <a:off x="8128000" y="1960358"/>
            <a:ext cx="7315200" cy="1168012"/>
          </a:xfrm>
        </p:spPr>
        <p:txBody>
          <a:bodyPr/>
          <a:lstStyle/>
          <a:p>
            <a:pPr>
              <a:lnSpc>
                <a:spcPct val="115000"/>
              </a:lnSpc>
            </a:pPr>
            <a:r>
              <a:rPr lang="en-US" dirty="0"/>
              <a:t>Which pattern has agents working at the same time, without waiting for each other?</a:t>
            </a:r>
            <a:endParaRPr lang="en-US" dirty="0"/>
          </a:p>
        </p:txBody>
      </p:sp>
    </p:spTree>
    <p:custDataLst>
      <p:tags r:id="rId1"/>
    </p:custDataLst>
    <p:extLst>
      <p:ext uri="{BB962C8B-B14F-4D97-AF65-F5344CB8AC3E}">
        <p14:creationId xmlns:p14="http://schemas.microsoft.com/office/powerpoint/2010/main" val="39295480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2EAA5-511B-F359-6CAB-091140410CD4}"/>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F69CE9D-CD99-07DD-B541-906C2C7E986F}"/>
              </a:ext>
            </a:extLst>
          </p:cNvPr>
          <p:cNvSpPr>
            <a:spLocks noGrp="1"/>
          </p:cNvSpPr>
          <p:nvPr>
            <p:ph type="title"/>
          </p:nvPr>
        </p:nvSpPr>
        <p:spPr>
          <a:xfrm>
            <a:off x="2421576" y="329928"/>
            <a:ext cx="9696532" cy="1137649"/>
          </a:xfrm>
        </p:spPr>
        <p:txBody>
          <a:bodyPr/>
          <a:lstStyle/>
          <a:p>
            <a:r>
              <a:rPr lang="en-US" dirty="0">
                <a:latin typeface="+mn-lt"/>
              </a:rPr>
              <a:t>Agents Working One by One vs. All at Once</a:t>
            </a:r>
            <a:endParaRPr lang="en-US" dirty="0">
              <a:latin typeface="+mn-lt"/>
            </a:endParaRPr>
          </a:p>
        </p:txBody>
      </p:sp>
      <p:sp>
        <p:nvSpPr>
          <p:cNvPr id="4" name="Text Placeholder 3">
            <a:extLst>
              <a:ext uri="{FF2B5EF4-FFF2-40B4-BE49-F238E27FC236}">
                <a16:creationId xmlns:a16="http://schemas.microsoft.com/office/drawing/2014/main" id="{4E8D1719-2038-8BB1-D253-F9A47F0EBF51}"/>
              </a:ext>
            </a:extLst>
          </p:cNvPr>
          <p:cNvSpPr>
            <a:spLocks noGrp="1"/>
          </p:cNvSpPr>
          <p:nvPr>
            <p:ph type="body" sz="quarter" idx="11"/>
          </p:nvPr>
        </p:nvSpPr>
        <p:spPr>
          <a:xfrm>
            <a:off x="1279501" y="2556374"/>
            <a:ext cx="13696999" cy="1186286"/>
          </a:xfrm>
        </p:spPr>
        <p:txBody>
          <a:bodyPr>
            <a:noAutofit/>
          </a:bodyPr>
          <a:lstStyle/>
          <a:p>
            <a:pPr>
              <a:lnSpc>
                <a:spcPct val="115000"/>
              </a:lnSpc>
            </a:pPr>
            <a:r>
              <a:rPr lang="en-US" b="1"/>
              <a:t>Scenario:</a:t>
            </a:r>
            <a:r>
              <a:rPr lang="en-US" b="0"/>
              <a:t xml:space="preserve"> A leader at a consumer goods company (think soaps, snacks, shampoo) wants a quick brief on how AI is changing the industry. One agent researches the latest trends, another writes an executive summary. First we run them one by one, then side by side, and compare.</a:t>
            </a:r>
            <a:endParaRPr lang="en-US" b="1"/>
          </a:p>
        </p:txBody>
      </p:sp>
      <p:sp>
        <p:nvSpPr>
          <p:cNvPr id="5" name="Text Placeholder 4">
            <a:extLst>
              <a:ext uri="{FF2B5EF4-FFF2-40B4-BE49-F238E27FC236}">
                <a16:creationId xmlns:a16="http://schemas.microsoft.com/office/drawing/2014/main" id="{73CAD830-A593-4EB1-8A8E-7B5016713F8E}"/>
              </a:ext>
            </a:extLst>
          </p:cNvPr>
          <p:cNvSpPr>
            <a:spLocks noGrp="1"/>
          </p:cNvSpPr>
          <p:nvPr>
            <p:ph type="body" sz="quarter" idx="14"/>
          </p:nvPr>
        </p:nvSpPr>
        <p:spPr>
          <a:xfrm>
            <a:off x="13416914" y="1793560"/>
            <a:ext cx="565786" cy="574675"/>
          </a:xfrm>
        </p:spPr>
        <p:txBody>
          <a:bodyPr wrap="none"/>
          <a:lstStyle/>
          <a:p>
            <a:r>
              <a:rPr lang="en-IN"/>
              <a:t>30</a:t>
            </a:r>
          </a:p>
        </p:txBody>
      </p:sp>
      <p:sp>
        <p:nvSpPr>
          <p:cNvPr id="2" name="Text Placeholder 3">
            <a:extLst>
              <a:ext uri="{FF2B5EF4-FFF2-40B4-BE49-F238E27FC236}">
                <a16:creationId xmlns:a16="http://schemas.microsoft.com/office/drawing/2014/main" id="{FED4C71D-52DF-FCC9-0068-564C248CF082}"/>
              </a:ext>
            </a:extLst>
          </p:cNvPr>
          <p:cNvSpPr txBox="1">
            <a:spLocks/>
          </p:cNvSpPr>
          <p:nvPr/>
        </p:nvSpPr>
        <p:spPr>
          <a:xfrm>
            <a:off x="2038804" y="6885920"/>
            <a:ext cx="12567280" cy="861998"/>
          </a:xfrm>
          <a:prstGeom prst="rect">
            <a:avLst/>
          </a:prstGeom>
        </p:spPr>
        <p:txBody>
          <a:bodyPr vert="horz" lIns="91440" tIns="45720" rIns="91440" bIns="45720" rtlCol="0" anchor="t">
            <a:noAutofit/>
          </a:bodyPr>
          <a:lstStyle>
            <a:lvl1pPr marL="0" indent="0" algn="l" defTabSz="914400" rtl="0" eaLnBrk="1" latinLnBrk="0" hangingPunct="1">
              <a:lnSpc>
                <a:spcPct val="114000"/>
              </a:lnSpc>
              <a:spcBef>
                <a:spcPts val="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114000"/>
              </a:lnSpc>
              <a:spcBef>
                <a:spcPts val="1000"/>
              </a:spcBef>
              <a:buFontTx/>
              <a:buNone/>
              <a:defRPr lang="en-GB"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gn="l" defTabSz="914400" rtl="0" eaLnBrk="1" latinLnBrk="0" hangingPunct="1">
              <a:lnSpc>
                <a:spcPct val="114000"/>
              </a:lnSpc>
              <a:spcBef>
                <a:spcPts val="1000"/>
              </a:spcBef>
              <a:buFontTx/>
              <a:buNone/>
              <a:defRPr lang="en-GB"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gn="l" defTabSz="914400" rtl="0" eaLnBrk="1" latinLnBrk="0" hangingPunct="1">
              <a:lnSpc>
                <a:spcPct val="114000"/>
              </a:lnSpc>
              <a:spcBef>
                <a:spcPts val="1000"/>
              </a:spcBef>
              <a:buFontTx/>
              <a:buNone/>
              <a:defRPr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gn="l" defTabSz="914400" rtl="0" eaLnBrk="1" latinLnBrk="0" hangingPunct="1">
              <a:lnSpc>
                <a:spcPct val="114000"/>
              </a:lnSpc>
              <a:spcBef>
                <a:spcPts val="1000"/>
              </a:spcBef>
              <a:buFontTx/>
              <a:buNone/>
              <a:defRPr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t>Please download the demo document from the reference material section to perform step-by-step execution.</a:t>
            </a:r>
          </a:p>
        </p:txBody>
      </p:sp>
      <p:sp>
        <p:nvSpPr>
          <p:cNvPr id="3" name="Rectangle: Rounded Corners 2">
            <a:extLst>
              <a:ext uri="{FF2B5EF4-FFF2-40B4-BE49-F238E27FC236}">
                <a16:creationId xmlns:a16="http://schemas.microsoft.com/office/drawing/2014/main" id="{E4C16EB9-A64E-CA65-4749-5AA1923BD906}"/>
              </a:ext>
            </a:extLst>
          </p:cNvPr>
          <p:cNvSpPr/>
          <p:nvPr/>
        </p:nvSpPr>
        <p:spPr>
          <a:xfrm>
            <a:off x="1649916" y="6422065"/>
            <a:ext cx="13109729" cy="1480471"/>
          </a:xfrm>
          <a:prstGeom prst="roundRect">
            <a:avLst/>
          </a:prstGeom>
          <a:noFill/>
          <a:ln w="25400"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a:spcBef>
                <a:spcPts val="1000"/>
              </a:spcBef>
              <a:spcAft>
                <a:spcPct val="0"/>
              </a:spcAft>
              <a:buClr>
                <a:srgbClr val="000000"/>
              </a:buClr>
              <a:buSzPts val="2200"/>
              <a:buFont typeface="Arial"/>
            </a:pPr>
            <a:endParaRPr lang="en-IN" sz="2200" b="1">
              <a:solidFill>
                <a:srgbClr val="404040"/>
              </a:solidFill>
              <a:latin typeface="Open Sans" panose="020B0606030504020204" pitchFamily="34" charset="0"/>
              <a:ea typeface="Open Sans"/>
              <a:cs typeface="Open Sans"/>
            </a:endParaRPr>
          </a:p>
        </p:txBody>
      </p:sp>
      <p:sp>
        <p:nvSpPr>
          <p:cNvPr id="6" name="Rectangle: Rounded Corners 5">
            <a:extLst>
              <a:ext uri="{FF2B5EF4-FFF2-40B4-BE49-F238E27FC236}">
                <a16:creationId xmlns:a16="http://schemas.microsoft.com/office/drawing/2014/main" id="{11B83068-AA2A-1E2A-4CEF-B6FDAFCCC10E}"/>
              </a:ext>
            </a:extLst>
          </p:cNvPr>
          <p:cNvSpPr/>
          <p:nvPr/>
        </p:nvSpPr>
        <p:spPr>
          <a:xfrm>
            <a:off x="2038805" y="6142669"/>
            <a:ext cx="1767652" cy="528084"/>
          </a:xfrm>
          <a:prstGeom prst="roundRect">
            <a:avLst/>
          </a:prstGeom>
          <a:solidFill>
            <a:srgbClr val="0171C0"/>
          </a:solidFill>
          <a:ln w="25400"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a:spcBef>
                <a:spcPts val="1000"/>
              </a:spcBef>
              <a:spcAft>
                <a:spcPct val="0"/>
              </a:spcAft>
              <a:buClr>
                <a:srgbClr val="000000"/>
              </a:buClr>
              <a:buSzPts val="2200"/>
              <a:buFont typeface="Arial"/>
            </a:pPr>
            <a:endParaRPr lang="en-IN" sz="2200" b="1">
              <a:solidFill>
                <a:srgbClr val="404040"/>
              </a:solidFill>
              <a:latin typeface="Open Sans" panose="020B0606030504020204" pitchFamily="34" charset="0"/>
              <a:ea typeface="Open Sans"/>
              <a:cs typeface="Open Sans"/>
            </a:endParaRPr>
          </a:p>
        </p:txBody>
      </p:sp>
      <p:sp>
        <p:nvSpPr>
          <p:cNvPr id="7" name="Text Placeholder 3">
            <a:extLst>
              <a:ext uri="{FF2B5EF4-FFF2-40B4-BE49-F238E27FC236}">
                <a16:creationId xmlns:a16="http://schemas.microsoft.com/office/drawing/2014/main" id="{7D52BF2F-9553-2483-55C1-A16E78655EE2}"/>
              </a:ext>
            </a:extLst>
          </p:cNvPr>
          <p:cNvSpPr txBox="1">
            <a:spLocks/>
          </p:cNvSpPr>
          <p:nvPr/>
        </p:nvSpPr>
        <p:spPr>
          <a:xfrm>
            <a:off x="2038804" y="6203218"/>
            <a:ext cx="1767652" cy="528084"/>
          </a:xfrm>
          <a:prstGeom prst="rect">
            <a:avLst/>
          </a:prstGeom>
        </p:spPr>
        <p:txBody>
          <a:bodyPr vert="horz" lIns="91440" tIns="45720" rIns="91440" bIns="45720" rtlCol="0" anchor="t">
            <a:noAutofit/>
          </a:bodyPr>
          <a:lstStyle>
            <a:lvl1pPr marL="0" indent="0" algn="l" defTabSz="914400" rtl="0" eaLnBrk="1" latinLnBrk="0" hangingPunct="1">
              <a:lnSpc>
                <a:spcPct val="114000"/>
              </a:lnSpc>
              <a:spcBef>
                <a:spcPts val="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114000"/>
              </a:lnSpc>
              <a:spcBef>
                <a:spcPts val="1000"/>
              </a:spcBef>
              <a:buFontTx/>
              <a:buNone/>
              <a:defRPr lang="en-GB"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gn="l" defTabSz="914400" rtl="0" eaLnBrk="1" latinLnBrk="0" hangingPunct="1">
              <a:lnSpc>
                <a:spcPct val="114000"/>
              </a:lnSpc>
              <a:spcBef>
                <a:spcPts val="1000"/>
              </a:spcBef>
              <a:buFontTx/>
              <a:buNone/>
              <a:defRPr lang="en-GB"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gn="l" defTabSz="914400" rtl="0" eaLnBrk="1" latinLnBrk="0" hangingPunct="1">
              <a:lnSpc>
                <a:spcPct val="114000"/>
              </a:lnSpc>
              <a:spcBef>
                <a:spcPts val="1000"/>
              </a:spcBef>
              <a:buFontTx/>
              <a:buNone/>
              <a:defRPr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gn="l" defTabSz="914400" rtl="0" eaLnBrk="1" latinLnBrk="0" hangingPunct="1">
              <a:lnSpc>
                <a:spcPct val="114000"/>
              </a:lnSpc>
              <a:spcBef>
                <a:spcPts val="1000"/>
              </a:spcBef>
              <a:buFontTx/>
              <a:buNone/>
              <a:defRPr sz="2200" kern="1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b="1">
                <a:solidFill>
                  <a:schemeClr val="bg1"/>
                </a:solidFill>
              </a:rPr>
              <a:t>Note:</a:t>
            </a:r>
          </a:p>
        </p:txBody>
      </p:sp>
    </p:spTree>
    <p:custDataLst>
      <p:tags r:id="rId1"/>
    </p:custDataLst>
    <p:extLst>
      <p:ext uri="{BB962C8B-B14F-4D97-AF65-F5344CB8AC3E}">
        <p14:creationId xmlns:p14="http://schemas.microsoft.com/office/powerpoint/2010/main" val="3175575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BE09C-8C66-10BD-9866-529DC4C6091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058BF18-73C3-073A-EBB9-EE16EC7E2EF9}"/>
              </a:ext>
            </a:extLst>
          </p:cNvPr>
          <p:cNvSpPr>
            <a:spLocks noGrp="1"/>
          </p:cNvSpPr>
          <p:nvPr>
            <p:ph type="title"/>
          </p:nvPr>
        </p:nvSpPr>
        <p:spPr/>
        <p:txBody>
          <a:bodyPr>
            <a:normAutofit/>
          </a:bodyPr>
          <a:lstStyle/>
          <a:p>
            <a:r>
              <a:rPr lang="en-US" dirty="0"/>
              <a:t>LangGraph or CrewAI? Which One When</a:t>
            </a:r>
            <a:endParaRPr lang="en-US" dirty="0"/>
          </a:p>
        </p:txBody>
      </p:sp>
      <p:sp>
        <p:nvSpPr>
          <p:cNvPr id="24" name="Brandline_LVC">
            <a:extLst>
              <a:ext uri="{FF2B5EF4-FFF2-40B4-BE49-F238E27FC236}">
                <a16:creationId xmlns:a16="http://schemas.microsoft.com/office/drawing/2014/main" id="{3DE2E9DD-B0EC-923B-90F7-3752F3FA1C49}"/>
              </a:ext>
            </a:extLst>
          </p:cNvPr>
          <p:cNvSpPr/>
          <p:nvPr/>
        </p:nvSpPr>
        <p:spPr>
          <a:xfrm>
            <a:off x="4000501" y="816324"/>
            <a:ext cx="825309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0F8EF564-7A70-DEF0-409B-2848E4F636F5}"/>
              </a:ext>
            </a:extLst>
          </p:cNvPr>
          <p:cNvSpPr txBox="1"/>
          <p:nvPr/>
        </p:nvSpPr>
        <p:spPr>
          <a:xfrm>
            <a:off x="819523" y="1415454"/>
            <a:ext cx="14707772" cy="457176"/>
          </a:xfrm>
          <a:prstGeom prst="rect">
            <a:avLst/>
          </a:prstGeom>
          <a:noFill/>
        </p:spPr>
        <p:txBody>
          <a:bodyPr wrap="square" rtlCol="0">
            <a:spAutoFit/>
          </a:bodyPr>
          <a:lstStyle/>
          <a:p>
            <a:pPr algn="ctr">
              <a:lnSpc>
                <a:spcPct val="115000"/>
              </a:lnSpc>
            </a:pPr>
            <a:r>
              <a:rPr lang="en-US" sz="2200" dirty="0">
                <a:solidFill>
                  <a:srgbClr val="404040"/>
                </a:solidFill>
                <a:latin typeface="Open Sans" pitchFamily="2" charset="0"/>
              </a:rPr>
              <a:t>Both build teams of agents. The difference is how you describe the work:</a:t>
            </a:r>
            <a:endParaRPr lang="en-US" sz="2200" dirty="0">
              <a:solidFill>
                <a:srgbClr val="404040"/>
              </a:solidFill>
              <a:latin typeface="Open Sans" pitchFamily="2" charset="0"/>
            </a:endParaRPr>
          </a:p>
        </p:txBody>
      </p:sp>
      <p:graphicFrame>
        <p:nvGraphicFramePr>
          <p:cNvPr id="25" name="Table 24">
            <a:extLst>
              <a:ext uri="{FF2B5EF4-FFF2-40B4-BE49-F238E27FC236}">
                <a16:creationId xmlns:a16="http://schemas.microsoft.com/office/drawing/2014/main" id="{0C129F11-060D-589F-83EB-B8EC2C8AEEB6}"/>
              </a:ext>
            </a:extLst>
          </p:cNvPr>
          <p:cNvGraphicFramePr>
            <a:graphicFrameLocks noGrp="1"/>
          </p:cNvGraphicFramePr>
          <p:nvPr>
            <p:extLst>
              <p:ext uri="{D42A27DB-BD31-4B8C-83A1-F6EECF244321}">
                <p14:modId xmlns:p14="http://schemas.microsoft.com/office/powerpoint/2010/main" val="1318946255"/>
              </p:ext>
            </p:extLst>
          </p:nvPr>
        </p:nvGraphicFramePr>
        <p:xfrm>
          <a:off x="2093728" y="2760300"/>
          <a:ext cx="12141570" cy="5340837"/>
        </p:xfrm>
        <a:graphic>
          <a:graphicData uri="http://schemas.openxmlformats.org/drawingml/2006/table">
            <a:tbl>
              <a:tblPr firstRow="1" bandRow="1">
                <a:tableStyleId>{93296810-A885-4BE3-A3E7-6D5BEEA58F35}</a:tableStyleId>
              </a:tblPr>
              <a:tblGrid>
                <a:gridCol w="6070785">
                  <a:extLst>
                    <a:ext uri="{9D8B030D-6E8A-4147-A177-3AD203B41FA5}">
                      <a16:colId xmlns:a16="http://schemas.microsoft.com/office/drawing/2014/main" val="940989262"/>
                    </a:ext>
                  </a:extLst>
                </a:gridCol>
                <a:gridCol w="6070785">
                  <a:extLst>
                    <a:ext uri="{9D8B030D-6E8A-4147-A177-3AD203B41FA5}">
                      <a16:colId xmlns:a16="http://schemas.microsoft.com/office/drawing/2014/main" val="2770394162"/>
                    </a:ext>
                  </a:extLst>
                </a:gridCol>
              </a:tblGrid>
              <a:tr h="701357">
                <a:tc>
                  <a:txBody>
                    <a:bodyPr/>
                    <a:lstStyle/>
                    <a:p>
                      <a:pPr algn="ctr"/>
                      <a:r>
                        <a:rPr lang="en-US" sz="2200" dirty="0"/>
                        <a:t>LangGraph (the flowchart)</a:t>
                      </a:r>
                      <a:endParaRPr 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dirty="0"/>
                        <a:t>CrewAI (the team)</a:t>
                      </a:r>
                      <a:endParaRPr lang="en-US" sz="2200" dirty="0"/>
                    </a:p>
                  </a:txBody>
                  <a:tcPr anchor="ctr"/>
                </a:tc>
                <a:extLst>
                  <a:ext uri="{0D108BD9-81ED-4DB2-BD59-A6C34878D82A}">
                    <a16:rowId xmlns:a16="http://schemas.microsoft.com/office/drawing/2014/main" val="615777882"/>
                  </a:ext>
                </a:extLst>
              </a:tr>
              <a:tr h="927896">
                <a:tc>
                  <a:txBody>
                    <a:bodyPr/>
                    <a:lstStyle/>
                    <a:p>
                      <a:pPr algn="ctr">
                        <a:lnSpc>
                          <a:spcPct val="115000"/>
                        </a:lnSpc>
                        <a:buNone/>
                      </a:pPr>
                      <a:r>
                        <a:rPr lang="en-US" sz="2200" dirty="0">
                          <a:solidFill>
                            <a:schemeClr val="tx1">
                              <a:lumMod val="75000"/>
                              <a:lumOff val="25000"/>
                            </a:schemeClr>
                          </a:solidFill>
                          <a:latin typeface="+mn-lt"/>
                        </a:rPr>
                        <a:t>You draw every step and every turn</a:t>
                      </a:r>
                      <a:endParaRPr lang="en-US" sz="2200" dirty="0">
                        <a:solidFill>
                          <a:schemeClr val="tx1">
                            <a:lumMod val="75000"/>
                            <a:lumOff val="25000"/>
                          </a:schemeClr>
                        </a:solidFill>
                        <a:latin typeface="+mn-lt"/>
                      </a:endParaRPr>
                    </a:p>
                  </a:txBody>
                  <a:tcPr anchor="ctr"/>
                </a:tc>
                <a:tc>
                  <a:txBody>
                    <a:bodyPr/>
                    <a:lstStyle/>
                    <a:p>
                      <a:pPr algn="ctr"/>
                      <a:r>
                        <a:rPr lang="en-US" sz="2200" dirty="0">
                          <a:solidFill>
                            <a:schemeClr val="tx1">
                              <a:lumMod val="75000"/>
                              <a:lumOff val="25000"/>
                            </a:schemeClr>
                          </a:solidFill>
                          <a:latin typeface="+mn-lt"/>
                        </a:rPr>
                        <a:t>You hire roles and give each a goal</a:t>
                      </a:r>
                      <a:endParaRPr lang="en-US" sz="2200" dirty="0">
                        <a:solidFill>
                          <a:schemeClr val="tx1">
                            <a:lumMod val="75000"/>
                            <a:lumOff val="25000"/>
                          </a:schemeClr>
                        </a:solidFill>
                        <a:latin typeface="+mn-lt"/>
                      </a:endParaRPr>
                    </a:p>
                  </a:txBody>
                  <a:tcPr anchor="ctr"/>
                </a:tc>
                <a:extLst>
                  <a:ext uri="{0D108BD9-81ED-4DB2-BD59-A6C34878D82A}">
                    <a16:rowId xmlns:a16="http://schemas.microsoft.com/office/drawing/2014/main" val="2811714083"/>
                  </a:ext>
                </a:extLst>
              </a:tr>
              <a:tr h="927896">
                <a:tc>
                  <a:txBody>
                    <a:bodyPr/>
                    <a:lstStyle/>
                    <a:p>
                      <a:pPr algn="ctr"/>
                      <a:r>
                        <a:rPr lang="en-US" sz="2200" dirty="0">
                          <a:solidFill>
                            <a:schemeClr val="tx1">
                              <a:lumMod val="75000"/>
                              <a:lumOff val="25000"/>
                            </a:schemeClr>
                          </a:solidFill>
                          <a:latin typeface="+mn-lt"/>
                        </a:rPr>
                        <a:t>You control the exact route</a:t>
                      </a:r>
                      <a:endParaRPr lang="en-US" sz="2200" dirty="0">
                        <a:solidFill>
                          <a:schemeClr val="tx1">
                            <a:lumMod val="75000"/>
                            <a:lumOff val="25000"/>
                          </a:schemeClr>
                        </a:solidFill>
                        <a:latin typeface="+mn-lt"/>
                      </a:endParaRPr>
                    </a:p>
                  </a:txBody>
                  <a:tcPr anchor="ctr"/>
                </a:tc>
                <a:tc>
                  <a:txBody>
                    <a:bodyPr/>
                    <a:lstStyle/>
                    <a:p>
                      <a:pPr algn="ctr"/>
                      <a:r>
                        <a:rPr lang="en-US" sz="2200" dirty="0">
                          <a:solidFill>
                            <a:schemeClr val="tx1">
                              <a:lumMod val="75000"/>
                              <a:lumOff val="25000"/>
                            </a:schemeClr>
                          </a:solidFill>
                          <a:latin typeface="+mn-lt"/>
                        </a:rPr>
                        <a:t>The crew works out much of the route</a:t>
                      </a:r>
                      <a:endParaRPr lang="en-US" sz="2200" dirty="0">
                        <a:solidFill>
                          <a:schemeClr val="tx1">
                            <a:lumMod val="75000"/>
                            <a:lumOff val="25000"/>
                          </a:schemeClr>
                        </a:solidFill>
                        <a:latin typeface="+mn-lt"/>
                      </a:endParaRPr>
                    </a:p>
                  </a:txBody>
                  <a:tcPr anchor="ctr"/>
                </a:tc>
                <a:extLst>
                  <a:ext uri="{0D108BD9-81ED-4DB2-BD59-A6C34878D82A}">
                    <a16:rowId xmlns:a16="http://schemas.microsoft.com/office/drawing/2014/main" val="1350389288"/>
                  </a:ext>
                </a:extLst>
              </a:tr>
              <a:tr h="927896">
                <a:tc>
                  <a:txBody>
                    <a:bodyPr/>
                    <a:lstStyle/>
                    <a:p>
                      <a:pPr algn="ctr"/>
                      <a:r>
                        <a:rPr lang="en-US" sz="2200" dirty="0">
                          <a:solidFill>
                            <a:schemeClr val="tx1">
                              <a:lumMod val="75000"/>
                              <a:lumOff val="25000"/>
                            </a:schemeClr>
                          </a:solidFill>
                          <a:latin typeface="+mn-lt"/>
                        </a:rPr>
                        <a:t>Best for strict processes: claims, approvals, compliance</a:t>
                      </a:r>
                      <a:endParaRPr lang="en-US" sz="2200" dirty="0">
                        <a:solidFill>
                          <a:schemeClr val="tx1">
                            <a:lumMod val="75000"/>
                            <a:lumOff val="25000"/>
                          </a:schemeClr>
                        </a:solidFill>
                        <a:latin typeface="+mn-lt"/>
                      </a:endParaRPr>
                    </a:p>
                  </a:txBody>
                  <a:tcPr anchor="ctr"/>
                </a:tc>
                <a:tc>
                  <a:txBody>
                    <a:bodyPr/>
                    <a:lstStyle/>
                    <a:p>
                      <a:pPr algn="ctr"/>
                      <a:r>
                        <a:rPr lang="en-US" sz="2200" dirty="0">
                          <a:solidFill>
                            <a:schemeClr val="tx1">
                              <a:lumMod val="75000"/>
                              <a:lumOff val="25000"/>
                            </a:schemeClr>
                          </a:solidFill>
                          <a:latin typeface="+mn-lt"/>
                        </a:rPr>
                        <a:t>Best for role-based work: research, writing, planning</a:t>
                      </a:r>
                      <a:endParaRPr lang="en-US" sz="2200" dirty="0">
                        <a:solidFill>
                          <a:schemeClr val="tx1">
                            <a:lumMod val="75000"/>
                            <a:lumOff val="25000"/>
                          </a:schemeClr>
                        </a:solidFill>
                        <a:latin typeface="+mn-lt"/>
                      </a:endParaRPr>
                    </a:p>
                  </a:txBody>
                  <a:tcPr anchor="ctr"/>
                </a:tc>
                <a:extLst>
                  <a:ext uri="{0D108BD9-81ED-4DB2-BD59-A6C34878D82A}">
                    <a16:rowId xmlns:a16="http://schemas.microsoft.com/office/drawing/2014/main" val="4229503215"/>
                  </a:ext>
                </a:extLst>
              </a:tr>
              <a:tr h="927896">
                <a:tc>
                  <a:txBody>
                    <a:bodyPr/>
                    <a:lstStyle/>
                    <a:p>
                      <a:pPr algn="ctr">
                        <a:buNone/>
                      </a:pPr>
                      <a:r>
                        <a:rPr lang="en-US" sz="2200" dirty="0">
                          <a:solidFill>
                            <a:schemeClr val="tx1">
                              <a:lumMod val="75000"/>
                              <a:lumOff val="25000"/>
                            </a:schemeClr>
                          </a:solidFill>
                          <a:latin typeface="+mn-lt"/>
                        </a:rPr>
                        <a:t>Can loop back, pause, and wait for a human</a:t>
                      </a:r>
                      <a:endParaRPr lang="en-US" sz="2200" dirty="0">
                        <a:solidFill>
                          <a:schemeClr val="tx1">
                            <a:lumMod val="75000"/>
                            <a:lumOff val="25000"/>
                          </a:schemeClr>
                        </a:solidFill>
                        <a:latin typeface="+mn-lt"/>
                      </a:endParaRPr>
                    </a:p>
                  </a:txBody>
                  <a:tcPr anchor="ctr"/>
                </a:tc>
                <a:tc>
                  <a:txBody>
                    <a:bodyPr/>
                    <a:lstStyle/>
                    <a:p>
                      <a:pPr algn="ctr"/>
                      <a:r>
                        <a:rPr lang="en-IN" sz="2200" dirty="0">
                          <a:solidFill>
                            <a:schemeClr val="tx1">
                              <a:lumMod val="75000"/>
                              <a:lumOff val="25000"/>
                            </a:schemeClr>
                          </a:solidFill>
                          <a:latin typeface="+mn-lt"/>
                        </a:rPr>
                        <a:t>Quick to set up, easy to read and explain</a:t>
                      </a:r>
                      <a:endParaRPr lang="en-IN" sz="2200" dirty="0">
                        <a:solidFill>
                          <a:schemeClr val="tx1">
                            <a:lumMod val="75000"/>
                            <a:lumOff val="25000"/>
                          </a:schemeClr>
                        </a:solidFill>
                        <a:latin typeface="+mn-lt"/>
                      </a:endParaRPr>
                    </a:p>
                  </a:txBody>
                  <a:tcPr anchor="ctr"/>
                </a:tc>
                <a:extLst>
                  <a:ext uri="{0D108BD9-81ED-4DB2-BD59-A6C34878D82A}">
                    <a16:rowId xmlns:a16="http://schemas.microsoft.com/office/drawing/2014/main" val="3509314201"/>
                  </a:ext>
                </a:extLst>
              </a:tr>
              <a:tr h="927896">
                <a:tc>
                  <a:txBody>
                    <a:bodyPr/>
                    <a:lstStyle/>
                    <a:p>
                      <a:pPr algn="ctr"/>
                      <a:r>
                        <a:rPr lang="en-US" sz="2200" dirty="0">
                          <a:solidFill>
                            <a:schemeClr val="tx1">
                              <a:lumMod val="75000"/>
                              <a:lumOff val="25000"/>
                            </a:schemeClr>
                          </a:solidFill>
                          <a:latin typeface="+mn-lt"/>
                        </a:rPr>
                        <a:t>Like a train on fixed tracks</a:t>
                      </a:r>
                      <a:endParaRPr lang="en-US" sz="2200" dirty="0">
                        <a:solidFill>
                          <a:schemeClr val="tx1">
                            <a:lumMod val="75000"/>
                            <a:lumOff val="25000"/>
                          </a:schemeClr>
                        </a:solidFill>
                        <a:latin typeface="+mn-lt"/>
                      </a:endParaRPr>
                    </a:p>
                  </a:txBody>
                  <a:tcPr anchor="ctr"/>
                </a:tc>
                <a:tc>
                  <a:txBody>
                    <a:bodyPr/>
                    <a:lstStyle/>
                    <a:p>
                      <a:pPr algn="ctr">
                        <a:buNone/>
                      </a:pPr>
                      <a:r>
                        <a:rPr lang="en-US" sz="2200" dirty="0">
                          <a:solidFill>
                            <a:schemeClr val="tx1">
                              <a:lumMod val="75000"/>
                              <a:lumOff val="25000"/>
                            </a:schemeClr>
                          </a:solidFill>
                          <a:latin typeface="+mn-lt"/>
                        </a:rPr>
                        <a:t>Like a project team with a manager</a:t>
                      </a:r>
                      <a:endParaRPr lang="en-US" sz="2200" dirty="0">
                        <a:solidFill>
                          <a:schemeClr val="tx1">
                            <a:lumMod val="75000"/>
                            <a:lumOff val="25000"/>
                          </a:schemeClr>
                        </a:solidFill>
                        <a:latin typeface="+mn-lt"/>
                      </a:endParaRPr>
                    </a:p>
                  </a:txBody>
                  <a:tcPr anchor="ctr"/>
                </a:tc>
                <a:extLst>
                  <a:ext uri="{0D108BD9-81ED-4DB2-BD59-A6C34878D82A}">
                    <a16:rowId xmlns:a16="http://schemas.microsoft.com/office/drawing/2014/main" val="2939038818"/>
                  </a:ext>
                </a:extLst>
              </a:tr>
            </a:tbl>
          </a:graphicData>
        </a:graphic>
      </p:graphicFrame>
    </p:spTree>
    <p:custDataLst>
      <p:tags r:id="rId1"/>
    </p:custDataLst>
    <p:extLst>
      <p:ext uri="{BB962C8B-B14F-4D97-AF65-F5344CB8AC3E}">
        <p14:creationId xmlns:p14="http://schemas.microsoft.com/office/powerpoint/2010/main" val="8471637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BD4D5-E178-99E0-D58B-0AC7D908FAE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403B1EC-EC2A-427F-4016-2B1EF5522808}"/>
              </a:ext>
            </a:extLst>
          </p:cNvPr>
          <p:cNvSpPr>
            <a:spLocks noGrp="1"/>
          </p:cNvSpPr>
          <p:nvPr>
            <p:ph type="body" idx="10"/>
          </p:nvPr>
        </p:nvSpPr>
        <p:spPr>
          <a:xfrm>
            <a:off x="0" y="4114800"/>
            <a:ext cx="16256001" cy="914400"/>
          </a:xfrm>
        </p:spPr>
        <p:txBody>
          <a:bodyPr/>
          <a:lstStyle/>
          <a:p>
            <a:r>
              <a:rPr lang="en-US" dirty="0"/>
              <a:t>Part 3: Google A2A, a Common Language for Agents</a:t>
            </a:r>
            <a:endParaRPr lang="en-US" dirty="0"/>
          </a:p>
        </p:txBody>
      </p:sp>
    </p:spTree>
    <p:custDataLst>
      <p:tags r:id="rId1"/>
    </p:custDataLst>
    <p:extLst>
      <p:ext uri="{BB962C8B-B14F-4D97-AF65-F5344CB8AC3E}">
        <p14:creationId xmlns:p14="http://schemas.microsoft.com/office/powerpoint/2010/main" val="31306527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625BF-FA78-0FB1-D758-D8B45B13FE6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504E340-C296-27ED-E1C9-C9169636B8EF}"/>
              </a:ext>
            </a:extLst>
          </p:cNvPr>
          <p:cNvSpPr>
            <a:spLocks noGrp="1"/>
          </p:cNvSpPr>
          <p:nvPr>
            <p:ph type="title"/>
          </p:nvPr>
        </p:nvSpPr>
        <p:spPr/>
        <p:txBody>
          <a:bodyPr>
            <a:normAutofit/>
          </a:bodyPr>
          <a:lstStyle/>
          <a:p>
            <a:r>
              <a:rPr lang="en-IN" dirty="0"/>
              <a:t>Google A2A: Helping Agents Talk to Each Other</a:t>
            </a:r>
            <a:endParaRPr lang="en-IN" dirty="0"/>
          </a:p>
        </p:txBody>
      </p:sp>
      <p:sp>
        <p:nvSpPr>
          <p:cNvPr id="24" name="Brandline_LVC">
            <a:extLst>
              <a:ext uri="{FF2B5EF4-FFF2-40B4-BE49-F238E27FC236}">
                <a16:creationId xmlns:a16="http://schemas.microsoft.com/office/drawing/2014/main" id="{45C23118-64F7-F468-0DB9-9CD29104B1D6}"/>
              </a:ext>
            </a:extLst>
          </p:cNvPr>
          <p:cNvSpPr/>
          <p:nvPr/>
        </p:nvSpPr>
        <p:spPr>
          <a:xfrm>
            <a:off x="4711701" y="816324"/>
            <a:ext cx="682831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B98BB022-2498-F198-AEA0-AB579B694C51}"/>
              </a:ext>
            </a:extLst>
          </p:cNvPr>
          <p:cNvSpPr txBox="1"/>
          <p:nvPr/>
        </p:nvSpPr>
        <p:spPr>
          <a:xfrm>
            <a:off x="1614913" y="1440870"/>
            <a:ext cx="13377871" cy="846514"/>
          </a:xfrm>
          <a:prstGeom prst="rect">
            <a:avLst/>
          </a:prstGeom>
          <a:noFill/>
        </p:spPr>
        <p:txBody>
          <a:bodyPr wrap="square" rtlCol="0">
            <a:spAutoFit/>
          </a:bodyPr>
          <a:lstStyle/>
          <a:p>
            <a:pPr algn="ctr">
              <a:lnSpc>
                <a:spcPct val="115000"/>
              </a:lnSpc>
            </a:pPr>
            <a:r>
              <a:rPr lang="en-US" sz="2200" dirty="0">
                <a:solidFill>
                  <a:srgbClr val="404040"/>
                </a:solidFill>
                <a:latin typeface="Open Sans" pitchFamily="2" charset="0"/>
              </a:rPr>
              <a:t>A2A (Agent-to-Agent) is a protocol: a shared set of rules so agents built with different tools, by different companies, can talk and hand over work.</a:t>
            </a:r>
            <a:endParaRPr lang="en-US" sz="2200" dirty="0">
              <a:solidFill>
                <a:srgbClr val="404040"/>
              </a:solidFill>
              <a:latin typeface="Open Sans" pitchFamily="2" charset="0"/>
            </a:endParaRPr>
          </a:p>
        </p:txBody>
      </p:sp>
      <p:sp>
        <p:nvSpPr>
          <p:cNvPr id="3" name="Text Placeholder 21">
            <a:extLst>
              <a:ext uri="{FF2B5EF4-FFF2-40B4-BE49-F238E27FC236}">
                <a16:creationId xmlns:a16="http://schemas.microsoft.com/office/drawing/2014/main" id="{13C9DC39-B823-B1DA-34D1-D42A7ABBC1E1}"/>
              </a:ext>
            </a:extLst>
          </p:cNvPr>
          <p:cNvSpPr txBox="1">
            <a:spLocks/>
          </p:cNvSpPr>
          <p:nvPr/>
        </p:nvSpPr>
        <p:spPr>
          <a:xfrm>
            <a:off x="2067234" y="7634145"/>
            <a:ext cx="12476577" cy="693531"/>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404040"/>
                </a:solidFill>
                <a:latin typeface="Open Sans" pitchFamily="2" charset="0"/>
              </a:rPr>
              <a:t>Without it, a CrewAI agent and a LangGraph agent are like two people with no common language. A2A is that common language.</a:t>
            </a:r>
            <a:endParaRPr lang="en-US" dirty="0">
              <a:solidFill>
                <a:srgbClr val="404040"/>
              </a:solidFill>
              <a:latin typeface="Open Sans" pitchFamily="2" charset="0"/>
            </a:endParaRPr>
          </a:p>
        </p:txBody>
      </p:sp>
      <p:sp>
        <p:nvSpPr>
          <p:cNvPr id="4" name="Rectangle: Rounded Corners 3">
            <a:extLst>
              <a:ext uri="{FF2B5EF4-FFF2-40B4-BE49-F238E27FC236}">
                <a16:creationId xmlns:a16="http://schemas.microsoft.com/office/drawing/2014/main" id="{34AFC087-4D20-9CC1-9B6C-7A679F63CEA0}"/>
              </a:ext>
            </a:extLst>
          </p:cNvPr>
          <p:cNvSpPr/>
          <p:nvPr/>
        </p:nvSpPr>
        <p:spPr>
          <a:xfrm>
            <a:off x="1712188" y="7347023"/>
            <a:ext cx="12831623" cy="1102201"/>
          </a:xfrm>
          <a:prstGeom prst="round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Rectangle: Rounded Corners 27">
            <a:extLst>
              <a:ext uri="{FF2B5EF4-FFF2-40B4-BE49-F238E27FC236}">
                <a16:creationId xmlns:a16="http://schemas.microsoft.com/office/drawing/2014/main" id="{5F662CA5-550C-40BC-BDBC-28C50CDEBB10}"/>
              </a:ext>
            </a:extLst>
          </p:cNvPr>
          <p:cNvSpPr/>
          <p:nvPr/>
        </p:nvSpPr>
        <p:spPr>
          <a:xfrm>
            <a:off x="2030240" y="6971421"/>
            <a:ext cx="3111154" cy="574245"/>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200" b="1" dirty="0"/>
              <a:t>Why it matters</a:t>
            </a:r>
          </a:p>
        </p:txBody>
      </p:sp>
      <p:pic>
        <p:nvPicPr>
          <p:cNvPr id="7" name="Picture 6" descr="A diagram of a chatbot&#10;&#10;AI-generated content may be incorrect.">
            <a:extLst>
              <a:ext uri="{FF2B5EF4-FFF2-40B4-BE49-F238E27FC236}">
                <a16:creationId xmlns:a16="http://schemas.microsoft.com/office/drawing/2014/main" id="{34557FA9-24B5-DE5B-32D4-A5EF771EF869}"/>
              </a:ext>
            </a:extLst>
          </p:cNvPr>
          <p:cNvPicPr>
            <a:picLocks noChangeAspect="1"/>
          </p:cNvPicPr>
          <p:nvPr/>
        </p:nvPicPr>
        <p:blipFill>
          <a:blip r:embed="rId4" cstate="print"/>
          <a:stretch>
            <a:fillRect/>
          </a:stretch>
        </p:blipFill>
        <p:spPr>
          <a:xfrm>
            <a:off x="5257182" y="2893072"/>
            <a:ext cx="6093331" cy="3357855"/>
          </a:xfrm>
          <a:prstGeom prst="rect">
            <a:avLst/>
          </a:prstGeom>
        </p:spPr>
      </p:pic>
    </p:spTree>
    <p:custDataLst>
      <p:tags r:id="rId1"/>
    </p:custDataLst>
    <p:extLst>
      <p:ext uri="{BB962C8B-B14F-4D97-AF65-F5344CB8AC3E}">
        <p14:creationId xmlns:p14="http://schemas.microsoft.com/office/powerpoint/2010/main" val="2384701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78CE9-9763-DEF2-1099-D34A58DB5765}"/>
            </a:ext>
          </a:extLst>
        </p:cNvPr>
        <p:cNvGrpSpPr/>
        <p:nvPr/>
      </p:nvGrpSpPr>
      <p:grpSpPr>
        <a:xfrm>
          <a:off x="0" y="0"/>
          <a:ext cx="0" cy="0"/>
          <a:chOff x="0" y="0"/>
          <a:chExt cx="0" cy="0"/>
        </a:xfrm>
      </p:grpSpPr>
      <p:sp>
        <p:nvSpPr>
          <p:cNvPr id="22" name="Text Placeholder 21">
            <a:extLst>
              <a:ext uri="{FF2B5EF4-FFF2-40B4-BE49-F238E27FC236}">
                <a16:creationId xmlns:a16="http://schemas.microsoft.com/office/drawing/2014/main" id="{28A464BF-CD27-F785-21FF-19E3B01D8072}"/>
              </a:ext>
            </a:extLst>
          </p:cNvPr>
          <p:cNvSpPr>
            <a:spLocks noGrp="1"/>
          </p:cNvSpPr>
          <p:nvPr>
            <p:ph type="body" idx="10"/>
          </p:nvPr>
        </p:nvSpPr>
        <p:spPr>
          <a:xfrm>
            <a:off x="1977680" y="1512833"/>
            <a:ext cx="12459665" cy="1873834"/>
          </a:xfrm>
        </p:spPr>
        <p:txBody>
          <a:bodyPr>
            <a:noAutofit/>
          </a:bodyPr>
          <a:lstStyle/>
          <a:p>
            <a:r>
              <a:rPr lang="en-US" dirty="0"/>
              <a:t>Agents built by different teams, now working as one</a:t>
            </a:r>
            <a:endParaRPr lang="en-US" dirty="0"/>
          </a:p>
        </p:txBody>
      </p:sp>
      <p:sp>
        <p:nvSpPr>
          <p:cNvPr id="5" name="Title 4">
            <a:extLst>
              <a:ext uri="{FF2B5EF4-FFF2-40B4-BE49-F238E27FC236}">
                <a16:creationId xmlns:a16="http://schemas.microsoft.com/office/drawing/2014/main" id="{3AF7A85C-D5C0-4697-64F2-5A731F74AECF}"/>
              </a:ext>
            </a:extLst>
          </p:cNvPr>
          <p:cNvSpPr>
            <a:spLocks noGrp="1"/>
          </p:cNvSpPr>
          <p:nvPr>
            <p:ph type="title"/>
          </p:nvPr>
        </p:nvSpPr>
        <p:spPr/>
        <p:txBody>
          <a:bodyPr>
            <a:normAutofit/>
          </a:bodyPr>
          <a:lstStyle/>
          <a:p>
            <a:pPr>
              <a:lnSpc>
                <a:spcPct val="115000"/>
              </a:lnSpc>
            </a:pPr>
            <a:r>
              <a:rPr lang="en-IN" dirty="0"/>
              <a:t>A2A in Action: One Help Desk, Many Agents</a:t>
            </a:r>
            <a:endParaRPr lang="en-IN" dirty="0"/>
          </a:p>
        </p:txBody>
      </p:sp>
      <p:sp>
        <p:nvSpPr>
          <p:cNvPr id="24" name="Brandline_LVC">
            <a:extLst>
              <a:ext uri="{FF2B5EF4-FFF2-40B4-BE49-F238E27FC236}">
                <a16:creationId xmlns:a16="http://schemas.microsoft.com/office/drawing/2014/main" id="{BBB80E9E-252A-641D-9AFC-176778C002B7}"/>
              </a:ext>
            </a:extLst>
          </p:cNvPr>
          <p:cNvSpPr/>
          <p:nvPr/>
        </p:nvSpPr>
        <p:spPr>
          <a:xfrm>
            <a:off x="4724400" y="869664"/>
            <a:ext cx="681045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8" name="Group 7">
            <a:extLst>
              <a:ext uri="{FF2B5EF4-FFF2-40B4-BE49-F238E27FC236}">
                <a16:creationId xmlns:a16="http://schemas.microsoft.com/office/drawing/2014/main" id="{02A3C8D1-D363-57A9-BCB5-D1DE9EBE0B6A}"/>
              </a:ext>
            </a:extLst>
          </p:cNvPr>
          <p:cNvGrpSpPr/>
          <p:nvPr/>
        </p:nvGrpSpPr>
        <p:grpSpPr>
          <a:xfrm>
            <a:off x="4486940" y="4954772"/>
            <a:ext cx="7047913" cy="3763926"/>
            <a:chOff x="5053539" y="4572000"/>
            <a:chExt cx="7227173" cy="3976458"/>
          </a:xfrm>
        </p:grpSpPr>
        <p:pic>
          <p:nvPicPr>
            <p:cNvPr id="6" name="Picture 5">
              <a:extLst>
                <a:ext uri="{FF2B5EF4-FFF2-40B4-BE49-F238E27FC236}">
                  <a16:creationId xmlns:a16="http://schemas.microsoft.com/office/drawing/2014/main" id="{9ADE999C-601C-DE4A-22A9-BF283B666FB8}"/>
                </a:ext>
              </a:extLst>
            </p:cNvPr>
            <p:cNvPicPr>
              <a:picLocks noChangeAspect="1"/>
            </p:cNvPicPr>
            <p:nvPr/>
          </p:nvPicPr>
          <p:blipFill>
            <a:blip r:embed="rId4"/>
            <a:stretch>
              <a:fillRect/>
            </a:stretch>
          </p:blipFill>
          <p:spPr>
            <a:xfrm>
              <a:off x="5053539" y="4572000"/>
              <a:ext cx="7227173" cy="3976458"/>
            </a:xfrm>
            <a:prstGeom prst="rect">
              <a:avLst/>
            </a:prstGeom>
          </p:spPr>
        </p:pic>
        <p:sp>
          <p:nvSpPr>
            <p:cNvPr id="7" name="Rectangle 6">
              <a:extLst>
                <a:ext uri="{FF2B5EF4-FFF2-40B4-BE49-F238E27FC236}">
                  <a16:creationId xmlns:a16="http://schemas.microsoft.com/office/drawing/2014/main" id="{9F26FCD5-0EB8-C3B8-20AD-F572937C1299}"/>
                </a:ext>
              </a:extLst>
            </p:cNvPr>
            <p:cNvSpPr/>
            <p:nvPr/>
          </p:nvSpPr>
          <p:spPr>
            <a:xfrm>
              <a:off x="5311302" y="7217923"/>
              <a:ext cx="2816698" cy="122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2" name="Rectangle: Rounded Corners 1">
            <a:extLst>
              <a:ext uri="{FF2B5EF4-FFF2-40B4-BE49-F238E27FC236}">
                <a16:creationId xmlns:a16="http://schemas.microsoft.com/office/drawing/2014/main" id="{2D6602EC-72FA-B078-0E35-DD80F9358B4D}"/>
              </a:ext>
            </a:extLst>
          </p:cNvPr>
          <p:cNvSpPr/>
          <p:nvPr/>
        </p:nvSpPr>
        <p:spPr>
          <a:xfrm>
            <a:off x="1648407" y="2195300"/>
            <a:ext cx="13118210" cy="2443397"/>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lumMod val="75000"/>
                    <a:lumOff val="25000"/>
                  </a:schemeClr>
                </a:solidFill>
                <a:latin typeface="Open Sans" pitchFamily="2" charset="0"/>
              </a:rPr>
              <a:t>Scenario:</a:t>
            </a:r>
            <a:r>
              <a:rPr lang="en-US" sz="2200" b="0" dirty="0">
                <a:solidFill>
                  <a:schemeClr val="tx1">
                    <a:lumMod val="75000"/>
                    <a:lumOff val="25000"/>
                  </a:schemeClr>
                </a:solidFill>
                <a:latin typeface="Open Sans" pitchFamily="2" charset="0"/>
              </a:rPr>
              <a:t xml:space="preserve"> A company’s help desk has three agents: one answers questions, one processes refunds, one spots fraud. Different teams built them with different tools, so they couldn’t talk. With A2A, each agent shares an “agent card” (a digital business card of what it can do), so the others can find it and hand over work.</a:t>
            </a:r>
            <a:endParaRPr lang="en-US" sz="2200" b="1" dirty="0">
              <a:solidFill>
                <a:schemeClr val="tx1">
                  <a:lumMod val="75000"/>
                  <a:lumOff val="25000"/>
                </a:schemeClr>
              </a:solidFill>
              <a:latin typeface="Open Sans" pitchFamily="2" charset="0"/>
            </a:endParaRPr>
          </a:p>
        </p:txBody>
      </p:sp>
    </p:spTree>
    <p:custDataLst>
      <p:tags r:id="rId1"/>
    </p:custDataLst>
    <p:extLst>
      <p:ext uri="{BB962C8B-B14F-4D97-AF65-F5344CB8AC3E}">
        <p14:creationId xmlns:p14="http://schemas.microsoft.com/office/powerpoint/2010/main" val="3497960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48158FC-6299-395F-C655-AE3629E1653E}"/>
              </a:ext>
            </a:extLst>
          </p:cNvPr>
          <p:cNvSpPr>
            <a:spLocks noGrp="1"/>
          </p:cNvSpPr>
          <p:nvPr>
            <p:ph type="body" sz="quarter" idx="12"/>
          </p:nvPr>
        </p:nvSpPr>
        <p:spPr/>
        <p:txBody>
          <a:bodyPr/>
          <a:lstStyle/>
          <a:p>
            <a:r>
              <a:rPr lang="en-US" dirty="0">
                <a:latin typeface="Open Sans"/>
                <a:ea typeface="Open Sans"/>
                <a:cs typeface="Open Sans"/>
              </a:rPr>
              <a:t>In this guided practice, you’ll connect agents built with different tools (LangChain, CrewAI, and OpenAI) into one workflow, using LangGraph and A2A.</a:t>
            </a:r>
            <a:endParaRPr lang="en-US" dirty="0">
              <a:latin typeface="Open Sans"/>
              <a:ea typeface="Open Sans"/>
              <a:cs typeface="Open Sans"/>
            </a:endParaRPr>
          </a:p>
          <a:p>
            <a:pPr>
              <a:lnSpc>
                <a:spcPct val="113999"/>
              </a:lnSpc>
            </a:pPr>
            <a:endParaRPr lang="en-US" dirty="0">
              <a:latin typeface="Open Sans"/>
              <a:ea typeface="Open Sans"/>
              <a:cs typeface="Open Sans"/>
            </a:endParaRPr>
          </a:p>
          <a:p>
            <a:pPr>
              <a:lnSpc>
                <a:spcPct val="113999"/>
              </a:lnSpc>
            </a:pPr>
            <a:r>
              <a:rPr lang="en-US">
                <a:latin typeface="Open Sans"/>
                <a:ea typeface="Open Sans"/>
                <a:cs typeface="Open Sans"/>
              </a:rPr>
              <a:t>The flow: you type a question → one agent works out what you need → another searches the web → a final agent writes the answer.</a:t>
            </a:r>
            <a:endParaRPr lang="en-US">
              <a:latin typeface="Open Sans"/>
              <a:ea typeface="Open Sans"/>
              <a:cs typeface="Open Sans"/>
            </a:endParaRPr>
          </a:p>
          <a:p>
            <a:pPr>
              <a:lnSpc>
                <a:spcPct val="113999"/>
              </a:lnSpc>
            </a:pPr>
            <a:endParaRPr lang="en-US">
              <a:latin typeface="Open Sans"/>
              <a:ea typeface="Open Sans"/>
              <a:cs typeface="Open Sans"/>
            </a:endParaRPr>
          </a:p>
          <a:p>
            <a:pPr>
              <a:lnSpc>
                <a:spcPct val="113999"/>
              </a:lnSpc>
            </a:pPr>
            <a:r>
              <a:rPr lang="en-US">
                <a:latin typeface="Open Sans"/>
                <a:ea typeface="Open Sans"/>
                <a:cs typeface="Open Sans"/>
              </a:rPr>
              <a:t>By the end, you’ll see agents from different tools sharing the same notes and finishing one job together.</a:t>
            </a:r>
            <a:endParaRPr lang="en-US">
              <a:latin typeface="Open Sans"/>
              <a:ea typeface="Open Sans"/>
              <a:cs typeface="Open Sans"/>
            </a:endParaRPr>
          </a:p>
        </p:txBody>
      </p:sp>
      <p:sp>
        <p:nvSpPr>
          <p:cNvPr id="3" name="Text Placeholder 2">
            <a:extLst>
              <a:ext uri="{FF2B5EF4-FFF2-40B4-BE49-F238E27FC236}">
                <a16:creationId xmlns:a16="http://schemas.microsoft.com/office/drawing/2014/main" id="{58287C76-6AA6-CC37-B332-A2238CBCB6D4}"/>
              </a:ext>
            </a:extLst>
          </p:cNvPr>
          <p:cNvSpPr>
            <a:spLocks noGrp="1"/>
          </p:cNvSpPr>
          <p:nvPr>
            <p:ph type="body" sz="quarter" idx="14"/>
          </p:nvPr>
        </p:nvSpPr>
        <p:spPr>
          <a:xfrm>
            <a:off x="13330820" y="1805859"/>
            <a:ext cx="565786" cy="574675"/>
          </a:xfrm>
        </p:spPr>
        <p:txBody>
          <a:bodyPr wrap="none"/>
          <a:lstStyle/>
          <a:p>
            <a:r>
              <a:rPr lang="en-IN"/>
              <a:t>30</a:t>
            </a:r>
          </a:p>
        </p:txBody>
      </p:sp>
    </p:spTree>
    <p:custDataLst>
      <p:tags r:id="rId1"/>
    </p:custDataLst>
    <p:extLst>
      <p:ext uri="{BB962C8B-B14F-4D97-AF65-F5344CB8AC3E}">
        <p14:creationId xmlns:p14="http://schemas.microsoft.com/office/powerpoint/2010/main" val="3402616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11D1B-1605-ECA4-DCC6-0FEB069BB49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B44294B-3ACC-31C2-6AC4-5BD965AD86A0}"/>
              </a:ext>
            </a:extLst>
          </p:cNvPr>
          <p:cNvSpPr>
            <a:spLocks noGrp="1"/>
          </p:cNvSpPr>
          <p:nvPr>
            <p:ph type="title"/>
          </p:nvPr>
        </p:nvSpPr>
        <p:spPr/>
        <p:txBody>
          <a:bodyPr>
            <a:normAutofit/>
          </a:bodyPr>
          <a:lstStyle/>
          <a:p>
            <a:r>
              <a:rPr lang="en-IN" dirty="0"/>
              <a:t>Jargon Buster</a:t>
            </a:r>
            <a:endParaRPr lang="en-IN" dirty="0"/>
          </a:p>
        </p:txBody>
      </p:sp>
      <p:sp>
        <p:nvSpPr>
          <p:cNvPr id="24" name="Brandline_LVC">
            <a:extLst>
              <a:ext uri="{FF2B5EF4-FFF2-40B4-BE49-F238E27FC236}">
                <a16:creationId xmlns:a16="http://schemas.microsoft.com/office/drawing/2014/main" id="{597B0354-EB0A-5C1B-B0CF-E455324C6603}"/>
              </a:ext>
            </a:extLst>
          </p:cNvPr>
          <p:cNvSpPr/>
          <p:nvPr/>
        </p:nvSpPr>
        <p:spPr>
          <a:xfrm>
            <a:off x="5816601" y="816324"/>
            <a:ext cx="4621689"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 name="Table 2">
            <a:extLst>
              <a:ext uri="{FF2B5EF4-FFF2-40B4-BE49-F238E27FC236}">
                <a16:creationId xmlns:a16="http://schemas.microsoft.com/office/drawing/2014/main" id="{1350E1A6-FA24-BEEE-2200-9D5E93B1D3F0}"/>
              </a:ext>
            </a:extLst>
          </p:cNvPr>
          <p:cNvGraphicFramePr>
            <a:graphicFrameLocks noGrp="1"/>
          </p:cNvGraphicFramePr>
          <p:nvPr>
            <p:extLst>
              <p:ext uri="{D42A27DB-BD31-4B8C-83A1-F6EECF244321}">
                <p14:modId xmlns:p14="http://schemas.microsoft.com/office/powerpoint/2010/main" val="711176032"/>
              </p:ext>
            </p:extLst>
          </p:nvPr>
        </p:nvGraphicFramePr>
        <p:xfrm>
          <a:off x="1793479" y="1800225"/>
          <a:ext cx="13354842" cy="5029200"/>
        </p:xfrm>
        <a:graphic>
          <a:graphicData uri="http://schemas.openxmlformats.org/drawingml/2006/table">
            <a:tbl>
              <a:tblPr firstRow="1" bandRow="1">
                <a:tableStyleId>{21E4AEA4-8DFA-4A89-87EB-49C32662AFE0}</a:tableStyleId>
              </a:tblPr>
              <a:tblGrid>
                <a:gridCol w="1766625">
                  <a:extLst>
                    <a:ext uri="{9D8B030D-6E8A-4147-A177-3AD203B41FA5}">
                      <a16:colId xmlns:a16="http://schemas.microsoft.com/office/drawing/2014/main" val="3153676334"/>
                    </a:ext>
                  </a:extLst>
                </a:gridCol>
                <a:gridCol w="5602946">
                  <a:extLst>
                    <a:ext uri="{9D8B030D-6E8A-4147-A177-3AD203B41FA5}">
                      <a16:colId xmlns:a16="http://schemas.microsoft.com/office/drawing/2014/main" val="940989262"/>
                    </a:ext>
                  </a:extLst>
                </a:gridCol>
                <a:gridCol w="5985271">
                  <a:extLst>
                    <a:ext uri="{9D8B030D-6E8A-4147-A177-3AD203B41FA5}">
                      <a16:colId xmlns:a16="http://schemas.microsoft.com/office/drawing/2014/main" val="2770394162"/>
                    </a:ext>
                  </a:extLst>
                </a:gridCol>
              </a:tblGrid>
              <a:tr h="457200">
                <a:tc>
                  <a:txBody>
                    <a:bodyPr/>
                    <a:lstStyle/>
                    <a:p>
                      <a:pPr algn="ctr"/>
                      <a:r>
                        <a:rPr lang="en-IN" sz="2000" b="1" dirty="0"/>
                        <a:t>Word</a:t>
                      </a:r>
                      <a:endParaRPr lang="en-IN" sz="2000" b="1" dirty="0"/>
                    </a:p>
                  </a:txBody>
                  <a:tcPr anchor="ctr"/>
                </a:tc>
                <a:tc>
                  <a:txBody>
                    <a:bodyPr/>
                    <a:lstStyle/>
                    <a:p>
                      <a:pPr algn="ctr"/>
                      <a:r>
                        <a:rPr lang="en-IN" sz="2000" b="1" dirty="0"/>
                        <a:t>Plain meaning</a:t>
                      </a:r>
                      <a:endParaRPr lang="en-IN" sz="2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dirty="0" err="1"/>
                        <a:t>Everyday picture</a:t>
                      </a:r>
                      <a:endParaRPr lang="en-IN" sz="2000" b="1" dirty="0" err="1"/>
                    </a:p>
                  </a:txBody>
                  <a:tcPr anchor="ctr"/>
                </a:tc>
                <a:extLst>
                  <a:ext uri="{0D108BD9-81ED-4DB2-BD59-A6C34878D82A}">
                    <a16:rowId xmlns:a16="http://schemas.microsoft.com/office/drawing/2014/main" val="615777882"/>
                  </a:ext>
                </a:extLst>
              </a:tr>
              <a:tr h="457200">
                <a:tc>
                  <a:txBody>
                    <a:bodyPr/>
                    <a:lstStyle/>
                    <a:p>
                      <a:pPr algn="ctr"/>
                      <a:r>
                        <a:rPr lang="en-IN" sz="1800" b="0" dirty="0">
                          <a:solidFill>
                            <a:schemeClr val="tx1"/>
                          </a:solidFill>
                        </a:rPr>
                        <a:t>Agent</a:t>
                      </a:r>
                      <a:endParaRPr lang="en-IN" sz="1800" b="0" dirty="0">
                        <a:solidFill>
                          <a:schemeClr val="tx1"/>
                        </a:solidFill>
                      </a:endParaRPr>
                    </a:p>
                  </a:txBody>
                  <a:tcPr anchor="ctr"/>
                </a:tc>
                <a:tc>
                  <a:txBody>
                    <a:bodyPr/>
                    <a:lstStyle/>
                    <a:p>
                      <a:pPr algn="ctr"/>
                      <a:r>
                        <a:rPr lang="en-US" sz="1800" b="0" dirty="0">
                          <a:solidFill>
                            <a:schemeClr val="tx1"/>
                          </a:solidFill>
                        </a:rPr>
                        <a:t>AI that plans and takes actions toward a goal</a:t>
                      </a:r>
                      <a:endParaRPr lang="en-US" sz="1800" b="0" dirty="0">
                        <a:solidFill>
                          <a:schemeClr val="tx1"/>
                        </a:solidFill>
                      </a:endParaRPr>
                    </a:p>
                  </a:txBody>
                  <a:tcPr anchor="ctr"/>
                </a:tc>
                <a:tc>
                  <a:txBody>
                    <a:bodyPr/>
                    <a:lstStyle/>
                    <a:p>
                      <a:pPr algn="ctr">
                        <a:buNone/>
                      </a:pPr>
                      <a:r>
                        <a:rPr lang="en-US" sz="1800" dirty="0">
                          <a:solidFill>
                            <a:schemeClr val="tx1"/>
                          </a:solidFill>
                        </a:rPr>
                        <a:t>A personal assistant, not just an advisor</a:t>
                      </a:r>
                      <a:endParaRPr lang="en-US" sz="1800" dirty="0">
                        <a:solidFill>
                          <a:schemeClr val="tx1"/>
                        </a:solidFill>
                      </a:endParaRPr>
                    </a:p>
                  </a:txBody>
                  <a:tcPr anchor="ctr"/>
                </a:tc>
                <a:extLst>
                  <a:ext uri="{0D108BD9-81ED-4DB2-BD59-A6C34878D82A}">
                    <a16:rowId xmlns:a16="http://schemas.microsoft.com/office/drawing/2014/main" val="1473545623"/>
                  </a:ext>
                </a:extLst>
              </a:tr>
              <a:tr h="457200">
                <a:tc>
                  <a:txBody>
                    <a:bodyPr/>
                    <a:lstStyle/>
                    <a:p>
                      <a:pPr algn="ctr"/>
                      <a:r>
                        <a:rPr lang="en-IN" sz="1800" b="0" dirty="0">
                          <a:solidFill>
                            <a:schemeClr val="tx1"/>
                          </a:solidFill>
                        </a:rPr>
                        <a:t>Framework</a:t>
                      </a:r>
                      <a:endParaRPr lang="en-IN" sz="1800" b="0" dirty="0">
                        <a:solidFill>
                          <a:schemeClr val="tx1"/>
                        </a:solidFill>
                      </a:endParaRPr>
                    </a:p>
                  </a:txBody>
                  <a:tcPr anchor="ctr"/>
                </a:tc>
                <a:tc>
                  <a:txBody>
                    <a:bodyPr/>
                    <a:lstStyle/>
                    <a:p>
                      <a:pPr algn="ctr"/>
                      <a:r>
                        <a:rPr lang="en-US" sz="1800" b="0" dirty="0">
                          <a:solidFill>
                            <a:schemeClr val="tx1"/>
                          </a:solidFill>
                        </a:rPr>
                        <a:t>A ready-made toolkit for building AI apps</a:t>
                      </a:r>
                      <a:endParaRPr lang="en-US" sz="1800" b="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rPr>
                        <a:t>A meal kit: ingredients and recipe included</a:t>
                      </a:r>
                      <a:endParaRPr lang="en-US" sz="1800" b="0" dirty="0">
                        <a:solidFill>
                          <a:schemeClr val="tx1"/>
                        </a:solidFill>
                      </a:endParaRPr>
                    </a:p>
                  </a:txBody>
                  <a:tcPr anchor="ctr"/>
                </a:tc>
                <a:extLst>
                  <a:ext uri="{0D108BD9-81ED-4DB2-BD59-A6C34878D82A}">
                    <a16:rowId xmlns:a16="http://schemas.microsoft.com/office/drawing/2014/main" val="716328778"/>
                  </a:ext>
                </a:extLst>
              </a:tr>
              <a:tr h="457200">
                <a:tc>
                  <a:txBody>
                    <a:bodyPr/>
                    <a:lstStyle/>
                    <a:p>
                      <a:pPr algn="ctr">
                        <a:lnSpc>
                          <a:spcPct val="115000"/>
                        </a:lnSpc>
                        <a:buNone/>
                      </a:pPr>
                      <a:r>
                        <a:rPr lang="en-IN" sz="1800" dirty="0"/>
                        <a:t>Node / Edge</a:t>
                      </a:r>
                      <a:endParaRPr lang="en-IN" sz="1800" dirty="0"/>
                    </a:p>
                  </a:txBody>
                  <a:tcPr anchor="ctr"/>
                </a:tc>
                <a:tc>
                  <a:txBody>
                    <a:bodyPr/>
                    <a:lstStyle/>
                    <a:p>
                      <a:pPr algn="ctr">
                        <a:lnSpc>
                          <a:spcPct val="115000"/>
                        </a:lnSpc>
                        <a:buNone/>
                      </a:pPr>
                      <a:r>
                        <a:rPr lang="en-US" sz="1800" dirty="0"/>
                        <a:t>A step in the flowchart / the arrow to the next step</a:t>
                      </a:r>
                      <a:endParaRPr lang="en-US" sz="1800" dirty="0"/>
                    </a:p>
                  </a:txBody>
                  <a:tcPr anchor="ctr"/>
                </a:tc>
                <a:tc>
                  <a:txBody>
                    <a:bodyPr/>
                    <a:lstStyle/>
                    <a:p>
                      <a:pPr algn="ctr"/>
                      <a:r>
                        <a:rPr lang="en-US" sz="1800" dirty="0"/>
                        <a:t>Railway stations / the tracks between them</a:t>
                      </a:r>
                      <a:endParaRPr lang="en-US" sz="1800" dirty="0"/>
                    </a:p>
                  </a:txBody>
                  <a:tcPr anchor="ctr"/>
                </a:tc>
                <a:extLst>
                  <a:ext uri="{0D108BD9-81ED-4DB2-BD59-A6C34878D82A}">
                    <a16:rowId xmlns:a16="http://schemas.microsoft.com/office/drawing/2014/main" val="2811714083"/>
                  </a:ext>
                </a:extLst>
              </a:tr>
              <a:tr h="457200">
                <a:tc>
                  <a:txBody>
                    <a:bodyPr/>
                    <a:lstStyle/>
                    <a:p>
                      <a:pPr algn="ctr"/>
                      <a:r>
                        <a:rPr lang="en-IN" sz="1800" dirty="0"/>
                        <a:t>State</a:t>
                      </a:r>
                      <a:endParaRPr lang="en-IN" sz="1800" dirty="0"/>
                    </a:p>
                  </a:txBody>
                  <a:tcPr anchor="ctr"/>
                </a:tc>
                <a:tc>
                  <a:txBody>
                    <a:bodyPr/>
                    <a:lstStyle/>
                    <a:p>
                      <a:pPr algn="ctr">
                        <a:buNone/>
                      </a:pPr>
                      <a:r>
                        <a:rPr lang="en-US" sz="1800" dirty="0"/>
                        <a:t>Shared notes passed from step to step</a:t>
                      </a:r>
                      <a:endParaRPr lang="en-US" sz="1800" dirty="0"/>
                    </a:p>
                  </a:txBody>
                  <a:tcPr anchor="ctr"/>
                </a:tc>
                <a:tc>
                  <a:txBody>
                    <a:bodyPr/>
                    <a:lstStyle/>
                    <a:p>
                      <a:pPr algn="ctr"/>
                      <a:r>
                        <a:rPr lang="en-US" sz="1800" dirty="0"/>
                        <a:t>A case file moving from desk to desk</a:t>
                      </a:r>
                      <a:endParaRPr lang="en-US" sz="1800" dirty="0"/>
                    </a:p>
                  </a:txBody>
                  <a:tcPr anchor="ctr"/>
                </a:tc>
                <a:extLst>
                  <a:ext uri="{0D108BD9-81ED-4DB2-BD59-A6C34878D82A}">
                    <a16:rowId xmlns:a16="http://schemas.microsoft.com/office/drawing/2014/main" val="1350389288"/>
                  </a:ext>
                </a:extLst>
              </a:tr>
              <a:tr h="457200">
                <a:tc>
                  <a:txBody>
                    <a:bodyPr/>
                    <a:lstStyle/>
                    <a:p>
                      <a:pPr algn="ctr"/>
                      <a:r>
                        <a:rPr lang="en-IN" sz="1800" dirty="0"/>
                        <a:t>Tool</a:t>
                      </a:r>
                      <a:endParaRPr lang="en-IN" sz="1800" dirty="0"/>
                    </a:p>
                  </a:txBody>
                  <a:tcPr anchor="ctr"/>
                </a:tc>
                <a:tc>
                  <a:txBody>
                    <a:bodyPr/>
                    <a:lstStyle/>
                    <a:p>
                      <a:pPr algn="ctr"/>
                      <a:r>
                        <a:rPr lang="en-US" sz="1800" dirty="0">
                          <a:solidFill>
                            <a:schemeClr val="tx1"/>
                          </a:solidFill>
                          <a:latin typeface="+mn-lt"/>
                        </a:rPr>
                        <a:t>Something an agent can use: web search, calculator, database</a:t>
                      </a:r>
                      <a:endParaRPr lang="en-US" sz="1800" dirty="0">
                        <a:solidFill>
                          <a:schemeClr val="tx1"/>
                        </a:solidFill>
                        <a:latin typeface="+mn-lt"/>
                      </a:endParaRPr>
                    </a:p>
                  </a:txBody>
                  <a:tcPr anchor="ctr"/>
                </a:tc>
                <a:tc>
                  <a:txBody>
                    <a:bodyPr/>
                    <a:lstStyle/>
                    <a:p>
                      <a:pPr algn="ctr"/>
                      <a:r>
                        <a:rPr lang="en-US" sz="1800" dirty="0">
                          <a:solidFill>
                            <a:schemeClr val="tx1"/>
                          </a:solidFill>
                          <a:latin typeface="+mn-lt"/>
                        </a:rPr>
                        <a:t>A worker’s equipment</a:t>
                      </a:r>
                      <a:endParaRPr lang="en-US" sz="1800" dirty="0">
                        <a:solidFill>
                          <a:schemeClr val="tx1"/>
                        </a:solidFill>
                        <a:latin typeface="+mn-lt"/>
                      </a:endParaRPr>
                    </a:p>
                  </a:txBody>
                  <a:tcPr anchor="ctr"/>
                </a:tc>
                <a:extLst>
                  <a:ext uri="{0D108BD9-81ED-4DB2-BD59-A6C34878D82A}">
                    <a16:rowId xmlns:a16="http://schemas.microsoft.com/office/drawing/2014/main" val="4229503215"/>
                  </a:ext>
                </a:extLst>
              </a:tr>
              <a:tr h="457200">
                <a:tc>
                  <a:txBody>
                    <a:bodyPr/>
                    <a:lstStyle/>
                    <a:p>
                      <a:pPr algn="ctr">
                        <a:buNone/>
                      </a:pPr>
                      <a:r>
                        <a:rPr lang="en-IN" sz="1800" dirty="0"/>
                        <a:t>Guardrail</a:t>
                      </a:r>
                      <a:endParaRPr lang="en-IN" sz="1800" dirty="0"/>
                    </a:p>
                  </a:txBody>
                  <a:tcPr anchor="ctr"/>
                </a:tc>
                <a:tc>
                  <a:txBody>
                    <a:bodyPr/>
                    <a:lstStyle/>
                    <a:p>
                      <a:pPr algn="ctr">
                        <a:buNone/>
                      </a:pPr>
                      <a:r>
                        <a:rPr lang="en-US" sz="1800" dirty="0">
                          <a:solidFill>
                            <a:schemeClr val="tx1"/>
                          </a:solidFill>
                          <a:latin typeface="+mn-lt"/>
                        </a:rPr>
                        <a:t>An automatic check before work moves on</a:t>
                      </a:r>
                      <a:endParaRPr lang="en-US" sz="1800" dirty="0">
                        <a:solidFill>
                          <a:schemeClr val="tx1"/>
                        </a:solidFill>
                        <a:latin typeface="+mn-lt"/>
                      </a:endParaRPr>
                    </a:p>
                  </a:txBody>
                  <a:tcPr anchor="ctr"/>
                </a:tc>
                <a:tc>
                  <a:txBody>
                    <a:bodyPr/>
                    <a:lstStyle/>
                    <a:p>
                      <a:pPr algn="ctr"/>
                      <a:r>
                        <a:rPr lang="en-US" sz="1800" dirty="0"/>
                        <a:t>A quality checker at the factory gate</a:t>
                      </a:r>
                      <a:endParaRPr lang="en-US" sz="1800" dirty="0"/>
                    </a:p>
                  </a:txBody>
                  <a:tcPr anchor="ctr"/>
                </a:tc>
                <a:extLst>
                  <a:ext uri="{0D108BD9-81ED-4DB2-BD59-A6C34878D82A}">
                    <a16:rowId xmlns:a16="http://schemas.microsoft.com/office/drawing/2014/main" val="3509314201"/>
                  </a:ext>
                </a:extLst>
              </a:tr>
              <a:tr h="457200">
                <a:tc>
                  <a:txBody>
                    <a:bodyPr/>
                    <a:lstStyle/>
                    <a:p>
                      <a:pPr algn="ctr">
                        <a:buNone/>
                      </a:pPr>
                      <a:r>
                        <a:rPr lang="en-IN" sz="1800" dirty="0"/>
                        <a:t>Fallback</a:t>
                      </a:r>
                      <a:endParaRPr lang="en-IN" sz="1800" dirty="0"/>
                    </a:p>
                  </a:txBody>
                  <a:tcPr anchor="ctr"/>
                </a:tc>
                <a:tc>
                  <a:txBody>
                    <a:bodyPr/>
                    <a:lstStyle/>
                    <a:p>
                      <a:pPr algn="ctr">
                        <a:buNone/>
                      </a:pPr>
                      <a:r>
                        <a:rPr lang="en-US" sz="1800" dirty="0">
                          <a:solidFill>
                            <a:schemeClr val="tx1"/>
                          </a:solidFill>
                          <a:latin typeface="+mn-lt"/>
                        </a:rPr>
                        <a:t>Plan B when an agent fails</a:t>
                      </a:r>
                      <a:endParaRPr lang="en-US" sz="1800" dirty="0">
                        <a:solidFill>
                          <a:schemeClr val="tx1"/>
                        </a:solidFill>
                        <a:latin typeface="+mn-lt"/>
                      </a:endParaRPr>
                    </a:p>
                  </a:txBody>
                  <a:tcPr anchor="ctr"/>
                </a:tc>
                <a:tc>
                  <a:txBody>
                    <a:bodyPr/>
                    <a:lstStyle/>
                    <a:p>
                      <a:pPr algn="ctr"/>
                      <a:r>
                        <a:rPr lang="en-US" sz="1800" dirty="0"/>
                        <a:t>A backup generator in a power cut</a:t>
                      </a:r>
                      <a:endParaRPr lang="en-US" sz="1800" dirty="0"/>
                    </a:p>
                  </a:txBody>
                  <a:tcPr anchor="ctr"/>
                </a:tc>
                <a:extLst>
                  <a:ext uri="{0D108BD9-81ED-4DB2-BD59-A6C34878D82A}">
                    <a16:rowId xmlns:a16="http://schemas.microsoft.com/office/drawing/2014/main" val="3509314201"/>
                  </a:ext>
                </a:extLst>
              </a:tr>
              <a:tr h="457200">
                <a:tc>
                  <a:txBody>
                    <a:bodyPr/>
                    <a:lstStyle/>
                    <a:p>
                      <a:pPr algn="ctr">
                        <a:buNone/>
                      </a:pPr>
                      <a:r>
                        <a:rPr lang="en-IN" sz="1800" dirty="0"/>
                        <a:t>Human-in-the-loop</a:t>
                      </a:r>
                      <a:endParaRPr lang="en-IN" sz="1800" dirty="0"/>
                    </a:p>
                  </a:txBody>
                  <a:tcPr anchor="ctr"/>
                </a:tc>
                <a:tc>
                  <a:txBody>
                    <a:bodyPr/>
                    <a:lstStyle/>
                    <a:p>
                      <a:pPr algn="ctr">
                        <a:buNone/>
                      </a:pPr>
                      <a:r>
                        <a:rPr lang="en-US" sz="1800" dirty="0">
                          <a:solidFill>
                            <a:schemeClr val="tx1"/>
                          </a:solidFill>
                          <a:latin typeface="+mn-lt"/>
                        </a:rPr>
                        <a:t>A person approves before a risky step</a:t>
                      </a:r>
                      <a:endParaRPr lang="en-US" sz="1800" dirty="0">
                        <a:solidFill>
                          <a:schemeClr val="tx1"/>
                        </a:solidFill>
                        <a:latin typeface="+mn-lt"/>
                      </a:endParaRPr>
                    </a:p>
                  </a:txBody>
                  <a:tcPr anchor="ctr"/>
                </a:tc>
                <a:tc>
                  <a:txBody>
                    <a:bodyPr/>
                    <a:lstStyle/>
                    <a:p>
                      <a:pPr algn="ctr"/>
                      <a:r>
                        <a:rPr lang="en-US" sz="1800" dirty="0"/>
                        <a:t>A manager signing off a big refund</a:t>
                      </a:r>
                      <a:endParaRPr lang="en-US" sz="1800" dirty="0"/>
                    </a:p>
                  </a:txBody>
                  <a:tcPr anchor="ctr"/>
                </a:tc>
                <a:extLst>
                  <a:ext uri="{0D108BD9-81ED-4DB2-BD59-A6C34878D82A}">
                    <a16:rowId xmlns:a16="http://schemas.microsoft.com/office/drawing/2014/main" val="3509314201"/>
                  </a:ext>
                </a:extLst>
              </a:tr>
              <a:tr h="457200">
                <a:tc>
                  <a:txBody>
                    <a:bodyPr/>
                    <a:lstStyle/>
                    <a:p>
                      <a:pPr algn="ctr">
                        <a:buNone/>
                      </a:pPr>
                      <a:r>
                        <a:rPr lang="en-IN" sz="1800" dirty="0"/>
                        <a:t>Latency</a:t>
                      </a:r>
                      <a:endParaRPr lang="en-IN" sz="1800" dirty="0"/>
                    </a:p>
                  </a:txBody>
                  <a:tcPr anchor="ctr"/>
                </a:tc>
                <a:tc>
                  <a:txBody>
                    <a:bodyPr/>
                    <a:lstStyle/>
                    <a:p>
                      <a:pPr algn="ctr">
                        <a:buNone/>
                      </a:pPr>
                      <a:r>
                        <a:rPr lang="en-US" sz="1800" dirty="0">
                          <a:solidFill>
                            <a:schemeClr val="tx1"/>
                          </a:solidFill>
                          <a:latin typeface="+mn-lt"/>
                        </a:rPr>
                        <a:t>How long you wait for the answer</a:t>
                      </a:r>
                      <a:endParaRPr lang="en-US" sz="1800" dirty="0">
                        <a:solidFill>
                          <a:schemeClr val="tx1"/>
                        </a:solidFill>
                        <a:latin typeface="+mn-lt"/>
                      </a:endParaRPr>
                    </a:p>
                  </a:txBody>
                  <a:tcPr anchor="ctr"/>
                </a:tc>
                <a:tc>
                  <a:txBody>
                    <a:bodyPr/>
                    <a:lstStyle/>
                    <a:p>
                      <a:pPr algn="ctr"/>
                      <a:r>
                        <a:rPr lang="en-US" sz="1800" dirty="0"/>
                        <a:t>Waiting time for a food delivery</a:t>
                      </a:r>
                      <a:endParaRPr lang="en-US" sz="1800" dirty="0"/>
                    </a:p>
                  </a:txBody>
                  <a:tcPr anchor="ctr"/>
                </a:tc>
                <a:extLst>
                  <a:ext uri="{0D108BD9-81ED-4DB2-BD59-A6C34878D82A}">
                    <a16:rowId xmlns:a16="http://schemas.microsoft.com/office/drawing/2014/main" val="3509314201"/>
                  </a:ext>
                </a:extLst>
              </a:tr>
              <a:tr h="457200">
                <a:tc>
                  <a:txBody>
                    <a:bodyPr/>
                    <a:lstStyle/>
                    <a:p>
                      <a:pPr algn="ctr">
                        <a:buNone/>
                      </a:pPr>
                      <a:r>
                        <a:rPr lang="en-IN" sz="1800" dirty="0"/>
                        <a:t>Protocol (A2A)</a:t>
                      </a:r>
                      <a:endParaRPr lang="en-IN" sz="1800" dirty="0"/>
                    </a:p>
                  </a:txBody>
                  <a:tcPr anchor="ctr"/>
                </a:tc>
                <a:tc>
                  <a:txBody>
                    <a:bodyPr/>
                    <a:lstStyle/>
                    <a:p>
                      <a:pPr algn="ctr">
                        <a:buNone/>
                      </a:pPr>
                      <a:r>
                        <a:rPr lang="en-US" sz="1800" dirty="0">
                          <a:solidFill>
                            <a:schemeClr val="tx1"/>
                          </a:solidFill>
                          <a:latin typeface="+mn-lt"/>
                        </a:rPr>
                        <a:t>Shared rules so agents can talk to each other</a:t>
                      </a:r>
                      <a:endParaRPr lang="en-US" sz="1800" dirty="0">
                        <a:solidFill>
                          <a:schemeClr val="tx1"/>
                        </a:solidFill>
                        <a:latin typeface="+mn-lt"/>
                      </a:endParaRPr>
                    </a:p>
                  </a:txBody>
                  <a:tcPr anchor="ctr"/>
                </a:tc>
                <a:tc>
                  <a:txBody>
                    <a:bodyPr/>
                    <a:lstStyle/>
                    <a:p>
                      <a:pPr algn="ctr"/>
                      <a:r>
                        <a:rPr lang="en-US" sz="1800" dirty="0"/>
                        <a:t>A common language at a meeting</a:t>
                      </a:r>
                      <a:endParaRPr lang="en-US" sz="1800" dirty="0"/>
                    </a:p>
                  </a:txBody>
                  <a:tcPr anchor="ctr"/>
                </a:tc>
                <a:extLst>
                  <a:ext uri="{0D108BD9-81ED-4DB2-BD59-A6C34878D82A}">
                    <a16:rowId xmlns:a16="http://schemas.microsoft.com/office/drawing/2014/main" val="3509314201"/>
                  </a:ext>
                </a:extLst>
              </a:tr>
            </a:tbl>
          </a:graphicData>
        </a:graphic>
      </p:graphicFrame>
    </p:spTree>
    <p:custDataLst>
      <p:tags r:id="rId1"/>
    </p:custDataLst>
    <p:extLst>
      <p:ext uri="{BB962C8B-B14F-4D97-AF65-F5344CB8AC3E}">
        <p14:creationId xmlns:p14="http://schemas.microsoft.com/office/powerpoint/2010/main" val="980024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91D3C2-4A93-BCCC-0687-6FCDEF8B32AA}"/>
              </a:ext>
            </a:extLst>
          </p:cNvPr>
          <p:cNvSpPr>
            <a:spLocks noGrp="1"/>
          </p:cNvSpPr>
          <p:nvPr>
            <p:ph type="body" sz="quarter" idx="19"/>
          </p:nvPr>
        </p:nvSpPr>
        <p:spPr>
          <a:xfrm>
            <a:off x="734790" y="1980938"/>
            <a:ext cx="9632528" cy="4474174"/>
          </a:xfrm>
        </p:spPr>
        <p:txBody>
          <a:bodyPr/>
          <a:lstStyle/>
          <a:p>
            <a:pPr>
              <a:lnSpc>
                <a:spcPct val="115000"/>
              </a:lnSpc>
            </a:pPr>
            <a:r>
              <a:rPr lang="en-US" dirty="0" err="1">
                <a:solidFill>
                  <a:srgbClr val="404040"/>
                </a:solidFill>
                <a:latin typeface="Open Sans" pitchFamily="2" charset="0"/>
              </a:rPr>
              <a:t>LangGraph is a flowchart for AI: steps, arrows, shared notes, and human sign-off.</a:t>
            </a:r>
            <a:endParaRPr lang="en-US" dirty="0" err="1">
              <a:solidFill>
                <a:srgbClr val="404040"/>
              </a:solidFill>
              <a:latin typeface="Open Sans" pitchFamily="2" charset="0"/>
            </a:endParaRPr>
          </a:p>
          <a:p>
            <a:pPr>
              <a:lnSpc>
                <a:spcPct val="115000"/>
              </a:lnSpc>
            </a:pPr>
            <a:r>
              <a:rPr lang="en-US" dirty="0">
                <a:solidFill>
                  <a:srgbClr val="404040"/>
                </a:solidFill>
                <a:latin typeface="Open Sans" pitchFamily="2" charset="0"/>
              </a:rPr>
              <a:t>CrewAI is a team of AI workers with roles, goals, tools, and memory.</a:t>
            </a:r>
            <a:endParaRPr lang="en-US" dirty="0">
              <a:solidFill>
                <a:srgbClr val="404040"/>
              </a:solidFill>
              <a:latin typeface="Open Sans" pitchFamily="2" charset="0"/>
            </a:endParaRPr>
          </a:p>
          <a:p>
            <a:pPr>
              <a:lnSpc>
                <a:spcPct val="115000"/>
              </a:lnSpc>
            </a:pPr>
            <a:r>
              <a:rPr lang="en-US" dirty="0">
                <a:solidFill>
                  <a:srgbClr val="404040"/>
                </a:solidFill>
                <a:latin typeface="Open Sans" pitchFamily="2" charset="0"/>
              </a:rPr>
              <a:t>Agents share work one by one, all at once, under a boss, or by adapting on the go.</a:t>
            </a:r>
            <a:endParaRPr lang="en-US" dirty="0">
              <a:solidFill>
                <a:srgbClr val="404040"/>
              </a:solidFill>
              <a:latin typeface="Open Sans" pitchFamily="2" charset="0"/>
            </a:endParaRPr>
          </a:p>
          <a:p>
            <a:pPr>
              <a:lnSpc>
                <a:spcPct val="115000"/>
              </a:lnSpc>
            </a:pPr>
            <a:r>
              <a:rPr lang="en-US" dirty="0">
                <a:solidFill>
                  <a:srgbClr val="404040"/>
                </a:solidFill>
                <a:latin typeface="Open Sans" pitchFamily="2" charset="0"/>
              </a:rPr>
              <a:t>Good systems plan for failure: guardrails check the work, fallbacks keep it moving.</a:t>
            </a:r>
            <a:endParaRPr lang="en-US" dirty="0">
              <a:solidFill>
                <a:srgbClr val="404040"/>
              </a:solidFill>
              <a:latin typeface="Open Sans" pitchFamily="2" charset="0"/>
            </a:endParaRPr>
          </a:p>
          <a:p>
            <a:pPr>
              <a:lnSpc>
                <a:spcPct val="115000"/>
              </a:lnSpc>
            </a:pPr>
            <a:r>
              <a:rPr lang="en-US" dirty="0">
                <a:solidFill>
                  <a:srgbClr val="404040"/>
                </a:solidFill>
                <a:latin typeface="Open Sans" pitchFamily="2" charset="0"/>
              </a:rPr>
              <a:t>A2A gives agents from different tools a common language.</a:t>
            </a:r>
            <a:endParaRPr lang="en-US" dirty="0">
              <a:solidFill>
                <a:srgbClr val="404040"/>
              </a:solidFill>
              <a:latin typeface="Open Sans" pitchFamily="2" charset="0"/>
            </a:endParaRPr>
          </a:p>
        </p:txBody>
      </p:sp>
    </p:spTree>
    <p:custDataLst>
      <p:tags r:id="rId1"/>
    </p:custDataLst>
    <p:extLst>
      <p:ext uri="{BB962C8B-B14F-4D97-AF65-F5344CB8AC3E}">
        <p14:creationId xmlns:p14="http://schemas.microsoft.com/office/powerpoint/2010/main" val="24754131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6185818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2023_LVC" val="AhyyJCxm"/>
  <p:tag name="ARTICULATE_DESIGN_ID_CUSTOM DESIGN" val="Jpw3zL3z"/>
  <p:tag name="ARTICULATE_DESIGN_ID_2024_LVC" val="svEMZ810"/>
  <p:tag name="ARTICULATE_SLIDE_THUMBNAIL_REFRESH" val="1"/>
  <p:tag name="ARTICULATE_SLIDE_COUNT" val="8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2024_LVC">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implilearn">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30F2DDABBDF49409AAC83A5FD91EC22" ma:contentTypeVersion="19" ma:contentTypeDescription="Create a new document." ma:contentTypeScope="" ma:versionID="bb8d198aa4b75fd43643176c3c641011">
  <xsd:schema xmlns:xsd="http://www.w3.org/2001/XMLSchema" xmlns:xs="http://www.w3.org/2001/XMLSchema" xmlns:p="http://schemas.microsoft.com/office/2006/metadata/properties" xmlns:ns3="9e1c2a13-0740-49b5-a03d-96af0a780283" xmlns:ns4="13f9a36d-0581-4bbd-819e-2fae6181123e" targetNamespace="http://schemas.microsoft.com/office/2006/metadata/properties" ma:root="true" ma:fieldsID="e40d7bb57ef413b009d55041092bba3d" ns3:_="" ns4:_="">
    <xsd:import namespace="9e1c2a13-0740-49b5-a03d-96af0a780283"/>
    <xsd:import namespace="13f9a36d-0581-4bbd-819e-2fae6181123e"/>
    <xsd:element name="properties">
      <xsd:complexType>
        <xsd:sequence>
          <xsd:element name="documentManagement">
            <xsd:complexType>
              <xsd:all>
                <xsd:element ref="ns3:MediaServiceMetadata" minOccurs="0"/>
                <xsd:element ref="ns3:MediaServiceFastMetadata"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ServiceLocation" minOccurs="0"/>
                <xsd:element ref="ns3:_activity" minOccurs="0"/>
                <xsd:element ref="ns3:MediaServiceObjectDetectorVersions" minOccurs="0"/>
                <xsd:element ref="ns3:MediaServiceSearchProperties" minOccurs="0"/>
                <xsd:element ref="ns3:MediaServiceSystemTag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c2a13-0740-49b5-a03d-96af0a78028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description="" ma:hidden="true" ma:indexed="true" ma:internalName="MediaServiceDateTaken" ma:readOnly="true">
      <xsd:simpleType>
        <xsd:restriction base="dms:Text"/>
      </xsd:simpleType>
    </xsd:element>
    <xsd:element name="MediaServiceLocation" ma:index="21" nillable="true" ma:displayName="Location" ma:description="" ma:indexed="true"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f9a36d-0581-4bbd-819e-2fae6181123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e1c2a13-0740-49b5-a03d-96af0a78028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E93FE2-340E-4598-892F-3957EF4810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1c2a13-0740-49b5-a03d-96af0a780283"/>
    <ds:schemaRef ds:uri="13f9a36d-0581-4bbd-819e-2fae618112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3710CA7-1677-4FEF-BB79-0D184B93C257}">
  <ds:schemaRefs>
    <ds:schemaRef ds:uri="13f9a36d-0581-4bbd-819e-2fae6181123e"/>
    <ds:schemaRef ds:uri="http://schemas.microsoft.com/office/2006/metadata/properties"/>
    <ds:schemaRef ds:uri="9e1c2a13-0740-49b5-a03d-96af0a780283"/>
    <ds:schemaRef ds:uri="http://purl.org/dc/term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C0EE7C40-65A8-4A6E-911E-51151F573A5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43</TotalTime>
  <Words>18557</Words>
  <Application>Microsoft Office PowerPoint</Application>
  <PresentationFormat>Custom</PresentationFormat>
  <Paragraphs>1725</Paragraphs>
  <Slides>81</Slides>
  <Notes>81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81</vt:i4>
      </vt:variant>
    </vt:vector>
  </HeadingPairs>
  <TitlesOfParts>
    <vt:vector size="90" baseType="lpstr">
      <vt:lpstr>Arial</vt:lpstr>
      <vt:lpstr>Calibri</vt:lpstr>
      <vt:lpstr>Courier New</vt:lpstr>
      <vt:lpstr>Helvetica Light</vt:lpstr>
      <vt:lpstr>Open Sans</vt:lpstr>
      <vt:lpstr>Poppins</vt:lpstr>
      <vt:lpstr>Source Sans Pro</vt:lpstr>
      <vt:lpstr>Space Grotesk</vt:lpstr>
      <vt:lpstr>2024_LVC</vt:lpstr>
      <vt:lpstr>PowerPoint Presentation</vt:lpstr>
      <vt:lpstr>PowerPoint Presentation</vt:lpstr>
      <vt:lpstr>PowerPoint Presentation</vt:lpstr>
      <vt:lpstr>PowerPoint Presentation</vt:lpstr>
      <vt:lpstr>PowerPoint Presentation</vt:lpstr>
      <vt:lpstr>PowerPoint Presentation</vt:lpstr>
      <vt:lpstr>CrewAI Framework: Overview</vt:lpstr>
      <vt:lpstr>CrewAI Framework: Benefits</vt:lpstr>
      <vt:lpstr>CrewAI Framework: Core Features</vt:lpstr>
      <vt:lpstr>Building Blocks of CrewAI </vt:lpstr>
      <vt:lpstr>Building Blocks of CrewAI: Roles</vt:lpstr>
      <vt:lpstr>Building Blocks of CrewAI: Agents</vt:lpstr>
      <vt:lpstr>Building Blocks of CrewAI: Tools</vt:lpstr>
      <vt:lpstr>Building Blocks of CrewAI: Permissions</vt:lpstr>
      <vt:lpstr>Building Blocks of CrewAI: Memory</vt:lpstr>
      <vt:lpstr>Building Blocks of CrewAI: Coordination Strategy</vt:lpstr>
      <vt:lpstr>Role Goals in CrewAI</vt:lpstr>
      <vt:lpstr>How to Define Role Goals in CrewAI</vt:lpstr>
      <vt:lpstr>How to Set Agent Permissions </vt:lpstr>
      <vt:lpstr>How to Assign Tools to Roles</vt:lpstr>
      <vt:lpstr>Memory Isolation: Overview</vt:lpstr>
      <vt:lpstr>Memory Sharing: Overview</vt:lpstr>
      <vt:lpstr>Memory Isolation vs. Memory Sharing</vt:lpstr>
      <vt:lpstr>Building Intelligent Workflows with CrewAI</vt:lpstr>
      <vt:lpstr>CrewAI: Use Case </vt:lpstr>
      <vt:lpstr>CrewAI: Use Case </vt:lpstr>
      <vt:lpstr>PowerPoint Presentation</vt:lpstr>
      <vt:lpstr>Building a CrewAI-Powered Agent with OpenAI</vt:lpstr>
      <vt:lpstr>PowerPoint Presentation</vt:lpstr>
      <vt:lpstr>Agent Communication: Overview</vt:lpstr>
      <vt:lpstr>Core Elements of Agent Communication</vt:lpstr>
      <vt:lpstr>Agent Coordination Patterns: Overview</vt:lpstr>
      <vt:lpstr>Types of Agent Coordination Patterns</vt:lpstr>
      <vt:lpstr>Serial Coordination</vt:lpstr>
      <vt:lpstr>Parallel Coordination</vt:lpstr>
      <vt:lpstr>Hierarchical Coordination</vt:lpstr>
      <vt:lpstr>Dynamic and Adaptive Coordination </vt:lpstr>
      <vt:lpstr>Managing Agent Failures</vt:lpstr>
      <vt:lpstr>Fallback Mechanisms in CrewAI</vt:lpstr>
      <vt:lpstr>CrewAI Guardrails: Overview</vt:lpstr>
      <vt:lpstr>Architectural Considerations in CrewAI</vt:lpstr>
      <vt:lpstr>Key Performance Trade-Offs in CrewAI</vt:lpstr>
      <vt:lpstr>Key Performance Trade-Offs: Latency</vt:lpstr>
      <vt:lpstr>Key Performance Trade-Offs: Accuracy</vt:lpstr>
      <vt:lpstr>Balancing Latency and Accuracy</vt:lpstr>
      <vt:lpstr>Optimization Strategies in CrewAI</vt:lpstr>
      <vt:lpstr>Optimization: Use Case </vt:lpstr>
      <vt:lpstr>Optimization: Use Case </vt:lpstr>
      <vt:lpstr>Optimization: Use Case </vt:lpstr>
      <vt:lpstr>PowerPoint Presentation</vt:lpstr>
      <vt:lpstr>Executing Serial and Parallel Workflows Using CrewAI Agents</vt:lpstr>
      <vt:lpstr>PowerPoint Presentation</vt:lpstr>
      <vt:lpstr>Google A2A Protocol: Overview</vt:lpstr>
      <vt:lpstr>Google A2A Protocol: Features</vt:lpstr>
      <vt:lpstr>Google A2A Protocol: Limitations</vt:lpstr>
      <vt:lpstr>Google A2A Protocol: Core Components</vt:lpstr>
      <vt:lpstr>Google A2A Protocol Core Components: Example</vt:lpstr>
      <vt:lpstr>Design Features for Agent Communication and Coordination</vt:lpstr>
      <vt:lpstr>Design Features for Agent Communication and Coordination</vt:lpstr>
      <vt:lpstr>A2A Across Industries: Real-World Applications</vt:lpstr>
      <vt:lpstr>Google A2A Protocol: Use Case </vt:lpstr>
      <vt:lpstr>Google A2A Protocol: Use Case </vt:lpstr>
      <vt:lpstr>PowerPoint Presentation</vt:lpstr>
      <vt:lpstr>PowerPoint Presentation</vt:lpstr>
      <vt:lpstr> LangGraph: Overview</vt:lpstr>
      <vt:lpstr> LangGraph Graph Orchestration: Overview</vt:lpstr>
      <vt:lpstr> LangGraph vs. LangChain</vt:lpstr>
      <vt:lpstr>Benefits of LangGraph</vt:lpstr>
      <vt:lpstr>Core Concepts of LangGraph</vt:lpstr>
      <vt:lpstr>Core Concepts of LangGraph: Example</vt:lpstr>
      <vt:lpstr>LangGraph: Execution Model</vt:lpstr>
      <vt:lpstr>Benefits of LangGraph Integration</vt:lpstr>
      <vt:lpstr>Key Tools for Visual Planning in LangGraph</vt:lpstr>
      <vt:lpstr>LangGraph: Real-World Applications</vt:lpstr>
      <vt:lpstr>LangGraph: Use Case </vt:lpstr>
      <vt:lpstr>LangGraph: Use Case </vt:lpstr>
      <vt:lpstr>PowerPoint Presentation</vt:lpstr>
      <vt:lpstr>Building a Reactive Agent Workflow with LangGraph and Tavily</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Parashar</dc:creator>
  <cp:lastModifiedBy>Pritam Pal</cp:lastModifiedBy>
  <cp:revision>11</cp:revision>
  <dcterms:created xsi:type="dcterms:W3CDTF">2023-05-19T12:36:11Z</dcterms:created>
  <dcterms:modified xsi:type="dcterms:W3CDTF">2025-11-12T07:07:40Z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B652525E-EED5-4C91-8592-5DBEF40DB197</vt:lpwstr>
  </property>
  <property fmtid="{D5CDD505-2E9C-101B-9397-08002B2CF9AE}" pid="3" name="ArticulatePath">
    <vt:lpwstr>https://simplilearnsolution-my.sharepoint.com/personal/pistorage_simplilearn_com/Documents/Simplilearn Project Backup/Templates/01_Simplilearn Templates/LVC/2023_LVC/AIML_DS_LVC_Template_2023</vt:lpwstr>
  </property>
  <property fmtid="{D5CDD505-2E9C-101B-9397-08002B2CF9AE}" pid="4" name="ContentTypeId">
    <vt:lpwstr>0x010100730F2DDABBDF49409AAC83A5FD91EC22</vt:lpwstr>
  </property>
</Properties>
</file>